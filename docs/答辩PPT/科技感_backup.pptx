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22"/>
  </p:notesMasterIdLst>
  <p:handoutMasterIdLst>
    <p:handoutMasterId r:id="rId23"/>
  </p:handoutMasterIdLst>
  <p:sldIdLst>
    <p:sldId id="256" r:id="rId3"/>
    <p:sldId id="261" r:id="rId4"/>
    <p:sldId id="283" r:id="rId5"/>
    <p:sldId id="289" r:id="rId6"/>
    <p:sldId id="327" r:id="rId7"/>
    <p:sldId id="328" r:id="rId8"/>
    <p:sldId id="285" r:id="rId9"/>
    <p:sldId id="259" r:id="rId10"/>
    <p:sldId id="329" r:id="rId11"/>
    <p:sldId id="286" r:id="rId12"/>
    <p:sldId id="280" r:id="rId13"/>
    <p:sldId id="298" r:id="rId14"/>
    <p:sldId id="287" r:id="rId15"/>
    <p:sldId id="279" r:id="rId16"/>
    <p:sldId id="292" r:id="rId17"/>
    <p:sldId id="297" r:id="rId18"/>
    <p:sldId id="330" r:id="rId19"/>
    <p:sldId id="331" r:id="rId20"/>
    <p:sldId id="326" r:id="rId21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" id="{AC797728-F891-4FAD-A1CC-0CCBF2564A24}">
          <p14:sldIdLst>
            <p14:sldId id="256"/>
          </p14:sldIdLst>
        </p14:section>
        <p14:section name="目录页" id="{A3EB0901-0171-412C-BB0F-8EE8B88F75AF}">
          <p14:sldIdLst>
            <p14:sldId id="261"/>
          </p14:sldIdLst>
        </p14:section>
        <p14:section name="第一部分" id="{7F2B7FD9-10A3-4F08-9A62-B62AAAA5162D}">
          <p14:sldIdLst>
            <p14:sldId id="283"/>
            <p14:sldId id="289"/>
            <p14:sldId id="327"/>
            <p14:sldId id="328"/>
          </p14:sldIdLst>
        </p14:section>
        <p14:section name="第二部分" id="{8FF48E60-9F76-4E3B-AB0A-1F9BD7337D4F}">
          <p14:sldIdLst>
            <p14:sldId id="285"/>
            <p14:sldId id="259"/>
            <p14:sldId id="329"/>
          </p14:sldIdLst>
        </p14:section>
        <p14:section name="第三部分" id="{EFEE0F5F-0AB6-4F75-86A6-98618EF0620C}">
          <p14:sldIdLst>
            <p14:sldId id="286"/>
            <p14:sldId id="280"/>
            <p14:sldId id="298"/>
          </p14:sldIdLst>
        </p14:section>
        <p14:section name="第四部分" id="{44A2B996-A678-417A-83CB-A8386EAE0C8B}">
          <p14:sldIdLst>
            <p14:sldId id="287"/>
            <p14:sldId id="279"/>
            <p14:sldId id="292"/>
            <p14:sldId id="297"/>
          </p14:sldIdLst>
        </p14:section>
        <p14:section name="结束页" id="{448EEC20-DD01-42CD-8542-D3DE94050E02}">
          <p14:sldIdLst>
            <p14:sldId id="330"/>
            <p14:sldId id="331"/>
            <p14:sldId id="326"/>
          </p14:sldIdLst>
        </p14:section>
        <p14:section name="二维码页" id="{8D9B0717-85A3-4F42-AB05-867474C384A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15" autoAdjust="0"/>
    <p:restoredTop sz="94291" autoAdjust="0"/>
  </p:normalViewPr>
  <p:slideViewPr>
    <p:cSldViewPr snapToGrid="0" showGuides="1">
      <p:cViewPr>
        <p:scale>
          <a:sx n="75" d="100"/>
          <a:sy n="75" d="100"/>
        </p:scale>
        <p:origin x="520" y="684"/>
      </p:cViewPr>
      <p:guideLst>
        <p:guide orient="horz" pos="157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3443DCB-2E9B-453A-A30E-0CCD19DC3B6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6D53928-D204-47C6-8ABD-5C70DF1EEC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3837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D280-98FC-8A95-52E6-70345DA5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8137C4-E6AD-1F75-350D-BD63129F1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9F2F0A-4CBF-6DF0-7F83-489A3506F5E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</a:p>
        </p:txBody>
      </p:sp>
    </p:spTree>
    <p:extLst>
      <p:ext uri="{BB962C8B-B14F-4D97-AF65-F5344CB8AC3E}">
        <p14:creationId xmlns:p14="http://schemas.microsoft.com/office/powerpoint/2010/main" val="1088074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BBA62-AB70-853C-8F6D-F5743FDB5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15125A-A336-4487-42A2-8BBD330636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7F4C1F-4070-F47C-EC3F-BF30D719118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</a:p>
        </p:txBody>
      </p:sp>
    </p:spTree>
    <p:extLst>
      <p:ext uri="{BB962C8B-B14F-4D97-AF65-F5344CB8AC3E}">
        <p14:creationId xmlns:p14="http://schemas.microsoft.com/office/powerpoint/2010/main" val="675095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模板来自于： 第一</a:t>
            </a:r>
            <a:r>
              <a:rPr lang="en-US" altLang="zh-CN" dirty="0"/>
              <a:t>PPT https://www.1ppt.com/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B4E1B-1836-68BA-B608-A55DFA43A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F6BD54-9C3D-1053-E1B0-F4A3EC02C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8EDB61-D975-4624-D503-72C57DB05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852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0779D-8DCE-3DC6-7121-295EAA988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A866FA-765D-568F-BA8E-748DA1C4D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325368-F5AE-4404-F5FA-C16629E0C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5880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63A0F8BA-187E-4423-AF0D-40747098AD39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 charset="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 charset="0"/>
              </a:defRPr>
            </a:lvl9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A187B-D468-4B53-886A-7EEB7F234568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2D24-EAF9-4C1F-892B-760069F117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7EA187B-D468-4B53-886A-7EEB7F234568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7D02D24-EAF9-4C1F-892B-760069F117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tags" Target="../tags/tag118.xml"/><Relationship Id="rId21" Type="http://schemas.openxmlformats.org/officeDocument/2006/relationships/tags" Target="../tags/tag22.xml"/><Relationship Id="rId42" Type="http://schemas.openxmlformats.org/officeDocument/2006/relationships/tags" Target="../tags/tag43.xml"/><Relationship Id="rId63" Type="http://schemas.openxmlformats.org/officeDocument/2006/relationships/tags" Target="../tags/tag64.xml"/><Relationship Id="rId84" Type="http://schemas.openxmlformats.org/officeDocument/2006/relationships/tags" Target="../tags/tag85.xml"/><Relationship Id="rId138" Type="http://schemas.openxmlformats.org/officeDocument/2006/relationships/tags" Target="../tags/tag139.xml"/><Relationship Id="rId159" Type="http://schemas.openxmlformats.org/officeDocument/2006/relationships/tags" Target="../tags/tag160.xml"/><Relationship Id="rId170" Type="http://schemas.openxmlformats.org/officeDocument/2006/relationships/tags" Target="../tags/tag171.xml"/><Relationship Id="rId191" Type="http://schemas.openxmlformats.org/officeDocument/2006/relationships/tags" Target="../tags/tag192.xml"/><Relationship Id="rId205" Type="http://schemas.openxmlformats.org/officeDocument/2006/relationships/tags" Target="../tags/tag206.xml"/><Relationship Id="rId107" Type="http://schemas.openxmlformats.org/officeDocument/2006/relationships/tags" Target="../tags/tag108.xml"/><Relationship Id="rId11" Type="http://schemas.openxmlformats.org/officeDocument/2006/relationships/tags" Target="../tags/tag12.xml"/><Relationship Id="rId32" Type="http://schemas.openxmlformats.org/officeDocument/2006/relationships/tags" Target="../tags/tag33.xml"/><Relationship Id="rId53" Type="http://schemas.openxmlformats.org/officeDocument/2006/relationships/tags" Target="../tags/tag54.xml"/><Relationship Id="rId74" Type="http://schemas.openxmlformats.org/officeDocument/2006/relationships/tags" Target="../tags/tag75.xml"/><Relationship Id="rId128" Type="http://schemas.openxmlformats.org/officeDocument/2006/relationships/tags" Target="../tags/tag129.xml"/><Relationship Id="rId149" Type="http://schemas.openxmlformats.org/officeDocument/2006/relationships/tags" Target="../tags/tag150.xml"/><Relationship Id="rId5" Type="http://schemas.openxmlformats.org/officeDocument/2006/relationships/tags" Target="../tags/tag6.xml"/><Relationship Id="rId95" Type="http://schemas.openxmlformats.org/officeDocument/2006/relationships/tags" Target="../tags/tag96.xml"/><Relationship Id="rId160" Type="http://schemas.openxmlformats.org/officeDocument/2006/relationships/tags" Target="../tags/tag161.xml"/><Relationship Id="rId181" Type="http://schemas.openxmlformats.org/officeDocument/2006/relationships/tags" Target="../tags/tag182.xml"/><Relationship Id="rId22" Type="http://schemas.openxmlformats.org/officeDocument/2006/relationships/tags" Target="../tags/tag23.xml"/><Relationship Id="rId43" Type="http://schemas.openxmlformats.org/officeDocument/2006/relationships/tags" Target="../tags/tag44.xml"/><Relationship Id="rId64" Type="http://schemas.openxmlformats.org/officeDocument/2006/relationships/tags" Target="../tags/tag65.xml"/><Relationship Id="rId118" Type="http://schemas.openxmlformats.org/officeDocument/2006/relationships/tags" Target="../tags/tag119.xml"/><Relationship Id="rId139" Type="http://schemas.openxmlformats.org/officeDocument/2006/relationships/tags" Target="../tags/tag140.xml"/><Relationship Id="rId85" Type="http://schemas.openxmlformats.org/officeDocument/2006/relationships/tags" Target="../tags/tag86.xml"/><Relationship Id="rId150" Type="http://schemas.openxmlformats.org/officeDocument/2006/relationships/tags" Target="../tags/tag151.xml"/><Relationship Id="rId171" Type="http://schemas.openxmlformats.org/officeDocument/2006/relationships/tags" Target="../tags/tag172.xml"/><Relationship Id="rId192" Type="http://schemas.openxmlformats.org/officeDocument/2006/relationships/tags" Target="../tags/tag193.xml"/><Relationship Id="rId206" Type="http://schemas.openxmlformats.org/officeDocument/2006/relationships/tags" Target="../tags/tag207.xml"/><Relationship Id="rId12" Type="http://schemas.openxmlformats.org/officeDocument/2006/relationships/tags" Target="../tags/tag13.xml"/><Relationship Id="rId33" Type="http://schemas.openxmlformats.org/officeDocument/2006/relationships/tags" Target="../tags/tag34.xml"/><Relationship Id="rId108" Type="http://schemas.openxmlformats.org/officeDocument/2006/relationships/tags" Target="../tags/tag109.xml"/><Relationship Id="rId129" Type="http://schemas.openxmlformats.org/officeDocument/2006/relationships/tags" Target="../tags/tag130.xml"/><Relationship Id="rId54" Type="http://schemas.openxmlformats.org/officeDocument/2006/relationships/tags" Target="../tags/tag55.xml"/><Relationship Id="rId75" Type="http://schemas.openxmlformats.org/officeDocument/2006/relationships/tags" Target="../tags/tag76.xml"/><Relationship Id="rId96" Type="http://schemas.openxmlformats.org/officeDocument/2006/relationships/tags" Target="../tags/tag97.xml"/><Relationship Id="rId140" Type="http://schemas.openxmlformats.org/officeDocument/2006/relationships/tags" Target="../tags/tag141.xml"/><Relationship Id="rId161" Type="http://schemas.openxmlformats.org/officeDocument/2006/relationships/tags" Target="../tags/tag162.xml"/><Relationship Id="rId182" Type="http://schemas.openxmlformats.org/officeDocument/2006/relationships/tags" Target="../tags/tag183.xml"/><Relationship Id="rId6" Type="http://schemas.openxmlformats.org/officeDocument/2006/relationships/tags" Target="../tags/tag7.xml"/><Relationship Id="rId23" Type="http://schemas.openxmlformats.org/officeDocument/2006/relationships/tags" Target="../tags/tag24.xml"/><Relationship Id="rId119" Type="http://schemas.openxmlformats.org/officeDocument/2006/relationships/tags" Target="../tags/tag120.xml"/><Relationship Id="rId44" Type="http://schemas.openxmlformats.org/officeDocument/2006/relationships/tags" Target="../tags/tag45.xml"/><Relationship Id="rId65" Type="http://schemas.openxmlformats.org/officeDocument/2006/relationships/tags" Target="../tags/tag66.xml"/><Relationship Id="rId86" Type="http://schemas.openxmlformats.org/officeDocument/2006/relationships/tags" Target="../tags/tag87.xml"/><Relationship Id="rId130" Type="http://schemas.openxmlformats.org/officeDocument/2006/relationships/tags" Target="../tags/tag131.xml"/><Relationship Id="rId151" Type="http://schemas.openxmlformats.org/officeDocument/2006/relationships/tags" Target="../tags/tag152.xml"/><Relationship Id="rId172" Type="http://schemas.openxmlformats.org/officeDocument/2006/relationships/tags" Target="../tags/tag173.xml"/><Relationship Id="rId193" Type="http://schemas.openxmlformats.org/officeDocument/2006/relationships/tags" Target="../tags/tag194.xml"/><Relationship Id="rId207" Type="http://schemas.openxmlformats.org/officeDocument/2006/relationships/tags" Target="../tags/tag208.xml"/><Relationship Id="rId13" Type="http://schemas.openxmlformats.org/officeDocument/2006/relationships/tags" Target="../tags/tag14.xml"/><Relationship Id="rId109" Type="http://schemas.openxmlformats.org/officeDocument/2006/relationships/tags" Target="../tags/tag110.xml"/><Relationship Id="rId34" Type="http://schemas.openxmlformats.org/officeDocument/2006/relationships/tags" Target="../tags/tag35.xml"/><Relationship Id="rId55" Type="http://schemas.openxmlformats.org/officeDocument/2006/relationships/tags" Target="../tags/tag56.xml"/><Relationship Id="rId76" Type="http://schemas.openxmlformats.org/officeDocument/2006/relationships/tags" Target="../tags/tag77.xml"/><Relationship Id="rId97" Type="http://schemas.openxmlformats.org/officeDocument/2006/relationships/tags" Target="../tags/tag98.xml"/><Relationship Id="rId120" Type="http://schemas.openxmlformats.org/officeDocument/2006/relationships/tags" Target="../tags/tag121.xml"/><Relationship Id="rId141" Type="http://schemas.openxmlformats.org/officeDocument/2006/relationships/tags" Target="../tags/tag142.xml"/><Relationship Id="rId7" Type="http://schemas.openxmlformats.org/officeDocument/2006/relationships/tags" Target="../tags/tag8.xml"/><Relationship Id="rId162" Type="http://schemas.openxmlformats.org/officeDocument/2006/relationships/tags" Target="../tags/tag163.xml"/><Relationship Id="rId183" Type="http://schemas.openxmlformats.org/officeDocument/2006/relationships/tags" Target="../tags/tag184.xml"/><Relationship Id="rId24" Type="http://schemas.openxmlformats.org/officeDocument/2006/relationships/tags" Target="../tags/tag25.xml"/><Relationship Id="rId45" Type="http://schemas.openxmlformats.org/officeDocument/2006/relationships/tags" Target="../tags/tag46.xml"/><Relationship Id="rId66" Type="http://schemas.openxmlformats.org/officeDocument/2006/relationships/tags" Target="../tags/tag67.xml"/><Relationship Id="rId87" Type="http://schemas.openxmlformats.org/officeDocument/2006/relationships/tags" Target="../tags/tag88.xml"/><Relationship Id="rId110" Type="http://schemas.openxmlformats.org/officeDocument/2006/relationships/tags" Target="../tags/tag111.xml"/><Relationship Id="rId131" Type="http://schemas.openxmlformats.org/officeDocument/2006/relationships/tags" Target="../tags/tag132.xml"/><Relationship Id="rId61" Type="http://schemas.openxmlformats.org/officeDocument/2006/relationships/tags" Target="../tags/tag62.xml"/><Relationship Id="rId82" Type="http://schemas.openxmlformats.org/officeDocument/2006/relationships/tags" Target="../tags/tag83.xml"/><Relationship Id="rId152" Type="http://schemas.openxmlformats.org/officeDocument/2006/relationships/tags" Target="../tags/tag153.xml"/><Relationship Id="rId173" Type="http://schemas.openxmlformats.org/officeDocument/2006/relationships/tags" Target="../tags/tag174.xml"/><Relationship Id="rId194" Type="http://schemas.openxmlformats.org/officeDocument/2006/relationships/tags" Target="../tags/tag195.xml"/><Relationship Id="rId199" Type="http://schemas.openxmlformats.org/officeDocument/2006/relationships/tags" Target="../tags/tag200.xml"/><Relationship Id="rId203" Type="http://schemas.openxmlformats.org/officeDocument/2006/relationships/tags" Target="../tags/tag204.xml"/><Relationship Id="rId208" Type="http://schemas.openxmlformats.org/officeDocument/2006/relationships/tags" Target="../tags/tag209.xml"/><Relationship Id="rId19" Type="http://schemas.openxmlformats.org/officeDocument/2006/relationships/tags" Target="../tags/tag20.xml"/><Relationship Id="rId14" Type="http://schemas.openxmlformats.org/officeDocument/2006/relationships/tags" Target="../tags/tag15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56" Type="http://schemas.openxmlformats.org/officeDocument/2006/relationships/tags" Target="../tags/tag57.xml"/><Relationship Id="rId77" Type="http://schemas.openxmlformats.org/officeDocument/2006/relationships/tags" Target="../tags/tag78.xml"/><Relationship Id="rId100" Type="http://schemas.openxmlformats.org/officeDocument/2006/relationships/tags" Target="../tags/tag101.xml"/><Relationship Id="rId105" Type="http://schemas.openxmlformats.org/officeDocument/2006/relationships/tags" Target="../tags/tag106.xml"/><Relationship Id="rId126" Type="http://schemas.openxmlformats.org/officeDocument/2006/relationships/tags" Target="../tags/tag127.xml"/><Relationship Id="rId147" Type="http://schemas.openxmlformats.org/officeDocument/2006/relationships/tags" Target="../tags/tag148.xml"/><Relationship Id="rId168" Type="http://schemas.openxmlformats.org/officeDocument/2006/relationships/tags" Target="../tags/tag169.xml"/><Relationship Id="rId8" Type="http://schemas.openxmlformats.org/officeDocument/2006/relationships/tags" Target="../tags/tag9.xml"/><Relationship Id="rId51" Type="http://schemas.openxmlformats.org/officeDocument/2006/relationships/tags" Target="../tags/tag52.xml"/><Relationship Id="rId72" Type="http://schemas.openxmlformats.org/officeDocument/2006/relationships/tags" Target="../tags/tag73.xml"/><Relationship Id="rId93" Type="http://schemas.openxmlformats.org/officeDocument/2006/relationships/tags" Target="../tags/tag94.xml"/><Relationship Id="rId98" Type="http://schemas.openxmlformats.org/officeDocument/2006/relationships/tags" Target="../tags/tag99.xml"/><Relationship Id="rId121" Type="http://schemas.openxmlformats.org/officeDocument/2006/relationships/tags" Target="../tags/tag122.xml"/><Relationship Id="rId142" Type="http://schemas.openxmlformats.org/officeDocument/2006/relationships/tags" Target="../tags/tag143.xml"/><Relationship Id="rId163" Type="http://schemas.openxmlformats.org/officeDocument/2006/relationships/tags" Target="../tags/tag164.xml"/><Relationship Id="rId184" Type="http://schemas.openxmlformats.org/officeDocument/2006/relationships/tags" Target="../tags/tag185.xml"/><Relationship Id="rId189" Type="http://schemas.openxmlformats.org/officeDocument/2006/relationships/tags" Target="../tags/tag190.xml"/><Relationship Id="rId3" Type="http://schemas.openxmlformats.org/officeDocument/2006/relationships/tags" Target="../tags/tag4.xml"/><Relationship Id="rId25" Type="http://schemas.openxmlformats.org/officeDocument/2006/relationships/tags" Target="../tags/tag26.xml"/><Relationship Id="rId46" Type="http://schemas.openxmlformats.org/officeDocument/2006/relationships/tags" Target="../tags/tag47.xml"/><Relationship Id="rId67" Type="http://schemas.openxmlformats.org/officeDocument/2006/relationships/tags" Target="../tags/tag68.xml"/><Relationship Id="rId116" Type="http://schemas.openxmlformats.org/officeDocument/2006/relationships/tags" Target="../tags/tag117.xml"/><Relationship Id="rId137" Type="http://schemas.openxmlformats.org/officeDocument/2006/relationships/tags" Target="../tags/tag138.xml"/><Relationship Id="rId158" Type="http://schemas.openxmlformats.org/officeDocument/2006/relationships/tags" Target="../tags/tag159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62" Type="http://schemas.openxmlformats.org/officeDocument/2006/relationships/tags" Target="../tags/tag63.xml"/><Relationship Id="rId83" Type="http://schemas.openxmlformats.org/officeDocument/2006/relationships/tags" Target="../tags/tag84.xml"/><Relationship Id="rId88" Type="http://schemas.openxmlformats.org/officeDocument/2006/relationships/tags" Target="../tags/tag89.xml"/><Relationship Id="rId111" Type="http://schemas.openxmlformats.org/officeDocument/2006/relationships/tags" Target="../tags/tag112.xml"/><Relationship Id="rId132" Type="http://schemas.openxmlformats.org/officeDocument/2006/relationships/tags" Target="../tags/tag133.xml"/><Relationship Id="rId153" Type="http://schemas.openxmlformats.org/officeDocument/2006/relationships/tags" Target="../tags/tag154.xml"/><Relationship Id="rId174" Type="http://schemas.openxmlformats.org/officeDocument/2006/relationships/tags" Target="../tags/tag175.xml"/><Relationship Id="rId179" Type="http://schemas.openxmlformats.org/officeDocument/2006/relationships/tags" Target="../tags/tag180.xml"/><Relationship Id="rId195" Type="http://schemas.openxmlformats.org/officeDocument/2006/relationships/tags" Target="../tags/tag196.xml"/><Relationship Id="rId209" Type="http://schemas.openxmlformats.org/officeDocument/2006/relationships/slideLayout" Target="../slideLayouts/slideLayout2.xml"/><Relationship Id="rId190" Type="http://schemas.openxmlformats.org/officeDocument/2006/relationships/tags" Target="../tags/tag191.xml"/><Relationship Id="rId204" Type="http://schemas.openxmlformats.org/officeDocument/2006/relationships/tags" Target="../tags/tag205.xml"/><Relationship Id="rId15" Type="http://schemas.openxmlformats.org/officeDocument/2006/relationships/tags" Target="../tags/tag16.xml"/><Relationship Id="rId36" Type="http://schemas.openxmlformats.org/officeDocument/2006/relationships/tags" Target="../tags/tag37.xml"/><Relationship Id="rId57" Type="http://schemas.openxmlformats.org/officeDocument/2006/relationships/tags" Target="../tags/tag58.xml"/><Relationship Id="rId106" Type="http://schemas.openxmlformats.org/officeDocument/2006/relationships/tags" Target="../tags/tag107.xml"/><Relationship Id="rId127" Type="http://schemas.openxmlformats.org/officeDocument/2006/relationships/tags" Target="../tags/tag128.xml"/><Relationship Id="rId10" Type="http://schemas.openxmlformats.org/officeDocument/2006/relationships/tags" Target="../tags/tag11.xml"/><Relationship Id="rId31" Type="http://schemas.openxmlformats.org/officeDocument/2006/relationships/tags" Target="../tags/tag32.xml"/><Relationship Id="rId52" Type="http://schemas.openxmlformats.org/officeDocument/2006/relationships/tags" Target="../tags/tag53.xml"/><Relationship Id="rId73" Type="http://schemas.openxmlformats.org/officeDocument/2006/relationships/tags" Target="../tags/tag74.xml"/><Relationship Id="rId78" Type="http://schemas.openxmlformats.org/officeDocument/2006/relationships/tags" Target="../tags/tag79.xml"/><Relationship Id="rId94" Type="http://schemas.openxmlformats.org/officeDocument/2006/relationships/tags" Target="../tags/tag95.xml"/><Relationship Id="rId99" Type="http://schemas.openxmlformats.org/officeDocument/2006/relationships/tags" Target="../tags/tag100.xml"/><Relationship Id="rId101" Type="http://schemas.openxmlformats.org/officeDocument/2006/relationships/tags" Target="../tags/tag102.xml"/><Relationship Id="rId122" Type="http://schemas.openxmlformats.org/officeDocument/2006/relationships/tags" Target="../tags/tag123.xml"/><Relationship Id="rId143" Type="http://schemas.openxmlformats.org/officeDocument/2006/relationships/tags" Target="../tags/tag144.xml"/><Relationship Id="rId148" Type="http://schemas.openxmlformats.org/officeDocument/2006/relationships/tags" Target="../tags/tag149.xml"/><Relationship Id="rId164" Type="http://schemas.openxmlformats.org/officeDocument/2006/relationships/tags" Target="../tags/tag165.xml"/><Relationship Id="rId169" Type="http://schemas.openxmlformats.org/officeDocument/2006/relationships/tags" Target="../tags/tag170.xml"/><Relationship Id="rId185" Type="http://schemas.openxmlformats.org/officeDocument/2006/relationships/tags" Target="../tags/tag186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80" Type="http://schemas.openxmlformats.org/officeDocument/2006/relationships/tags" Target="../tags/tag181.xml"/><Relationship Id="rId26" Type="http://schemas.openxmlformats.org/officeDocument/2006/relationships/tags" Target="../tags/tag27.xml"/><Relationship Id="rId47" Type="http://schemas.openxmlformats.org/officeDocument/2006/relationships/tags" Target="../tags/tag48.xml"/><Relationship Id="rId68" Type="http://schemas.openxmlformats.org/officeDocument/2006/relationships/tags" Target="../tags/tag69.xml"/><Relationship Id="rId89" Type="http://schemas.openxmlformats.org/officeDocument/2006/relationships/tags" Target="../tags/tag90.xml"/><Relationship Id="rId112" Type="http://schemas.openxmlformats.org/officeDocument/2006/relationships/tags" Target="../tags/tag113.xml"/><Relationship Id="rId133" Type="http://schemas.openxmlformats.org/officeDocument/2006/relationships/tags" Target="../tags/tag134.xml"/><Relationship Id="rId154" Type="http://schemas.openxmlformats.org/officeDocument/2006/relationships/tags" Target="../tags/tag155.xml"/><Relationship Id="rId175" Type="http://schemas.openxmlformats.org/officeDocument/2006/relationships/tags" Target="../tags/tag176.xml"/><Relationship Id="rId196" Type="http://schemas.openxmlformats.org/officeDocument/2006/relationships/tags" Target="../tags/tag197.xml"/><Relationship Id="rId200" Type="http://schemas.openxmlformats.org/officeDocument/2006/relationships/tags" Target="../tags/tag201.xml"/><Relationship Id="rId16" Type="http://schemas.openxmlformats.org/officeDocument/2006/relationships/tags" Target="../tags/tag17.xml"/><Relationship Id="rId37" Type="http://schemas.openxmlformats.org/officeDocument/2006/relationships/tags" Target="../tags/tag38.xml"/><Relationship Id="rId58" Type="http://schemas.openxmlformats.org/officeDocument/2006/relationships/tags" Target="../tags/tag59.xml"/><Relationship Id="rId79" Type="http://schemas.openxmlformats.org/officeDocument/2006/relationships/tags" Target="../tags/tag80.xml"/><Relationship Id="rId102" Type="http://schemas.openxmlformats.org/officeDocument/2006/relationships/tags" Target="../tags/tag103.xml"/><Relationship Id="rId123" Type="http://schemas.openxmlformats.org/officeDocument/2006/relationships/tags" Target="../tags/tag124.xml"/><Relationship Id="rId144" Type="http://schemas.openxmlformats.org/officeDocument/2006/relationships/tags" Target="../tags/tag145.xml"/><Relationship Id="rId90" Type="http://schemas.openxmlformats.org/officeDocument/2006/relationships/tags" Target="../tags/tag91.xml"/><Relationship Id="rId165" Type="http://schemas.openxmlformats.org/officeDocument/2006/relationships/tags" Target="../tags/tag166.xml"/><Relationship Id="rId186" Type="http://schemas.openxmlformats.org/officeDocument/2006/relationships/tags" Target="../tags/tag187.xml"/><Relationship Id="rId27" Type="http://schemas.openxmlformats.org/officeDocument/2006/relationships/tags" Target="../tags/tag28.xml"/><Relationship Id="rId48" Type="http://schemas.openxmlformats.org/officeDocument/2006/relationships/tags" Target="../tags/tag49.xml"/><Relationship Id="rId69" Type="http://schemas.openxmlformats.org/officeDocument/2006/relationships/tags" Target="../tags/tag70.xml"/><Relationship Id="rId113" Type="http://schemas.openxmlformats.org/officeDocument/2006/relationships/tags" Target="../tags/tag114.xml"/><Relationship Id="rId134" Type="http://schemas.openxmlformats.org/officeDocument/2006/relationships/tags" Target="../tags/tag135.xml"/><Relationship Id="rId80" Type="http://schemas.openxmlformats.org/officeDocument/2006/relationships/tags" Target="../tags/tag81.xml"/><Relationship Id="rId155" Type="http://schemas.openxmlformats.org/officeDocument/2006/relationships/tags" Target="../tags/tag156.xml"/><Relationship Id="rId176" Type="http://schemas.openxmlformats.org/officeDocument/2006/relationships/tags" Target="../tags/tag177.xml"/><Relationship Id="rId197" Type="http://schemas.openxmlformats.org/officeDocument/2006/relationships/tags" Target="../tags/tag198.xml"/><Relationship Id="rId201" Type="http://schemas.openxmlformats.org/officeDocument/2006/relationships/tags" Target="../tags/tag202.xml"/><Relationship Id="rId17" Type="http://schemas.openxmlformats.org/officeDocument/2006/relationships/tags" Target="../tags/tag18.xml"/><Relationship Id="rId38" Type="http://schemas.openxmlformats.org/officeDocument/2006/relationships/tags" Target="../tags/tag39.xml"/><Relationship Id="rId59" Type="http://schemas.openxmlformats.org/officeDocument/2006/relationships/tags" Target="../tags/tag60.xml"/><Relationship Id="rId103" Type="http://schemas.openxmlformats.org/officeDocument/2006/relationships/tags" Target="../tags/tag104.xml"/><Relationship Id="rId124" Type="http://schemas.openxmlformats.org/officeDocument/2006/relationships/tags" Target="../tags/tag125.xml"/><Relationship Id="rId70" Type="http://schemas.openxmlformats.org/officeDocument/2006/relationships/tags" Target="../tags/tag71.xml"/><Relationship Id="rId91" Type="http://schemas.openxmlformats.org/officeDocument/2006/relationships/tags" Target="../tags/tag92.xml"/><Relationship Id="rId145" Type="http://schemas.openxmlformats.org/officeDocument/2006/relationships/tags" Target="../tags/tag146.xml"/><Relationship Id="rId166" Type="http://schemas.openxmlformats.org/officeDocument/2006/relationships/tags" Target="../tags/tag167.xml"/><Relationship Id="rId187" Type="http://schemas.openxmlformats.org/officeDocument/2006/relationships/tags" Target="../tags/tag188.xml"/><Relationship Id="rId1" Type="http://schemas.openxmlformats.org/officeDocument/2006/relationships/tags" Target="../tags/tag2.xml"/><Relationship Id="rId28" Type="http://schemas.openxmlformats.org/officeDocument/2006/relationships/tags" Target="../tags/tag29.xml"/><Relationship Id="rId49" Type="http://schemas.openxmlformats.org/officeDocument/2006/relationships/tags" Target="../tags/tag50.xml"/><Relationship Id="rId114" Type="http://schemas.openxmlformats.org/officeDocument/2006/relationships/tags" Target="../tags/tag115.xml"/><Relationship Id="rId60" Type="http://schemas.openxmlformats.org/officeDocument/2006/relationships/tags" Target="../tags/tag61.xml"/><Relationship Id="rId81" Type="http://schemas.openxmlformats.org/officeDocument/2006/relationships/tags" Target="../tags/tag82.xml"/><Relationship Id="rId135" Type="http://schemas.openxmlformats.org/officeDocument/2006/relationships/tags" Target="../tags/tag136.xml"/><Relationship Id="rId156" Type="http://schemas.openxmlformats.org/officeDocument/2006/relationships/tags" Target="../tags/tag157.xml"/><Relationship Id="rId177" Type="http://schemas.openxmlformats.org/officeDocument/2006/relationships/tags" Target="../tags/tag178.xml"/><Relationship Id="rId198" Type="http://schemas.openxmlformats.org/officeDocument/2006/relationships/tags" Target="../tags/tag199.xml"/><Relationship Id="rId202" Type="http://schemas.openxmlformats.org/officeDocument/2006/relationships/tags" Target="../tags/tag203.xml"/><Relationship Id="rId18" Type="http://schemas.openxmlformats.org/officeDocument/2006/relationships/tags" Target="../tags/tag19.xml"/><Relationship Id="rId39" Type="http://schemas.openxmlformats.org/officeDocument/2006/relationships/tags" Target="../tags/tag40.xml"/><Relationship Id="rId50" Type="http://schemas.openxmlformats.org/officeDocument/2006/relationships/tags" Target="../tags/tag51.xml"/><Relationship Id="rId104" Type="http://schemas.openxmlformats.org/officeDocument/2006/relationships/tags" Target="../tags/tag105.xml"/><Relationship Id="rId125" Type="http://schemas.openxmlformats.org/officeDocument/2006/relationships/tags" Target="../tags/tag126.xml"/><Relationship Id="rId146" Type="http://schemas.openxmlformats.org/officeDocument/2006/relationships/tags" Target="../tags/tag147.xml"/><Relationship Id="rId167" Type="http://schemas.openxmlformats.org/officeDocument/2006/relationships/tags" Target="../tags/tag168.xml"/><Relationship Id="rId188" Type="http://schemas.openxmlformats.org/officeDocument/2006/relationships/tags" Target="../tags/tag189.xml"/><Relationship Id="rId71" Type="http://schemas.openxmlformats.org/officeDocument/2006/relationships/tags" Target="../tags/tag72.xml"/><Relationship Id="rId92" Type="http://schemas.openxmlformats.org/officeDocument/2006/relationships/tags" Target="../tags/tag93.xml"/><Relationship Id="rId2" Type="http://schemas.openxmlformats.org/officeDocument/2006/relationships/tags" Target="../tags/tag3.xml"/><Relationship Id="rId29" Type="http://schemas.openxmlformats.org/officeDocument/2006/relationships/tags" Target="../tags/tag30.xml"/><Relationship Id="rId40" Type="http://schemas.openxmlformats.org/officeDocument/2006/relationships/tags" Target="../tags/tag41.xml"/><Relationship Id="rId115" Type="http://schemas.openxmlformats.org/officeDocument/2006/relationships/tags" Target="../tags/tag116.xml"/><Relationship Id="rId136" Type="http://schemas.openxmlformats.org/officeDocument/2006/relationships/tags" Target="../tags/tag137.xml"/><Relationship Id="rId157" Type="http://schemas.openxmlformats.org/officeDocument/2006/relationships/tags" Target="../tags/tag158.xml"/><Relationship Id="rId178" Type="http://schemas.openxmlformats.org/officeDocument/2006/relationships/tags" Target="../tags/tag17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chatmonitor.spac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hatmonitor.space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10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19" Type="http://schemas.openxmlformats.org/officeDocument/2006/relationships/image" Target="../media/image11.png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7" name="任意多边形: 形状 12596"/>
          <p:cNvSpPr/>
          <p:nvPr/>
        </p:nvSpPr>
        <p:spPr>
          <a:xfrm flipV="1">
            <a:off x="9102600" y="4516060"/>
            <a:ext cx="1164226" cy="1014780"/>
          </a:xfrm>
          <a:custGeom>
            <a:avLst/>
            <a:gdLst>
              <a:gd name="connsiteX0" fmla="*/ 0 w 1886857"/>
              <a:gd name="connsiteY0" fmla="*/ 1644650 h 1644650"/>
              <a:gd name="connsiteX1" fmla="*/ 1886857 w 1886857"/>
              <a:gd name="connsiteY1" fmla="*/ 512536 h 1644650"/>
              <a:gd name="connsiteX2" fmla="*/ 949778 w 1886857"/>
              <a:gd name="connsiteY2" fmla="*/ 0 h 1644650"/>
              <a:gd name="connsiteX3" fmla="*/ 0 w 1886857"/>
              <a:gd name="connsiteY3" fmla="*/ 1644650 h 164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6856" h="1644650">
                <a:moveTo>
                  <a:pt x="0" y="1644650"/>
                </a:moveTo>
                <a:lnTo>
                  <a:pt x="1886857" y="512536"/>
                </a:lnTo>
                <a:lnTo>
                  <a:pt x="949778" y="0"/>
                </a:lnTo>
                <a:lnTo>
                  <a:pt x="0" y="164465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581" name="组合 12580"/>
          <p:cNvGrpSpPr/>
          <p:nvPr/>
        </p:nvGrpSpPr>
        <p:grpSpPr>
          <a:xfrm flipV="1">
            <a:off x="6890454" y="1777460"/>
            <a:ext cx="6066017" cy="5080540"/>
            <a:chOff x="15939" y="3267112"/>
            <a:chExt cx="4338637" cy="3633788"/>
          </a:xfrm>
        </p:grpSpPr>
        <p:sp>
          <p:nvSpPr>
            <p:cNvPr id="11982" name="Freeform 2105"/>
            <p:cNvSpPr/>
            <p:nvPr/>
          </p:nvSpPr>
          <p:spPr bwMode="auto">
            <a:xfrm>
              <a:off x="2335577" y="3703460"/>
              <a:ext cx="577850" cy="173038"/>
            </a:xfrm>
            <a:custGeom>
              <a:avLst/>
              <a:gdLst>
                <a:gd name="T0" fmla="*/ 0 w 364"/>
                <a:gd name="T1" fmla="*/ 0 h 109"/>
                <a:gd name="T2" fmla="*/ 0 w 364"/>
                <a:gd name="T3" fmla="*/ 0 h 109"/>
                <a:gd name="T4" fmla="*/ 361 w 364"/>
                <a:gd name="T5" fmla="*/ 109 h 109"/>
                <a:gd name="T6" fmla="*/ 364 w 364"/>
                <a:gd name="T7" fmla="*/ 109 h 109"/>
                <a:gd name="T8" fmla="*/ 364 w 364"/>
                <a:gd name="T9" fmla="*/ 109 h 109"/>
                <a:gd name="T10" fmla="*/ 364 w 364"/>
                <a:gd name="T11" fmla="*/ 109 h 109"/>
                <a:gd name="T12" fmla="*/ 0 w 364"/>
                <a:gd name="T1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109">
                  <a:moveTo>
                    <a:pt x="0" y="0"/>
                  </a:moveTo>
                  <a:lnTo>
                    <a:pt x="0" y="0"/>
                  </a:lnTo>
                  <a:lnTo>
                    <a:pt x="361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3" name="Freeform 2106"/>
            <p:cNvSpPr/>
            <p:nvPr/>
          </p:nvSpPr>
          <p:spPr bwMode="auto">
            <a:xfrm>
              <a:off x="2335577" y="3703460"/>
              <a:ext cx="577850" cy="173038"/>
            </a:xfrm>
            <a:custGeom>
              <a:avLst/>
              <a:gdLst>
                <a:gd name="T0" fmla="*/ 0 w 364"/>
                <a:gd name="T1" fmla="*/ 0 h 109"/>
                <a:gd name="T2" fmla="*/ 0 w 364"/>
                <a:gd name="T3" fmla="*/ 0 h 109"/>
                <a:gd name="T4" fmla="*/ 361 w 364"/>
                <a:gd name="T5" fmla="*/ 109 h 109"/>
                <a:gd name="T6" fmla="*/ 364 w 364"/>
                <a:gd name="T7" fmla="*/ 109 h 109"/>
                <a:gd name="T8" fmla="*/ 364 w 364"/>
                <a:gd name="T9" fmla="*/ 109 h 109"/>
                <a:gd name="T10" fmla="*/ 364 w 364"/>
                <a:gd name="T11" fmla="*/ 109 h 109"/>
                <a:gd name="T12" fmla="*/ 0 w 364"/>
                <a:gd name="T1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109">
                  <a:moveTo>
                    <a:pt x="0" y="0"/>
                  </a:moveTo>
                  <a:lnTo>
                    <a:pt x="0" y="0"/>
                  </a:lnTo>
                  <a:lnTo>
                    <a:pt x="361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4" name="Freeform 2107"/>
            <p:cNvSpPr>
              <a:spLocks noEditPoints="1"/>
            </p:cNvSpPr>
            <p:nvPr/>
          </p:nvSpPr>
          <p:spPr bwMode="auto">
            <a:xfrm>
              <a:off x="2335577" y="3876498"/>
              <a:ext cx="577850" cy="442913"/>
            </a:xfrm>
            <a:custGeom>
              <a:avLst/>
              <a:gdLst>
                <a:gd name="T0" fmla="*/ 16 w 364"/>
                <a:gd name="T1" fmla="*/ 263 h 279"/>
                <a:gd name="T2" fmla="*/ 0 w 364"/>
                <a:gd name="T3" fmla="*/ 277 h 279"/>
                <a:gd name="T4" fmla="*/ 0 w 364"/>
                <a:gd name="T5" fmla="*/ 279 h 279"/>
                <a:gd name="T6" fmla="*/ 19 w 364"/>
                <a:gd name="T7" fmla="*/ 266 h 279"/>
                <a:gd name="T8" fmla="*/ 16 w 364"/>
                <a:gd name="T9" fmla="*/ 263 h 279"/>
                <a:gd name="T10" fmla="*/ 364 w 364"/>
                <a:gd name="T11" fmla="*/ 0 h 279"/>
                <a:gd name="T12" fmla="*/ 364 w 364"/>
                <a:gd name="T13" fmla="*/ 0 h 279"/>
                <a:gd name="T14" fmla="*/ 361 w 364"/>
                <a:gd name="T15" fmla="*/ 0 h 279"/>
                <a:gd name="T16" fmla="*/ 19 w 364"/>
                <a:gd name="T17" fmla="*/ 263 h 279"/>
                <a:gd name="T18" fmla="*/ 22 w 364"/>
                <a:gd name="T19" fmla="*/ 263 h 279"/>
                <a:gd name="T20" fmla="*/ 364 w 364"/>
                <a:gd name="T21" fmla="*/ 0 h 279"/>
                <a:gd name="T22" fmla="*/ 364 w 364"/>
                <a:gd name="T2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4" h="279">
                  <a:moveTo>
                    <a:pt x="16" y="263"/>
                  </a:moveTo>
                  <a:lnTo>
                    <a:pt x="0" y="277"/>
                  </a:lnTo>
                  <a:lnTo>
                    <a:pt x="0" y="279"/>
                  </a:lnTo>
                  <a:lnTo>
                    <a:pt x="19" y="266"/>
                  </a:lnTo>
                  <a:lnTo>
                    <a:pt x="16" y="263"/>
                  </a:lnTo>
                  <a:close/>
                  <a:moveTo>
                    <a:pt x="364" y="0"/>
                  </a:moveTo>
                  <a:lnTo>
                    <a:pt x="364" y="0"/>
                  </a:lnTo>
                  <a:lnTo>
                    <a:pt x="361" y="0"/>
                  </a:lnTo>
                  <a:lnTo>
                    <a:pt x="19" y="263"/>
                  </a:lnTo>
                  <a:lnTo>
                    <a:pt x="22" y="263"/>
                  </a:lnTo>
                  <a:lnTo>
                    <a:pt x="364" y="0"/>
                  </a:lnTo>
                  <a:lnTo>
                    <a:pt x="36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5" name="Freeform 2108"/>
            <p:cNvSpPr>
              <a:spLocks noEditPoints="1"/>
            </p:cNvSpPr>
            <p:nvPr/>
          </p:nvSpPr>
          <p:spPr bwMode="auto">
            <a:xfrm>
              <a:off x="2335577" y="3876498"/>
              <a:ext cx="577850" cy="442913"/>
            </a:xfrm>
            <a:custGeom>
              <a:avLst/>
              <a:gdLst>
                <a:gd name="T0" fmla="*/ 16 w 364"/>
                <a:gd name="T1" fmla="*/ 263 h 279"/>
                <a:gd name="T2" fmla="*/ 0 w 364"/>
                <a:gd name="T3" fmla="*/ 277 h 279"/>
                <a:gd name="T4" fmla="*/ 0 w 364"/>
                <a:gd name="T5" fmla="*/ 279 h 279"/>
                <a:gd name="T6" fmla="*/ 19 w 364"/>
                <a:gd name="T7" fmla="*/ 266 h 279"/>
                <a:gd name="T8" fmla="*/ 16 w 364"/>
                <a:gd name="T9" fmla="*/ 263 h 279"/>
                <a:gd name="T10" fmla="*/ 364 w 364"/>
                <a:gd name="T11" fmla="*/ 0 h 279"/>
                <a:gd name="T12" fmla="*/ 364 w 364"/>
                <a:gd name="T13" fmla="*/ 0 h 279"/>
                <a:gd name="T14" fmla="*/ 361 w 364"/>
                <a:gd name="T15" fmla="*/ 0 h 279"/>
                <a:gd name="T16" fmla="*/ 19 w 364"/>
                <a:gd name="T17" fmla="*/ 263 h 279"/>
                <a:gd name="T18" fmla="*/ 22 w 364"/>
                <a:gd name="T19" fmla="*/ 263 h 279"/>
                <a:gd name="T20" fmla="*/ 364 w 364"/>
                <a:gd name="T21" fmla="*/ 0 h 279"/>
                <a:gd name="T22" fmla="*/ 364 w 364"/>
                <a:gd name="T2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4" h="279">
                  <a:moveTo>
                    <a:pt x="16" y="263"/>
                  </a:moveTo>
                  <a:lnTo>
                    <a:pt x="0" y="277"/>
                  </a:lnTo>
                  <a:lnTo>
                    <a:pt x="0" y="279"/>
                  </a:lnTo>
                  <a:lnTo>
                    <a:pt x="19" y="266"/>
                  </a:lnTo>
                  <a:lnTo>
                    <a:pt x="16" y="263"/>
                  </a:lnTo>
                  <a:moveTo>
                    <a:pt x="364" y="0"/>
                  </a:moveTo>
                  <a:lnTo>
                    <a:pt x="364" y="0"/>
                  </a:lnTo>
                  <a:lnTo>
                    <a:pt x="361" y="0"/>
                  </a:lnTo>
                  <a:lnTo>
                    <a:pt x="19" y="263"/>
                  </a:lnTo>
                  <a:lnTo>
                    <a:pt x="22" y="263"/>
                  </a:lnTo>
                  <a:lnTo>
                    <a:pt x="364" y="0"/>
                  </a:lnTo>
                  <a:lnTo>
                    <a:pt x="36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8" name="Freeform 2111"/>
            <p:cNvSpPr/>
            <p:nvPr/>
          </p:nvSpPr>
          <p:spPr bwMode="auto">
            <a:xfrm>
              <a:off x="2908665" y="3876498"/>
              <a:ext cx="4763" cy="0"/>
            </a:xfrm>
            <a:custGeom>
              <a:avLst/>
              <a:gdLst>
                <a:gd name="T0" fmla="*/ 3 w 3"/>
                <a:gd name="T1" fmla="*/ 0 w 3"/>
                <a:gd name="T2" fmla="*/ 3 w 3"/>
                <a:gd name="T3" fmla="*/ 3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9" name="Freeform 2112"/>
            <p:cNvSpPr/>
            <p:nvPr/>
          </p:nvSpPr>
          <p:spPr bwMode="auto">
            <a:xfrm>
              <a:off x="2908665" y="3876498"/>
              <a:ext cx="4763" cy="0"/>
            </a:xfrm>
            <a:custGeom>
              <a:avLst/>
              <a:gdLst>
                <a:gd name="T0" fmla="*/ 3 w 3"/>
                <a:gd name="T1" fmla="*/ 0 w 3"/>
                <a:gd name="T2" fmla="*/ 3 w 3"/>
                <a:gd name="T3" fmla="*/ 3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9" name="Freeform 171"/>
            <p:cNvSpPr>
              <a:spLocks noEditPoints="1"/>
            </p:cNvSpPr>
            <p:nvPr/>
          </p:nvSpPr>
          <p:spPr bwMode="auto">
            <a:xfrm>
              <a:off x="2935351" y="4305338"/>
              <a:ext cx="487363" cy="327025"/>
            </a:xfrm>
            <a:custGeom>
              <a:avLst/>
              <a:gdLst>
                <a:gd name="T0" fmla="*/ 298 w 307"/>
                <a:gd name="T1" fmla="*/ 200 h 206"/>
                <a:gd name="T2" fmla="*/ 297 w 307"/>
                <a:gd name="T3" fmla="*/ 200 h 206"/>
                <a:gd name="T4" fmla="*/ 303 w 307"/>
                <a:gd name="T5" fmla="*/ 205 h 206"/>
                <a:gd name="T6" fmla="*/ 307 w 307"/>
                <a:gd name="T7" fmla="*/ 206 h 206"/>
                <a:gd name="T8" fmla="*/ 298 w 307"/>
                <a:gd name="T9" fmla="*/ 200 h 206"/>
                <a:gd name="T10" fmla="*/ 181 w 307"/>
                <a:gd name="T11" fmla="*/ 161 h 206"/>
                <a:gd name="T12" fmla="*/ 279 w 307"/>
                <a:gd name="T13" fmla="*/ 192 h 206"/>
                <a:gd name="T14" fmla="*/ 279 w 307"/>
                <a:gd name="T15" fmla="*/ 192 h 206"/>
                <a:gd name="T16" fmla="*/ 181 w 307"/>
                <a:gd name="T17" fmla="*/ 161 h 206"/>
                <a:gd name="T18" fmla="*/ 224 w 307"/>
                <a:gd name="T19" fmla="*/ 150 h 206"/>
                <a:gd name="T20" fmla="*/ 283 w 307"/>
                <a:gd name="T21" fmla="*/ 190 h 206"/>
                <a:gd name="T22" fmla="*/ 283 w 307"/>
                <a:gd name="T23" fmla="*/ 190 h 206"/>
                <a:gd name="T24" fmla="*/ 224 w 307"/>
                <a:gd name="T25" fmla="*/ 150 h 206"/>
                <a:gd name="T26" fmla="*/ 65 w 307"/>
                <a:gd name="T27" fmla="*/ 129 h 206"/>
                <a:gd name="T28" fmla="*/ 65 w 307"/>
                <a:gd name="T29" fmla="*/ 129 h 206"/>
                <a:gd name="T30" fmla="*/ 287 w 307"/>
                <a:gd name="T31" fmla="*/ 200 h 206"/>
                <a:gd name="T32" fmla="*/ 287 w 307"/>
                <a:gd name="T33" fmla="*/ 200 h 206"/>
                <a:gd name="T34" fmla="*/ 65 w 307"/>
                <a:gd name="T35" fmla="*/ 129 h 206"/>
                <a:gd name="T36" fmla="*/ 0 w 307"/>
                <a:gd name="T37" fmla="*/ 0 h 206"/>
                <a:gd name="T38" fmla="*/ 0 w 307"/>
                <a:gd name="T39" fmla="*/ 0 h 206"/>
                <a:gd name="T40" fmla="*/ 235 w 307"/>
                <a:gd name="T41" fmla="*/ 162 h 206"/>
                <a:gd name="T42" fmla="*/ 0 w 307"/>
                <a:gd name="T4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7" h="206">
                  <a:moveTo>
                    <a:pt x="298" y="200"/>
                  </a:moveTo>
                  <a:lnTo>
                    <a:pt x="297" y="200"/>
                  </a:lnTo>
                  <a:lnTo>
                    <a:pt x="303" y="205"/>
                  </a:lnTo>
                  <a:lnTo>
                    <a:pt x="307" y="206"/>
                  </a:lnTo>
                  <a:lnTo>
                    <a:pt x="298" y="200"/>
                  </a:lnTo>
                  <a:close/>
                  <a:moveTo>
                    <a:pt x="181" y="161"/>
                  </a:moveTo>
                  <a:lnTo>
                    <a:pt x="279" y="192"/>
                  </a:lnTo>
                  <a:lnTo>
                    <a:pt x="279" y="192"/>
                  </a:lnTo>
                  <a:lnTo>
                    <a:pt x="181" y="161"/>
                  </a:lnTo>
                  <a:close/>
                  <a:moveTo>
                    <a:pt x="224" y="150"/>
                  </a:moveTo>
                  <a:lnTo>
                    <a:pt x="283" y="190"/>
                  </a:lnTo>
                  <a:lnTo>
                    <a:pt x="283" y="190"/>
                  </a:lnTo>
                  <a:lnTo>
                    <a:pt x="224" y="150"/>
                  </a:lnTo>
                  <a:close/>
                  <a:moveTo>
                    <a:pt x="65" y="129"/>
                  </a:moveTo>
                  <a:lnTo>
                    <a:pt x="65" y="129"/>
                  </a:lnTo>
                  <a:lnTo>
                    <a:pt x="287" y="200"/>
                  </a:lnTo>
                  <a:lnTo>
                    <a:pt x="287" y="200"/>
                  </a:lnTo>
                  <a:lnTo>
                    <a:pt x="65" y="129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35" y="16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0" name="Freeform 172"/>
            <p:cNvSpPr>
              <a:spLocks noEditPoints="1"/>
            </p:cNvSpPr>
            <p:nvPr/>
          </p:nvSpPr>
          <p:spPr bwMode="auto">
            <a:xfrm>
              <a:off x="2935351" y="4305338"/>
              <a:ext cx="487363" cy="327025"/>
            </a:xfrm>
            <a:custGeom>
              <a:avLst/>
              <a:gdLst>
                <a:gd name="T0" fmla="*/ 298 w 307"/>
                <a:gd name="T1" fmla="*/ 200 h 206"/>
                <a:gd name="T2" fmla="*/ 297 w 307"/>
                <a:gd name="T3" fmla="*/ 200 h 206"/>
                <a:gd name="T4" fmla="*/ 303 w 307"/>
                <a:gd name="T5" fmla="*/ 205 h 206"/>
                <a:gd name="T6" fmla="*/ 307 w 307"/>
                <a:gd name="T7" fmla="*/ 206 h 206"/>
                <a:gd name="T8" fmla="*/ 298 w 307"/>
                <a:gd name="T9" fmla="*/ 200 h 206"/>
                <a:gd name="T10" fmla="*/ 181 w 307"/>
                <a:gd name="T11" fmla="*/ 161 h 206"/>
                <a:gd name="T12" fmla="*/ 279 w 307"/>
                <a:gd name="T13" fmla="*/ 192 h 206"/>
                <a:gd name="T14" fmla="*/ 279 w 307"/>
                <a:gd name="T15" fmla="*/ 192 h 206"/>
                <a:gd name="T16" fmla="*/ 181 w 307"/>
                <a:gd name="T17" fmla="*/ 161 h 206"/>
                <a:gd name="T18" fmla="*/ 224 w 307"/>
                <a:gd name="T19" fmla="*/ 150 h 206"/>
                <a:gd name="T20" fmla="*/ 283 w 307"/>
                <a:gd name="T21" fmla="*/ 190 h 206"/>
                <a:gd name="T22" fmla="*/ 283 w 307"/>
                <a:gd name="T23" fmla="*/ 190 h 206"/>
                <a:gd name="T24" fmla="*/ 224 w 307"/>
                <a:gd name="T25" fmla="*/ 150 h 206"/>
                <a:gd name="T26" fmla="*/ 65 w 307"/>
                <a:gd name="T27" fmla="*/ 129 h 206"/>
                <a:gd name="T28" fmla="*/ 65 w 307"/>
                <a:gd name="T29" fmla="*/ 129 h 206"/>
                <a:gd name="T30" fmla="*/ 287 w 307"/>
                <a:gd name="T31" fmla="*/ 200 h 206"/>
                <a:gd name="T32" fmla="*/ 287 w 307"/>
                <a:gd name="T33" fmla="*/ 200 h 206"/>
                <a:gd name="T34" fmla="*/ 65 w 307"/>
                <a:gd name="T35" fmla="*/ 129 h 206"/>
                <a:gd name="T36" fmla="*/ 0 w 307"/>
                <a:gd name="T37" fmla="*/ 0 h 206"/>
                <a:gd name="T38" fmla="*/ 0 w 307"/>
                <a:gd name="T39" fmla="*/ 0 h 206"/>
                <a:gd name="T40" fmla="*/ 235 w 307"/>
                <a:gd name="T41" fmla="*/ 162 h 206"/>
                <a:gd name="T42" fmla="*/ 0 w 307"/>
                <a:gd name="T4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7" h="206">
                  <a:moveTo>
                    <a:pt x="298" y="200"/>
                  </a:moveTo>
                  <a:lnTo>
                    <a:pt x="297" y="200"/>
                  </a:lnTo>
                  <a:lnTo>
                    <a:pt x="303" y="205"/>
                  </a:lnTo>
                  <a:lnTo>
                    <a:pt x="307" y="206"/>
                  </a:lnTo>
                  <a:lnTo>
                    <a:pt x="298" y="200"/>
                  </a:lnTo>
                  <a:moveTo>
                    <a:pt x="181" y="161"/>
                  </a:moveTo>
                  <a:lnTo>
                    <a:pt x="279" y="192"/>
                  </a:lnTo>
                  <a:lnTo>
                    <a:pt x="279" y="192"/>
                  </a:lnTo>
                  <a:lnTo>
                    <a:pt x="181" y="161"/>
                  </a:lnTo>
                  <a:moveTo>
                    <a:pt x="224" y="150"/>
                  </a:moveTo>
                  <a:lnTo>
                    <a:pt x="283" y="190"/>
                  </a:lnTo>
                  <a:lnTo>
                    <a:pt x="283" y="190"/>
                  </a:lnTo>
                  <a:lnTo>
                    <a:pt x="224" y="150"/>
                  </a:lnTo>
                  <a:moveTo>
                    <a:pt x="65" y="129"/>
                  </a:moveTo>
                  <a:lnTo>
                    <a:pt x="65" y="129"/>
                  </a:lnTo>
                  <a:lnTo>
                    <a:pt x="287" y="200"/>
                  </a:lnTo>
                  <a:lnTo>
                    <a:pt x="287" y="200"/>
                  </a:lnTo>
                  <a:lnTo>
                    <a:pt x="65" y="129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235" y="16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1" name="Freeform 173"/>
            <p:cNvSpPr>
              <a:spLocks noEditPoints="1"/>
            </p:cNvSpPr>
            <p:nvPr/>
          </p:nvSpPr>
          <p:spPr bwMode="auto">
            <a:xfrm>
              <a:off x="1736789" y="3460788"/>
              <a:ext cx="571500" cy="269875"/>
            </a:xfrm>
            <a:custGeom>
              <a:avLst/>
              <a:gdLst>
                <a:gd name="T0" fmla="*/ 3 w 360"/>
                <a:gd name="T1" fmla="*/ 114 h 170"/>
                <a:gd name="T2" fmla="*/ 3 w 360"/>
                <a:gd name="T3" fmla="*/ 114 h 170"/>
                <a:gd name="T4" fmla="*/ 76 w 360"/>
                <a:gd name="T5" fmla="*/ 139 h 170"/>
                <a:gd name="T6" fmla="*/ 3 w 360"/>
                <a:gd name="T7" fmla="*/ 114 h 170"/>
                <a:gd name="T8" fmla="*/ 351 w 360"/>
                <a:gd name="T9" fmla="*/ 2 h 170"/>
                <a:gd name="T10" fmla="*/ 0 w 360"/>
                <a:gd name="T11" fmla="*/ 107 h 170"/>
                <a:gd name="T12" fmla="*/ 0 w 360"/>
                <a:gd name="T13" fmla="*/ 108 h 170"/>
                <a:gd name="T14" fmla="*/ 3 w 360"/>
                <a:gd name="T15" fmla="*/ 108 h 170"/>
                <a:gd name="T16" fmla="*/ 2 w 360"/>
                <a:gd name="T17" fmla="*/ 109 h 170"/>
                <a:gd name="T18" fmla="*/ 186 w 360"/>
                <a:gd name="T19" fmla="*/ 170 h 170"/>
                <a:gd name="T20" fmla="*/ 186 w 360"/>
                <a:gd name="T21" fmla="*/ 170 h 170"/>
                <a:gd name="T22" fmla="*/ 6 w 360"/>
                <a:gd name="T23" fmla="*/ 110 h 170"/>
                <a:gd name="T24" fmla="*/ 345 w 360"/>
                <a:gd name="T25" fmla="*/ 9 h 170"/>
                <a:gd name="T26" fmla="*/ 351 w 360"/>
                <a:gd name="T27" fmla="*/ 3 h 170"/>
                <a:gd name="T28" fmla="*/ 351 w 360"/>
                <a:gd name="T29" fmla="*/ 2 h 170"/>
                <a:gd name="T30" fmla="*/ 360 w 360"/>
                <a:gd name="T31" fmla="*/ 0 h 170"/>
                <a:gd name="T32" fmla="*/ 357 w 360"/>
                <a:gd name="T33" fmla="*/ 1 h 170"/>
                <a:gd name="T34" fmla="*/ 355 w 360"/>
                <a:gd name="T35" fmla="*/ 4 h 170"/>
                <a:gd name="T36" fmla="*/ 355 w 360"/>
                <a:gd name="T37" fmla="*/ 5 h 170"/>
                <a:gd name="T38" fmla="*/ 360 w 360"/>
                <a:gd name="T3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170">
                  <a:moveTo>
                    <a:pt x="3" y="114"/>
                  </a:moveTo>
                  <a:lnTo>
                    <a:pt x="3" y="114"/>
                  </a:lnTo>
                  <a:lnTo>
                    <a:pt x="76" y="139"/>
                  </a:lnTo>
                  <a:lnTo>
                    <a:pt x="3" y="114"/>
                  </a:lnTo>
                  <a:close/>
                  <a:moveTo>
                    <a:pt x="351" y="2"/>
                  </a:moveTo>
                  <a:lnTo>
                    <a:pt x="0" y="107"/>
                  </a:lnTo>
                  <a:lnTo>
                    <a:pt x="0" y="108"/>
                  </a:lnTo>
                  <a:lnTo>
                    <a:pt x="3" y="108"/>
                  </a:lnTo>
                  <a:lnTo>
                    <a:pt x="2" y="109"/>
                  </a:lnTo>
                  <a:lnTo>
                    <a:pt x="186" y="170"/>
                  </a:lnTo>
                  <a:lnTo>
                    <a:pt x="186" y="170"/>
                  </a:lnTo>
                  <a:lnTo>
                    <a:pt x="6" y="110"/>
                  </a:lnTo>
                  <a:lnTo>
                    <a:pt x="345" y="9"/>
                  </a:lnTo>
                  <a:lnTo>
                    <a:pt x="351" y="3"/>
                  </a:lnTo>
                  <a:lnTo>
                    <a:pt x="351" y="2"/>
                  </a:lnTo>
                  <a:close/>
                  <a:moveTo>
                    <a:pt x="360" y="0"/>
                  </a:moveTo>
                  <a:lnTo>
                    <a:pt x="357" y="1"/>
                  </a:lnTo>
                  <a:lnTo>
                    <a:pt x="355" y="4"/>
                  </a:lnTo>
                  <a:lnTo>
                    <a:pt x="355" y="5"/>
                  </a:lnTo>
                  <a:lnTo>
                    <a:pt x="36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2" name="Freeform 174"/>
            <p:cNvSpPr>
              <a:spLocks noEditPoints="1"/>
            </p:cNvSpPr>
            <p:nvPr/>
          </p:nvSpPr>
          <p:spPr bwMode="auto">
            <a:xfrm>
              <a:off x="1736789" y="3460788"/>
              <a:ext cx="571500" cy="269875"/>
            </a:xfrm>
            <a:custGeom>
              <a:avLst/>
              <a:gdLst>
                <a:gd name="T0" fmla="*/ 3 w 360"/>
                <a:gd name="T1" fmla="*/ 114 h 170"/>
                <a:gd name="T2" fmla="*/ 3 w 360"/>
                <a:gd name="T3" fmla="*/ 114 h 170"/>
                <a:gd name="T4" fmla="*/ 76 w 360"/>
                <a:gd name="T5" fmla="*/ 139 h 170"/>
                <a:gd name="T6" fmla="*/ 3 w 360"/>
                <a:gd name="T7" fmla="*/ 114 h 170"/>
                <a:gd name="T8" fmla="*/ 351 w 360"/>
                <a:gd name="T9" fmla="*/ 2 h 170"/>
                <a:gd name="T10" fmla="*/ 0 w 360"/>
                <a:gd name="T11" fmla="*/ 107 h 170"/>
                <a:gd name="T12" fmla="*/ 0 w 360"/>
                <a:gd name="T13" fmla="*/ 108 h 170"/>
                <a:gd name="T14" fmla="*/ 3 w 360"/>
                <a:gd name="T15" fmla="*/ 108 h 170"/>
                <a:gd name="T16" fmla="*/ 2 w 360"/>
                <a:gd name="T17" fmla="*/ 109 h 170"/>
                <a:gd name="T18" fmla="*/ 186 w 360"/>
                <a:gd name="T19" fmla="*/ 170 h 170"/>
                <a:gd name="T20" fmla="*/ 186 w 360"/>
                <a:gd name="T21" fmla="*/ 170 h 170"/>
                <a:gd name="T22" fmla="*/ 6 w 360"/>
                <a:gd name="T23" fmla="*/ 110 h 170"/>
                <a:gd name="T24" fmla="*/ 345 w 360"/>
                <a:gd name="T25" fmla="*/ 9 h 170"/>
                <a:gd name="T26" fmla="*/ 351 w 360"/>
                <a:gd name="T27" fmla="*/ 3 h 170"/>
                <a:gd name="T28" fmla="*/ 351 w 360"/>
                <a:gd name="T29" fmla="*/ 2 h 170"/>
                <a:gd name="T30" fmla="*/ 360 w 360"/>
                <a:gd name="T31" fmla="*/ 0 h 170"/>
                <a:gd name="T32" fmla="*/ 357 w 360"/>
                <a:gd name="T33" fmla="*/ 1 h 170"/>
                <a:gd name="T34" fmla="*/ 355 w 360"/>
                <a:gd name="T35" fmla="*/ 4 h 170"/>
                <a:gd name="T36" fmla="*/ 355 w 360"/>
                <a:gd name="T37" fmla="*/ 5 h 170"/>
                <a:gd name="T38" fmla="*/ 360 w 360"/>
                <a:gd name="T3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170">
                  <a:moveTo>
                    <a:pt x="3" y="114"/>
                  </a:moveTo>
                  <a:lnTo>
                    <a:pt x="3" y="114"/>
                  </a:lnTo>
                  <a:lnTo>
                    <a:pt x="76" y="139"/>
                  </a:lnTo>
                  <a:lnTo>
                    <a:pt x="3" y="114"/>
                  </a:lnTo>
                  <a:moveTo>
                    <a:pt x="351" y="2"/>
                  </a:moveTo>
                  <a:lnTo>
                    <a:pt x="0" y="107"/>
                  </a:lnTo>
                  <a:lnTo>
                    <a:pt x="0" y="108"/>
                  </a:lnTo>
                  <a:lnTo>
                    <a:pt x="3" y="108"/>
                  </a:lnTo>
                  <a:lnTo>
                    <a:pt x="2" y="109"/>
                  </a:lnTo>
                  <a:lnTo>
                    <a:pt x="186" y="170"/>
                  </a:lnTo>
                  <a:lnTo>
                    <a:pt x="186" y="170"/>
                  </a:lnTo>
                  <a:lnTo>
                    <a:pt x="6" y="110"/>
                  </a:lnTo>
                  <a:lnTo>
                    <a:pt x="345" y="9"/>
                  </a:lnTo>
                  <a:lnTo>
                    <a:pt x="351" y="3"/>
                  </a:lnTo>
                  <a:lnTo>
                    <a:pt x="351" y="2"/>
                  </a:lnTo>
                  <a:moveTo>
                    <a:pt x="360" y="0"/>
                  </a:moveTo>
                  <a:lnTo>
                    <a:pt x="357" y="1"/>
                  </a:lnTo>
                  <a:lnTo>
                    <a:pt x="355" y="4"/>
                  </a:lnTo>
                  <a:lnTo>
                    <a:pt x="355" y="5"/>
                  </a:lnTo>
                  <a:lnTo>
                    <a:pt x="36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3" name="Freeform 175"/>
            <p:cNvSpPr>
              <a:spLocks noEditPoints="1"/>
            </p:cNvSpPr>
            <p:nvPr/>
          </p:nvSpPr>
          <p:spPr bwMode="auto">
            <a:xfrm>
              <a:off x="847789" y="3632238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4" name="Freeform 176"/>
            <p:cNvSpPr>
              <a:spLocks noEditPoints="1"/>
            </p:cNvSpPr>
            <p:nvPr/>
          </p:nvSpPr>
          <p:spPr bwMode="auto">
            <a:xfrm>
              <a:off x="847789" y="3632238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5" name="Freeform 177"/>
            <p:cNvSpPr>
              <a:spLocks noEditPoints="1"/>
            </p:cNvSpPr>
            <p:nvPr/>
          </p:nvSpPr>
          <p:spPr bwMode="auto">
            <a:xfrm>
              <a:off x="1722501" y="3632238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6" name="Freeform 178"/>
            <p:cNvSpPr>
              <a:spLocks noEditPoints="1"/>
            </p:cNvSpPr>
            <p:nvPr/>
          </p:nvSpPr>
          <p:spPr bwMode="auto">
            <a:xfrm>
              <a:off x="1722501" y="3632238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7" name="Freeform 179"/>
            <p:cNvSpPr>
              <a:spLocks noEditPoints="1"/>
            </p:cNvSpPr>
            <p:nvPr/>
          </p:nvSpPr>
          <p:spPr bwMode="auto">
            <a:xfrm>
              <a:off x="2913126" y="4291050"/>
              <a:ext cx="1260475" cy="331788"/>
            </a:xfrm>
            <a:custGeom>
              <a:avLst/>
              <a:gdLst>
                <a:gd name="T0" fmla="*/ 249 w 794"/>
                <a:gd name="T1" fmla="*/ 171 h 209"/>
                <a:gd name="T2" fmla="*/ 293 w 794"/>
                <a:gd name="T3" fmla="*/ 201 h 209"/>
                <a:gd name="T4" fmla="*/ 293 w 794"/>
                <a:gd name="T5" fmla="*/ 201 h 209"/>
                <a:gd name="T6" fmla="*/ 249 w 794"/>
                <a:gd name="T7" fmla="*/ 171 h 209"/>
                <a:gd name="T8" fmla="*/ 781 w 794"/>
                <a:gd name="T9" fmla="*/ 6 h 209"/>
                <a:gd name="T10" fmla="*/ 312 w 794"/>
                <a:gd name="T11" fmla="*/ 209 h 209"/>
                <a:gd name="T12" fmla="*/ 312 w 794"/>
                <a:gd name="T13" fmla="*/ 209 h 209"/>
                <a:gd name="T14" fmla="*/ 781 w 794"/>
                <a:gd name="T15" fmla="*/ 6 h 209"/>
                <a:gd name="T16" fmla="*/ 781 w 794"/>
                <a:gd name="T17" fmla="*/ 6 h 209"/>
                <a:gd name="T18" fmla="*/ 785 w 794"/>
                <a:gd name="T19" fmla="*/ 1 h 209"/>
                <a:gd name="T20" fmla="*/ 786 w 794"/>
                <a:gd name="T21" fmla="*/ 4 h 209"/>
                <a:gd name="T22" fmla="*/ 794 w 794"/>
                <a:gd name="T23" fmla="*/ 1 h 209"/>
                <a:gd name="T24" fmla="*/ 785 w 794"/>
                <a:gd name="T25" fmla="*/ 1 h 209"/>
                <a:gd name="T26" fmla="*/ 9 w 794"/>
                <a:gd name="T27" fmla="*/ 0 h 209"/>
                <a:gd name="T28" fmla="*/ 9 w 794"/>
                <a:gd name="T29" fmla="*/ 1 h 209"/>
                <a:gd name="T30" fmla="*/ 238 w 794"/>
                <a:gd name="T31" fmla="*/ 159 h 209"/>
                <a:gd name="T32" fmla="*/ 15 w 794"/>
                <a:gd name="T33" fmla="*/ 4 h 209"/>
                <a:gd name="T34" fmla="*/ 772 w 794"/>
                <a:gd name="T35" fmla="*/ 5 h 209"/>
                <a:gd name="T36" fmla="*/ 366 w 794"/>
                <a:gd name="T37" fmla="*/ 180 h 209"/>
                <a:gd name="T38" fmla="*/ 782 w 794"/>
                <a:gd name="T39" fmla="*/ 1 h 209"/>
                <a:gd name="T40" fmla="*/ 783 w 794"/>
                <a:gd name="T41" fmla="*/ 1 h 209"/>
                <a:gd name="T42" fmla="*/ 9 w 794"/>
                <a:gd name="T43" fmla="*/ 0 h 209"/>
                <a:gd name="T44" fmla="*/ 0 w 794"/>
                <a:gd name="T45" fmla="*/ 0 h 209"/>
                <a:gd name="T46" fmla="*/ 2 w 794"/>
                <a:gd name="T47" fmla="*/ 1 h 209"/>
                <a:gd name="T48" fmla="*/ 2 w 794"/>
                <a:gd name="T49" fmla="*/ 1 h 209"/>
                <a:gd name="T50" fmla="*/ 0 w 794"/>
                <a:gd name="T51" fmla="*/ 0 h 209"/>
                <a:gd name="T52" fmla="*/ 0 w 794"/>
                <a:gd name="T5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94" h="209">
                  <a:moveTo>
                    <a:pt x="249" y="171"/>
                  </a:moveTo>
                  <a:lnTo>
                    <a:pt x="293" y="201"/>
                  </a:lnTo>
                  <a:lnTo>
                    <a:pt x="293" y="201"/>
                  </a:lnTo>
                  <a:lnTo>
                    <a:pt x="249" y="171"/>
                  </a:lnTo>
                  <a:close/>
                  <a:moveTo>
                    <a:pt x="781" y="6"/>
                  </a:moveTo>
                  <a:lnTo>
                    <a:pt x="312" y="209"/>
                  </a:lnTo>
                  <a:lnTo>
                    <a:pt x="312" y="209"/>
                  </a:lnTo>
                  <a:lnTo>
                    <a:pt x="781" y="6"/>
                  </a:lnTo>
                  <a:lnTo>
                    <a:pt x="781" y="6"/>
                  </a:lnTo>
                  <a:close/>
                  <a:moveTo>
                    <a:pt x="785" y="1"/>
                  </a:moveTo>
                  <a:lnTo>
                    <a:pt x="786" y="4"/>
                  </a:lnTo>
                  <a:lnTo>
                    <a:pt x="794" y="1"/>
                  </a:lnTo>
                  <a:lnTo>
                    <a:pt x="785" y="1"/>
                  </a:lnTo>
                  <a:close/>
                  <a:moveTo>
                    <a:pt x="9" y="0"/>
                  </a:moveTo>
                  <a:lnTo>
                    <a:pt x="9" y="1"/>
                  </a:lnTo>
                  <a:lnTo>
                    <a:pt x="238" y="159"/>
                  </a:lnTo>
                  <a:lnTo>
                    <a:pt x="15" y="4"/>
                  </a:lnTo>
                  <a:lnTo>
                    <a:pt x="772" y="5"/>
                  </a:lnTo>
                  <a:lnTo>
                    <a:pt x="366" y="180"/>
                  </a:lnTo>
                  <a:lnTo>
                    <a:pt x="782" y="1"/>
                  </a:lnTo>
                  <a:lnTo>
                    <a:pt x="783" y="1"/>
                  </a:lnTo>
                  <a:lnTo>
                    <a:pt x="9" y="0"/>
                  </a:lnTo>
                  <a:close/>
                  <a:moveTo>
                    <a:pt x="0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8" name="Freeform 180"/>
            <p:cNvSpPr>
              <a:spLocks noEditPoints="1"/>
            </p:cNvSpPr>
            <p:nvPr/>
          </p:nvSpPr>
          <p:spPr bwMode="auto">
            <a:xfrm>
              <a:off x="2913126" y="4291050"/>
              <a:ext cx="1260475" cy="331788"/>
            </a:xfrm>
            <a:custGeom>
              <a:avLst/>
              <a:gdLst>
                <a:gd name="T0" fmla="*/ 249 w 794"/>
                <a:gd name="T1" fmla="*/ 171 h 209"/>
                <a:gd name="T2" fmla="*/ 293 w 794"/>
                <a:gd name="T3" fmla="*/ 201 h 209"/>
                <a:gd name="T4" fmla="*/ 293 w 794"/>
                <a:gd name="T5" fmla="*/ 201 h 209"/>
                <a:gd name="T6" fmla="*/ 249 w 794"/>
                <a:gd name="T7" fmla="*/ 171 h 209"/>
                <a:gd name="T8" fmla="*/ 781 w 794"/>
                <a:gd name="T9" fmla="*/ 6 h 209"/>
                <a:gd name="T10" fmla="*/ 312 w 794"/>
                <a:gd name="T11" fmla="*/ 209 h 209"/>
                <a:gd name="T12" fmla="*/ 312 w 794"/>
                <a:gd name="T13" fmla="*/ 209 h 209"/>
                <a:gd name="T14" fmla="*/ 781 w 794"/>
                <a:gd name="T15" fmla="*/ 6 h 209"/>
                <a:gd name="T16" fmla="*/ 781 w 794"/>
                <a:gd name="T17" fmla="*/ 6 h 209"/>
                <a:gd name="T18" fmla="*/ 785 w 794"/>
                <a:gd name="T19" fmla="*/ 1 h 209"/>
                <a:gd name="T20" fmla="*/ 786 w 794"/>
                <a:gd name="T21" fmla="*/ 4 h 209"/>
                <a:gd name="T22" fmla="*/ 794 w 794"/>
                <a:gd name="T23" fmla="*/ 1 h 209"/>
                <a:gd name="T24" fmla="*/ 785 w 794"/>
                <a:gd name="T25" fmla="*/ 1 h 209"/>
                <a:gd name="T26" fmla="*/ 9 w 794"/>
                <a:gd name="T27" fmla="*/ 0 h 209"/>
                <a:gd name="T28" fmla="*/ 9 w 794"/>
                <a:gd name="T29" fmla="*/ 1 h 209"/>
                <a:gd name="T30" fmla="*/ 238 w 794"/>
                <a:gd name="T31" fmla="*/ 159 h 209"/>
                <a:gd name="T32" fmla="*/ 15 w 794"/>
                <a:gd name="T33" fmla="*/ 4 h 209"/>
                <a:gd name="T34" fmla="*/ 772 w 794"/>
                <a:gd name="T35" fmla="*/ 5 h 209"/>
                <a:gd name="T36" fmla="*/ 366 w 794"/>
                <a:gd name="T37" fmla="*/ 180 h 209"/>
                <a:gd name="T38" fmla="*/ 782 w 794"/>
                <a:gd name="T39" fmla="*/ 1 h 209"/>
                <a:gd name="T40" fmla="*/ 783 w 794"/>
                <a:gd name="T41" fmla="*/ 1 h 209"/>
                <a:gd name="T42" fmla="*/ 9 w 794"/>
                <a:gd name="T43" fmla="*/ 0 h 209"/>
                <a:gd name="T44" fmla="*/ 0 w 794"/>
                <a:gd name="T45" fmla="*/ 0 h 209"/>
                <a:gd name="T46" fmla="*/ 2 w 794"/>
                <a:gd name="T47" fmla="*/ 1 h 209"/>
                <a:gd name="T48" fmla="*/ 2 w 794"/>
                <a:gd name="T49" fmla="*/ 1 h 209"/>
                <a:gd name="T50" fmla="*/ 0 w 794"/>
                <a:gd name="T51" fmla="*/ 0 h 209"/>
                <a:gd name="T52" fmla="*/ 0 w 794"/>
                <a:gd name="T5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94" h="209">
                  <a:moveTo>
                    <a:pt x="249" y="171"/>
                  </a:moveTo>
                  <a:lnTo>
                    <a:pt x="293" y="201"/>
                  </a:lnTo>
                  <a:lnTo>
                    <a:pt x="293" y="201"/>
                  </a:lnTo>
                  <a:lnTo>
                    <a:pt x="249" y="171"/>
                  </a:lnTo>
                  <a:moveTo>
                    <a:pt x="781" y="6"/>
                  </a:moveTo>
                  <a:lnTo>
                    <a:pt x="312" y="209"/>
                  </a:lnTo>
                  <a:lnTo>
                    <a:pt x="312" y="209"/>
                  </a:lnTo>
                  <a:lnTo>
                    <a:pt x="781" y="6"/>
                  </a:lnTo>
                  <a:lnTo>
                    <a:pt x="781" y="6"/>
                  </a:lnTo>
                  <a:moveTo>
                    <a:pt x="785" y="1"/>
                  </a:moveTo>
                  <a:lnTo>
                    <a:pt x="786" y="4"/>
                  </a:lnTo>
                  <a:lnTo>
                    <a:pt x="794" y="1"/>
                  </a:lnTo>
                  <a:lnTo>
                    <a:pt x="785" y="1"/>
                  </a:lnTo>
                  <a:moveTo>
                    <a:pt x="9" y="0"/>
                  </a:moveTo>
                  <a:lnTo>
                    <a:pt x="9" y="1"/>
                  </a:lnTo>
                  <a:lnTo>
                    <a:pt x="238" y="159"/>
                  </a:lnTo>
                  <a:lnTo>
                    <a:pt x="15" y="4"/>
                  </a:lnTo>
                  <a:lnTo>
                    <a:pt x="772" y="5"/>
                  </a:lnTo>
                  <a:lnTo>
                    <a:pt x="366" y="180"/>
                  </a:lnTo>
                  <a:lnTo>
                    <a:pt x="782" y="1"/>
                  </a:lnTo>
                  <a:lnTo>
                    <a:pt x="783" y="1"/>
                  </a:lnTo>
                  <a:lnTo>
                    <a:pt x="9" y="0"/>
                  </a:lnTo>
                  <a:moveTo>
                    <a:pt x="0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9" name="Freeform 181"/>
            <p:cNvSpPr>
              <a:spLocks noEditPoints="1"/>
            </p:cNvSpPr>
            <p:nvPr/>
          </p:nvSpPr>
          <p:spPr bwMode="auto">
            <a:xfrm>
              <a:off x="2927414" y="4292638"/>
              <a:ext cx="481013" cy="330200"/>
            </a:xfrm>
            <a:custGeom>
              <a:avLst/>
              <a:gdLst>
                <a:gd name="T0" fmla="*/ 303 w 303"/>
                <a:gd name="T1" fmla="*/ 208 h 208"/>
                <a:gd name="T2" fmla="*/ 302 w 303"/>
                <a:gd name="T3" fmla="*/ 208 h 208"/>
                <a:gd name="T4" fmla="*/ 303 w 303"/>
                <a:gd name="T5" fmla="*/ 208 h 208"/>
                <a:gd name="T6" fmla="*/ 303 w 303"/>
                <a:gd name="T7" fmla="*/ 208 h 208"/>
                <a:gd name="T8" fmla="*/ 0 w 303"/>
                <a:gd name="T9" fmla="*/ 0 h 208"/>
                <a:gd name="T10" fmla="*/ 0 w 303"/>
                <a:gd name="T11" fmla="*/ 0 h 208"/>
                <a:gd name="T12" fmla="*/ 3 w 303"/>
                <a:gd name="T13" fmla="*/ 2 h 208"/>
                <a:gd name="T14" fmla="*/ 2 w 303"/>
                <a:gd name="T15" fmla="*/ 2 h 208"/>
                <a:gd name="T16" fmla="*/ 5 w 303"/>
                <a:gd name="T17" fmla="*/ 8 h 208"/>
                <a:gd name="T18" fmla="*/ 240 w 303"/>
                <a:gd name="T19" fmla="*/ 170 h 208"/>
                <a:gd name="T20" fmla="*/ 284 w 303"/>
                <a:gd name="T21" fmla="*/ 200 h 208"/>
                <a:gd name="T22" fmla="*/ 284 w 303"/>
                <a:gd name="T23" fmla="*/ 200 h 208"/>
                <a:gd name="T24" fmla="*/ 292 w 303"/>
                <a:gd name="T25" fmla="*/ 203 h 208"/>
                <a:gd name="T26" fmla="*/ 288 w 303"/>
                <a:gd name="T27" fmla="*/ 198 h 208"/>
                <a:gd name="T28" fmla="*/ 229 w 303"/>
                <a:gd name="T29" fmla="*/ 158 h 208"/>
                <a:gd name="T30" fmla="*/ 0 w 303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3" h="208">
                  <a:moveTo>
                    <a:pt x="303" y="208"/>
                  </a:moveTo>
                  <a:lnTo>
                    <a:pt x="302" y="208"/>
                  </a:lnTo>
                  <a:lnTo>
                    <a:pt x="303" y="208"/>
                  </a:lnTo>
                  <a:lnTo>
                    <a:pt x="303" y="20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2" y="2"/>
                  </a:lnTo>
                  <a:lnTo>
                    <a:pt x="5" y="8"/>
                  </a:lnTo>
                  <a:lnTo>
                    <a:pt x="240" y="170"/>
                  </a:lnTo>
                  <a:lnTo>
                    <a:pt x="284" y="200"/>
                  </a:lnTo>
                  <a:lnTo>
                    <a:pt x="284" y="200"/>
                  </a:lnTo>
                  <a:lnTo>
                    <a:pt x="292" y="203"/>
                  </a:lnTo>
                  <a:lnTo>
                    <a:pt x="288" y="198"/>
                  </a:lnTo>
                  <a:lnTo>
                    <a:pt x="229" y="1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0" name="Freeform 182"/>
            <p:cNvSpPr>
              <a:spLocks noEditPoints="1"/>
            </p:cNvSpPr>
            <p:nvPr/>
          </p:nvSpPr>
          <p:spPr bwMode="auto">
            <a:xfrm>
              <a:off x="2927414" y="4292638"/>
              <a:ext cx="481013" cy="330200"/>
            </a:xfrm>
            <a:custGeom>
              <a:avLst/>
              <a:gdLst>
                <a:gd name="T0" fmla="*/ 303 w 303"/>
                <a:gd name="T1" fmla="*/ 208 h 208"/>
                <a:gd name="T2" fmla="*/ 302 w 303"/>
                <a:gd name="T3" fmla="*/ 208 h 208"/>
                <a:gd name="T4" fmla="*/ 303 w 303"/>
                <a:gd name="T5" fmla="*/ 208 h 208"/>
                <a:gd name="T6" fmla="*/ 303 w 303"/>
                <a:gd name="T7" fmla="*/ 208 h 208"/>
                <a:gd name="T8" fmla="*/ 0 w 303"/>
                <a:gd name="T9" fmla="*/ 0 h 208"/>
                <a:gd name="T10" fmla="*/ 0 w 303"/>
                <a:gd name="T11" fmla="*/ 0 h 208"/>
                <a:gd name="T12" fmla="*/ 3 w 303"/>
                <a:gd name="T13" fmla="*/ 2 h 208"/>
                <a:gd name="T14" fmla="*/ 2 w 303"/>
                <a:gd name="T15" fmla="*/ 2 h 208"/>
                <a:gd name="T16" fmla="*/ 5 w 303"/>
                <a:gd name="T17" fmla="*/ 8 h 208"/>
                <a:gd name="T18" fmla="*/ 240 w 303"/>
                <a:gd name="T19" fmla="*/ 170 h 208"/>
                <a:gd name="T20" fmla="*/ 284 w 303"/>
                <a:gd name="T21" fmla="*/ 200 h 208"/>
                <a:gd name="T22" fmla="*/ 284 w 303"/>
                <a:gd name="T23" fmla="*/ 200 h 208"/>
                <a:gd name="T24" fmla="*/ 292 w 303"/>
                <a:gd name="T25" fmla="*/ 203 h 208"/>
                <a:gd name="T26" fmla="*/ 288 w 303"/>
                <a:gd name="T27" fmla="*/ 198 h 208"/>
                <a:gd name="T28" fmla="*/ 229 w 303"/>
                <a:gd name="T29" fmla="*/ 158 h 208"/>
                <a:gd name="T30" fmla="*/ 0 w 303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3" h="208">
                  <a:moveTo>
                    <a:pt x="303" y="208"/>
                  </a:moveTo>
                  <a:lnTo>
                    <a:pt x="302" y="208"/>
                  </a:lnTo>
                  <a:lnTo>
                    <a:pt x="303" y="208"/>
                  </a:lnTo>
                  <a:lnTo>
                    <a:pt x="303" y="208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2" y="2"/>
                  </a:lnTo>
                  <a:lnTo>
                    <a:pt x="5" y="8"/>
                  </a:lnTo>
                  <a:lnTo>
                    <a:pt x="240" y="170"/>
                  </a:lnTo>
                  <a:lnTo>
                    <a:pt x="284" y="200"/>
                  </a:lnTo>
                  <a:lnTo>
                    <a:pt x="284" y="200"/>
                  </a:lnTo>
                  <a:lnTo>
                    <a:pt x="292" y="203"/>
                  </a:lnTo>
                  <a:lnTo>
                    <a:pt x="288" y="198"/>
                  </a:lnTo>
                  <a:lnTo>
                    <a:pt x="229" y="15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1" name="Freeform 183"/>
            <p:cNvSpPr>
              <a:spLocks noEditPoints="1"/>
            </p:cNvSpPr>
            <p:nvPr/>
          </p:nvSpPr>
          <p:spPr bwMode="auto">
            <a:xfrm>
              <a:off x="2105089" y="4500600"/>
              <a:ext cx="933450" cy="398463"/>
            </a:xfrm>
            <a:custGeom>
              <a:avLst/>
              <a:gdLst>
                <a:gd name="T0" fmla="*/ 40 w 588"/>
                <a:gd name="T1" fmla="*/ 35 h 251"/>
                <a:gd name="T2" fmla="*/ 549 w 588"/>
                <a:gd name="T3" fmla="*/ 251 h 251"/>
                <a:gd name="T4" fmla="*/ 549 w 588"/>
                <a:gd name="T5" fmla="*/ 251 h 251"/>
                <a:gd name="T6" fmla="*/ 40 w 588"/>
                <a:gd name="T7" fmla="*/ 35 h 251"/>
                <a:gd name="T8" fmla="*/ 7 w 588"/>
                <a:gd name="T9" fmla="*/ 22 h 251"/>
                <a:gd name="T10" fmla="*/ 0 w 588"/>
                <a:gd name="T11" fmla="*/ 22 h 251"/>
                <a:gd name="T12" fmla="*/ 3 w 588"/>
                <a:gd name="T13" fmla="*/ 24 h 251"/>
                <a:gd name="T14" fmla="*/ 7 w 588"/>
                <a:gd name="T15" fmla="*/ 23 h 251"/>
                <a:gd name="T16" fmla="*/ 7 w 588"/>
                <a:gd name="T17" fmla="*/ 22 h 251"/>
                <a:gd name="T18" fmla="*/ 588 w 588"/>
                <a:gd name="T19" fmla="*/ 0 h 251"/>
                <a:gd name="T20" fmla="*/ 587 w 588"/>
                <a:gd name="T21" fmla="*/ 0 h 251"/>
                <a:gd name="T22" fmla="*/ 587 w 588"/>
                <a:gd name="T23" fmla="*/ 1 h 251"/>
                <a:gd name="T24" fmla="*/ 588 w 588"/>
                <a:gd name="T25" fmla="*/ 1 h 251"/>
                <a:gd name="T26" fmla="*/ 588 w 588"/>
                <a:gd name="T27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251">
                  <a:moveTo>
                    <a:pt x="40" y="35"/>
                  </a:moveTo>
                  <a:lnTo>
                    <a:pt x="549" y="251"/>
                  </a:lnTo>
                  <a:lnTo>
                    <a:pt x="549" y="251"/>
                  </a:lnTo>
                  <a:lnTo>
                    <a:pt x="40" y="35"/>
                  </a:lnTo>
                  <a:close/>
                  <a:moveTo>
                    <a:pt x="7" y="22"/>
                  </a:moveTo>
                  <a:lnTo>
                    <a:pt x="0" y="22"/>
                  </a:lnTo>
                  <a:lnTo>
                    <a:pt x="3" y="24"/>
                  </a:lnTo>
                  <a:lnTo>
                    <a:pt x="7" y="23"/>
                  </a:lnTo>
                  <a:lnTo>
                    <a:pt x="7" y="22"/>
                  </a:lnTo>
                  <a:close/>
                  <a:moveTo>
                    <a:pt x="588" y="0"/>
                  </a:moveTo>
                  <a:lnTo>
                    <a:pt x="587" y="0"/>
                  </a:lnTo>
                  <a:lnTo>
                    <a:pt x="587" y="1"/>
                  </a:lnTo>
                  <a:lnTo>
                    <a:pt x="588" y="1"/>
                  </a:lnTo>
                  <a:lnTo>
                    <a:pt x="58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2" name="Freeform 184"/>
            <p:cNvSpPr>
              <a:spLocks noEditPoints="1"/>
            </p:cNvSpPr>
            <p:nvPr/>
          </p:nvSpPr>
          <p:spPr bwMode="auto">
            <a:xfrm>
              <a:off x="2105089" y="4500600"/>
              <a:ext cx="933450" cy="398463"/>
            </a:xfrm>
            <a:custGeom>
              <a:avLst/>
              <a:gdLst>
                <a:gd name="T0" fmla="*/ 40 w 588"/>
                <a:gd name="T1" fmla="*/ 35 h 251"/>
                <a:gd name="T2" fmla="*/ 549 w 588"/>
                <a:gd name="T3" fmla="*/ 251 h 251"/>
                <a:gd name="T4" fmla="*/ 549 w 588"/>
                <a:gd name="T5" fmla="*/ 251 h 251"/>
                <a:gd name="T6" fmla="*/ 40 w 588"/>
                <a:gd name="T7" fmla="*/ 35 h 251"/>
                <a:gd name="T8" fmla="*/ 7 w 588"/>
                <a:gd name="T9" fmla="*/ 22 h 251"/>
                <a:gd name="T10" fmla="*/ 0 w 588"/>
                <a:gd name="T11" fmla="*/ 22 h 251"/>
                <a:gd name="T12" fmla="*/ 3 w 588"/>
                <a:gd name="T13" fmla="*/ 24 h 251"/>
                <a:gd name="T14" fmla="*/ 7 w 588"/>
                <a:gd name="T15" fmla="*/ 23 h 251"/>
                <a:gd name="T16" fmla="*/ 7 w 588"/>
                <a:gd name="T17" fmla="*/ 22 h 251"/>
                <a:gd name="T18" fmla="*/ 588 w 588"/>
                <a:gd name="T19" fmla="*/ 0 h 251"/>
                <a:gd name="T20" fmla="*/ 587 w 588"/>
                <a:gd name="T21" fmla="*/ 0 h 251"/>
                <a:gd name="T22" fmla="*/ 587 w 588"/>
                <a:gd name="T23" fmla="*/ 1 h 251"/>
                <a:gd name="T24" fmla="*/ 588 w 588"/>
                <a:gd name="T25" fmla="*/ 1 h 251"/>
                <a:gd name="T26" fmla="*/ 588 w 588"/>
                <a:gd name="T27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251">
                  <a:moveTo>
                    <a:pt x="40" y="35"/>
                  </a:moveTo>
                  <a:lnTo>
                    <a:pt x="549" y="251"/>
                  </a:lnTo>
                  <a:lnTo>
                    <a:pt x="549" y="251"/>
                  </a:lnTo>
                  <a:lnTo>
                    <a:pt x="40" y="35"/>
                  </a:lnTo>
                  <a:moveTo>
                    <a:pt x="7" y="22"/>
                  </a:moveTo>
                  <a:lnTo>
                    <a:pt x="0" y="22"/>
                  </a:lnTo>
                  <a:lnTo>
                    <a:pt x="3" y="24"/>
                  </a:lnTo>
                  <a:lnTo>
                    <a:pt x="7" y="23"/>
                  </a:lnTo>
                  <a:lnTo>
                    <a:pt x="7" y="22"/>
                  </a:lnTo>
                  <a:moveTo>
                    <a:pt x="588" y="0"/>
                  </a:moveTo>
                  <a:lnTo>
                    <a:pt x="587" y="0"/>
                  </a:lnTo>
                  <a:lnTo>
                    <a:pt x="587" y="1"/>
                  </a:lnTo>
                  <a:lnTo>
                    <a:pt x="588" y="1"/>
                  </a:lnTo>
                  <a:lnTo>
                    <a:pt x="58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3" name="Freeform 185"/>
            <p:cNvSpPr/>
            <p:nvPr/>
          </p:nvSpPr>
          <p:spPr bwMode="auto">
            <a:xfrm>
              <a:off x="2925826" y="4289463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4" name="Freeform 186"/>
            <p:cNvSpPr/>
            <p:nvPr/>
          </p:nvSpPr>
          <p:spPr bwMode="auto">
            <a:xfrm>
              <a:off x="2925826" y="4289463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5" name="Freeform 187"/>
            <p:cNvSpPr/>
            <p:nvPr/>
          </p:nvSpPr>
          <p:spPr bwMode="auto">
            <a:xfrm>
              <a:off x="2925826" y="429105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6" name="Freeform 188"/>
            <p:cNvSpPr/>
            <p:nvPr/>
          </p:nvSpPr>
          <p:spPr bwMode="auto">
            <a:xfrm>
              <a:off x="2925826" y="429105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7" name="Rectangle 189"/>
            <p:cNvSpPr>
              <a:spLocks noChangeArrowheads="1"/>
            </p:cNvSpPr>
            <p:nvPr/>
          </p:nvSpPr>
          <p:spPr bwMode="auto">
            <a:xfrm>
              <a:off x="2927414" y="429105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8" name="Rectangle 190"/>
            <p:cNvSpPr>
              <a:spLocks noChangeArrowheads="1"/>
            </p:cNvSpPr>
            <p:nvPr/>
          </p:nvSpPr>
          <p:spPr bwMode="auto">
            <a:xfrm>
              <a:off x="2927414" y="429105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9" name="Freeform 191"/>
            <p:cNvSpPr/>
            <p:nvPr/>
          </p:nvSpPr>
          <p:spPr bwMode="auto">
            <a:xfrm>
              <a:off x="2128901" y="4292638"/>
              <a:ext cx="787400" cy="241300"/>
            </a:xfrm>
            <a:custGeom>
              <a:avLst/>
              <a:gdLst>
                <a:gd name="T0" fmla="*/ 496 w 496"/>
                <a:gd name="T1" fmla="*/ 0 h 152"/>
                <a:gd name="T2" fmla="*/ 0 w 496"/>
                <a:gd name="T3" fmla="*/ 152 h 152"/>
                <a:gd name="T4" fmla="*/ 0 w 496"/>
                <a:gd name="T5" fmla="*/ 152 h 152"/>
                <a:gd name="T6" fmla="*/ 496 w 496"/>
                <a:gd name="T7" fmla="*/ 0 h 152"/>
                <a:gd name="T8" fmla="*/ 496 w 496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152">
                  <a:moveTo>
                    <a:pt x="496" y="0"/>
                  </a:moveTo>
                  <a:lnTo>
                    <a:pt x="0" y="152"/>
                  </a:lnTo>
                  <a:lnTo>
                    <a:pt x="0" y="152"/>
                  </a:lnTo>
                  <a:lnTo>
                    <a:pt x="496" y="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0" name="Freeform 192"/>
            <p:cNvSpPr/>
            <p:nvPr/>
          </p:nvSpPr>
          <p:spPr bwMode="auto">
            <a:xfrm>
              <a:off x="2128901" y="4292638"/>
              <a:ext cx="787400" cy="241300"/>
            </a:xfrm>
            <a:custGeom>
              <a:avLst/>
              <a:gdLst>
                <a:gd name="T0" fmla="*/ 496 w 496"/>
                <a:gd name="T1" fmla="*/ 0 h 152"/>
                <a:gd name="T2" fmla="*/ 0 w 496"/>
                <a:gd name="T3" fmla="*/ 152 h 152"/>
                <a:gd name="T4" fmla="*/ 0 w 496"/>
                <a:gd name="T5" fmla="*/ 152 h 152"/>
                <a:gd name="T6" fmla="*/ 496 w 496"/>
                <a:gd name="T7" fmla="*/ 0 h 152"/>
                <a:gd name="T8" fmla="*/ 496 w 496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152">
                  <a:moveTo>
                    <a:pt x="496" y="0"/>
                  </a:moveTo>
                  <a:lnTo>
                    <a:pt x="0" y="152"/>
                  </a:lnTo>
                  <a:lnTo>
                    <a:pt x="0" y="152"/>
                  </a:lnTo>
                  <a:lnTo>
                    <a:pt x="496" y="0"/>
                  </a:lnTo>
                  <a:lnTo>
                    <a:pt x="49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1" name="Rectangle 193"/>
            <p:cNvSpPr>
              <a:spLocks noChangeArrowheads="1"/>
            </p:cNvSpPr>
            <p:nvPr/>
          </p:nvSpPr>
          <p:spPr bwMode="auto">
            <a:xfrm>
              <a:off x="2916301" y="429263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2" name="Rectangle 194"/>
            <p:cNvSpPr>
              <a:spLocks noChangeArrowheads="1"/>
            </p:cNvSpPr>
            <p:nvPr/>
          </p:nvSpPr>
          <p:spPr bwMode="auto">
            <a:xfrm>
              <a:off x="2916301" y="429263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3" name="Freeform 195"/>
            <p:cNvSpPr>
              <a:spLocks noEditPoints="1"/>
            </p:cNvSpPr>
            <p:nvPr/>
          </p:nvSpPr>
          <p:spPr bwMode="auto">
            <a:xfrm>
              <a:off x="2149539" y="4298988"/>
              <a:ext cx="882650" cy="234950"/>
            </a:xfrm>
            <a:custGeom>
              <a:avLst/>
              <a:gdLst>
                <a:gd name="T0" fmla="*/ 495 w 556"/>
                <a:gd name="T1" fmla="*/ 4 h 148"/>
                <a:gd name="T2" fmla="*/ 556 w 556"/>
                <a:gd name="T3" fmla="*/ 122 h 148"/>
                <a:gd name="T4" fmla="*/ 495 w 556"/>
                <a:gd name="T5" fmla="*/ 4 h 148"/>
                <a:gd name="T6" fmla="*/ 495 w 556"/>
                <a:gd name="T7" fmla="*/ 4 h 148"/>
                <a:gd name="T8" fmla="*/ 0 w 556"/>
                <a:gd name="T9" fmla="*/ 148 h 148"/>
                <a:gd name="T10" fmla="*/ 487 w 556"/>
                <a:gd name="T11" fmla="*/ 0 h 148"/>
                <a:gd name="T12" fmla="*/ 553 w 556"/>
                <a:gd name="T13" fmla="*/ 127 h 148"/>
                <a:gd name="T14" fmla="*/ 0 w 556"/>
                <a:gd name="T15" fmla="*/ 148 h 148"/>
                <a:gd name="T16" fmla="*/ 487 w 556"/>
                <a:gd name="T17" fmla="*/ 0 h 148"/>
                <a:gd name="T18" fmla="*/ 0 w 556"/>
                <a:gd name="T19" fmla="*/ 148 h 148"/>
                <a:gd name="T20" fmla="*/ 553 w 556"/>
                <a:gd name="T21" fmla="*/ 127 h 148"/>
                <a:gd name="T22" fmla="*/ 487 w 556"/>
                <a:gd name="T2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6" h="148">
                  <a:moveTo>
                    <a:pt x="495" y="4"/>
                  </a:moveTo>
                  <a:lnTo>
                    <a:pt x="556" y="122"/>
                  </a:lnTo>
                  <a:lnTo>
                    <a:pt x="495" y="4"/>
                  </a:lnTo>
                  <a:lnTo>
                    <a:pt x="495" y="4"/>
                  </a:lnTo>
                  <a:close/>
                  <a:moveTo>
                    <a:pt x="0" y="148"/>
                  </a:moveTo>
                  <a:lnTo>
                    <a:pt x="487" y="0"/>
                  </a:lnTo>
                  <a:lnTo>
                    <a:pt x="553" y="127"/>
                  </a:lnTo>
                  <a:lnTo>
                    <a:pt x="0" y="148"/>
                  </a:lnTo>
                  <a:close/>
                  <a:moveTo>
                    <a:pt x="487" y="0"/>
                  </a:moveTo>
                  <a:lnTo>
                    <a:pt x="0" y="148"/>
                  </a:lnTo>
                  <a:lnTo>
                    <a:pt x="553" y="127"/>
                  </a:lnTo>
                  <a:lnTo>
                    <a:pt x="48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4" name="Freeform 196"/>
            <p:cNvSpPr>
              <a:spLocks noEditPoints="1"/>
            </p:cNvSpPr>
            <p:nvPr/>
          </p:nvSpPr>
          <p:spPr bwMode="auto">
            <a:xfrm>
              <a:off x="2149539" y="4298988"/>
              <a:ext cx="882650" cy="234950"/>
            </a:xfrm>
            <a:custGeom>
              <a:avLst/>
              <a:gdLst>
                <a:gd name="T0" fmla="*/ 495 w 556"/>
                <a:gd name="T1" fmla="*/ 4 h 148"/>
                <a:gd name="T2" fmla="*/ 556 w 556"/>
                <a:gd name="T3" fmla="*/ 122 h 148"/>
                <a:gd name="T4" fmla="*/ 495 w 556"/>
                <a:gd name="T5" fmla="*/ 4 h 148"/>
                <a:gd name="T6" fmla="*/ 495 w 556"/>
                <a:gd name="T7" fmla="*/ 4 h 148"/>
                <a:gd name="T8" fmla="*/ 0 w 556"/>
                <a:gd name="T9" fmla="*/ 148 h 148"/>
                <a:gd name="T10" fmla="*/ 487 w 556"/>
                <a:gd name="T11" fmla="*/ 0 h 148"/>
                <a:gd name="T12" fmla="*/ 553 w 556"/>
                <a:gd name="T13" fmla="*/ 127 h 148"/>
                <a:gd name="T14" fmla="*/ 0 w 556"/>
                <a:gd name="T15" fmla="*/ 148 h 148"/>
                <a:gd name="T16" fmla="*/ 487 w 556"/>
                <a:gd name="T17" fmla="*/ 0 h 148"/>
                <a:gd name="T18" fmla="*/ 0 w 556"/>
                <a:gd name="T19" fmla="*/ 148 h 148"/>
                <a:gd name="T20" fmla="*/ 553 w 556"/>
                <a:gd name="T21" fmla="*/ 127 h 148"/>
                <a:gd name="T22" fmla="*/ 487 w 556"/>
                <a:gd name="T2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6" h="148">
                  <a:moveTo>
                    <a:pt x="495" y="4"/>
                  </a:moveTo>
                  <a:lnTo>
                    <a:pt x="556" y="122"/>
                  </a:lnTo>
                  <a:lnTo>
                    <a:pt x="495" y="4"/>
                  </a:lnTo>
                  <a:lnTo>
                    <a:pt x="495" y="4"/>
                  </a:lnTo>
                  <a:moveTo>
                    <a:pt x="0" y="148"/>
                  </a:moveTo>
                  <a:lnTo>
                    <a:pt x="487" y="0"/>
                  </a:lnTo>
                  <a:lnTo>
                    <a:pt x="553" y="127"/>
                  </a:lnTo>
                  <a:lnTo>
                    <a:pt x="0" y="148"/>
                  </a:lnTo>
                  <a:moveTo>
                    <a:pt x="487" y="0"/>
                  </a:moveTo>
                  <a:lnTo>
                    <a:pt x="0" y="148"/>
                  </a:lnTo>
                  <a:lnTo>
                    <a:pt x="553" y="127"/>
                  </a:lnTo>
                  <a:lnTo>
                    <a:pt x="48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5" name="Freeform 197"/>
            <p:cNvSpPr/>
            <p:nvPr/>
          </p:nvSpPr>
          <p:spPr bwMode="auto">
            <a:xfrm>
              <a:off x="2922651" y="4298988"/>
              <a:ext cx="109538" cy="201613"/>
            </a:xfrm>
            <a:custGeom>
              <a:avLst/>
              <a:gdLst>
                <a:gd name="T0" fmla="*/ 1 w 69"/>
                <a:gd name="T1" fmla="*/ 0 h 127"/>
                <a:gd name="T2" fmla="*/ 0 w 69"/>
                <a:gd name="T3" fmla="*/ 0 h 127"/>
                <a:gd name="T4" fmla="*/ 66 w 69"/>
                <a:gd name="T5" fmla="*/ 127 h 127"/>
                <a:gd name="T6" fmla="*/ 67 w 69"/>
                <a:gd name="T7" fmla="*/ 127 h 127"/>
                <a:gd name="T8" fmla="*/ 67 w 69"/>
                <a:gd name="T9" fmla="*/ 126 h 127"/>
                <a:gd name="T10" fmla="*/ 68 w 69"/>
                <a:gd name="T11" fmla="*/ 126 h 127"/>
                <a:gd name="T12" fmla="*/ 69 w 69"/>
                <a:gd name="T13" fmla="*/ 122 h 127"/>
                <a:gd name="T14" fmla="*/ 8 w 69"/>
                <a:gd name="T15" fmla="*/ 4 h 127"/>
                <a:gd name="T16" fmla="*/ 8 w 69"/>
                <a:gd name="T17" fmla="*/ 4 h 127"/>
                <a:gd name="T18" fmla="*/ 1 w 69"/>
                <a:gd name="T1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127">
                  <a:moveTo>
                    <a:pt x="1" y="0"/>
                  </a:moveTo>
                  <a:lnTo>
                    <a:pt x="0" y="0"/>
                  </a:lnTo>
                  <a:lnTo>
                    <a:pt x="66" y="127"/>
                  </a:lnTo>
                  <a:lnTo>
                    <a:pt x="67" y="127"/>
                  </a:lnTo>
                  <a:lnTo>
                    <a:pt x="67" y="126"/>
                  </a:lnTo>
                  <a:lnTo>
                    <a:pt x="68" y="126"/>
                  </a:lnTo>
                  <a:lnTo>
                    <a:pt x="69" y="122"/>
                  </a:lnTo>
                  <a:lnTo>
                    <a:pt x="8" y="4"/>
                  </a:lnTo>
                  <a:lnTo>
                    <a:pt x="8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6" name="Freeform 198"/>
            <p:cNvSpPr/>
            <p:nvPr/>
          </p:nvSpPr>
          <p:spPr bwMode="auto">
            <a:xfrm>
              <a:off x="2922651" y="4298988"/>
              <a:ext cx="109538" cy="201613"/>
            </a:xfrm>
            <a:custGeom>
              <a:avLst/>
              <a:gdLst>
                <a:gd name="T0" fmla="*/ 1 w 69"/>
                <a:gd name="T1" fmla="*/ 0 h 127"/>
                <a:gd name="T2" fmla="*/ 0 w 69"/>
                <a:gd name="T3" fmla="*/ 0 h 127"/>
                <a:gd name="T4" fmla="*/ 66 w 69"/>
                <a:gd name="T5" fmla="*/ 127 h 127"/>
                <a:gd name="T6" fmla="*/ 67 w 69"/>
                <a:gd name="T7" fmla="*/ 127 h 127"/>
                <a:gd name="T8" fmla="*/ 67 w 69"/>
                <a:gd name="T9" fmla="*/ 126 h 127"/>
                <a:gd name="T10" fmla="*/ 68 w 69"/>
                <a:gd name="T11" fmla="*/ 126 h 127"/>
                <a:gd name="T12" fmla="*/ 69 w 69"/>
                <a:gd name="T13" fmla="*/ 122 h 127"/>
                <a:gd name="T14" fmla="*/ 8 w 69"/>
                <a:gd name="T15" fmla="*/ 4 h 127"/>
                <a:gd name="T16" fmla="*/ 8 w 69"/>
                <a:gd name="T17" fmla="*/ 4 h 127"/>
                <a:gd name="T18" fmla="*/ 1 w 69"/>
                <a:gd name="T1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127">
                  <a:moveTo>
                    <a:pt x="1" y="0"/>
                  </a:moveTo>
                  <a:lnTo>
                    <a:pt x="0" y="0"/>
                  </a:lnTo>
                  <a:lnTo>
                    <a:pt x="66" y="127"/>
                  </a:lnTo>
                  <a:lnTo>
                    <a:pt x="67" y="127"/>
                  </a:lnTo>
                  <a:lnTo>
                    <a:pt x="67" y="126"/>
                  </a:lnTo>
                  <a:lnTo>
                    <a:pt x="68" y="126"/>
                  </a:lnTo>
                  <a:lnTo>
                    <a:pt x="69" y="122"/>
                  </a:lnTo>
                  <a:lnTo>
                    <a:pt x="8" y="4"/>
                  </a:lnTo>
                  <a:lnTo>
                    <a:pt x="8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7" name="Freeform 199"/>
            <p:cNvSpPr/>
            <p:nvPr/>
          </p:nvSpPr>
          <p:spPr bwMode="auto">
            <a:xfrm>
              <a:off x="2138426" y="4508538"/>
              <a:ext cx="890588" cy="34925"/>
            </a:xfrm>
            <a:custGeom>
              <a:avLst/>
              <a:gdLst>
                <a:gd name="T0" fmla="*/ 561 w 561"/>
                <a:gd name="T1" fmla="*/ 0 h 22"/>
                <a:gd name="T2" fmla="*/ 0 w 561"/>
                <a:gd name="T3" fmla="*/ 22 h 22"/>
                <a:gd name="T4" fmla="*/ 0 w 561"/>
                <a:gd name="T5" fmla="*/ 22 h 22"/>
                <a:gd name="T6" fmla="*/ 561 w 561"/>
                <a:gd name="T7" fmla="*/ 0 h 22"/>
                <a:gd name="T8" fmla="*/ 561 w 56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1" h="22">
                  <a:moveTo>
                    <a:pt x="561" y="0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561" y="0"/>
                  </a:lnTo>
                  <a:lnTo>
                    <a:pt x="56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8" name="Freeform 200"/>
            <p:cNvSpPr/>
            <p:nvPr/>
          </p:nvSpPr>
          <p:spPr bwMode="auto">
            <a:xfrm>
              <a:off x="2138426" y="4508538"/>
              <a:ext cx="890588" cy="34925"/>
            </a:xfrm>
            <a:custGeom>
              <a:avLst/>
              <a:gdLst>
                <a:gd name="T0" fmla="*/ 561 w 561"/>
                <a:gd name="T1" fmla="*/ 0 h 22"/>
                <a:gd name="T2" fmla="*/ 0 w 561"/>
                <a:gd name="T3" fmla="*/ 22 h 22"/>
                <a:gd name="T4" fmla="*/ 0 w 561"/>
                <a:gd name="T5" fmla="*/ 22 h 22"/>
                <a:gd name="T6" fmla="*/ 561 w 561"/>
                <a:gd name="T7" fmla="*/ 0 h 22"/>
                <a:gd name="T8" fmla="*/ 561 w 56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1" h="22">
                  <a:moveTo>
                    <a:pt x="561" y="0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561" y="0"/>
                  </a:lnTo>
                  <a:lnTo>
                    <a:pt x="56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9" name="Freeform 201"/>
            <p:cNvSpPr/>
            <p:nvPr/>
          </p:nvSpPr>
          <p:spPr bwMode="auto">
            <a:xfrm>
              <a:off x="2924239" y="4295813"/>
              <a:ext cx="11113" cy="9525"/>
            </a:xfrm>
            <a:custGeom>
              <a:avLst/>
              <a:gdLst>
                <a:gd name="T0" fmla="*/ 4 w 7"/>
                <a:gd name="T1" fmla="*/ 0 h 6"/>
                <a:gd name="T2" fmla="*/ 0 w 7"/>
                <a:gd name="T3" fmla="*/ 2 h 6"/>
                <a:gd name="T4" fmla="*/ 7 w 7"/>
                <a:gd name="T5" fmla="*/ 6 h 6"/>
                <a:gd name="T6" fmla="*/ 4 w 7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lnTo>
                    <a:pt x="0" y="2"/>
                  </a:lnTo>
                  <a:lnTo>
                    <a:pt x="7" y="6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0" name="Freeform 202"/>
            <p:cNvSpPr/>
            <p:nvPr/>
          </p:nvSpPr>
          <p:spPr bwMode="auto">
            <a:xfrm>
              <a:off x="2924239" y="4295813"/>
              <a:ext cx="11113" cy="9525"/>
            </a:xfrm>
            <a:custGeom>
              <a:avLst/>
              <a:gdLst>
                <a:gd name="T0" fmla="*/ 4 w 7"/>
                <a:gd name="T1" fmla="*/ 0 h 6"/>
                <a:gd name="T2" fmla="*/ 0 w 7"/>
                <a:gd name="T3" fmla="*/ 2 h 6"/>
                <a:gd name="T4" fmla="*/ 7 w 7"/>
                <a:gd name="T5" fmla="*/ 6 h 6"/>
                <a:gd name="T6" fmla="*/ 4 w 7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lnTo>
                    <a:pt x="0" y="2"/>
                  </a:lnTo>
                  <a:lnTo>
                    <a:pt x="7" y="6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1" name="Freeform 203"/>
            <p:cNvSpPr/>
            <p:nvPr/>
          </p:nvSpPr>
          <p:spPr bwMode="auto">
            <a:xfrm>
              <a:off x="2132076" y="4500600"/>
              <a:ext cx="896938" cy="42863"/>
            </a:xfrm>
            <a:custGeom>
              <a:avLst/>
              <a:gdLst>
                <a:gd name="T0" fmla="*/ 564 w 565"/>
                <a:gd name="T1" fmla="*/ 0 h 27"/>
                <a:gd name="T2" fmla="*/ 11 w 565"/>
                <a:gd name="T3" fmla="*/ 21 h 27"/>
                <a:gd name="T4" fmla="*/ 0 w 565"/>
                <a:gd name="T5" fmla="*/ 25 h 27"/>
                <a:gd name="T6" fmla="*/ 4 w 565"/>
                <a:gd name="T7" fmla="*/ 27 h 27"/>
                <a:gd name="T8" fmla="*/ 565 w 565"/>
                <a:gd name="T9" fmla="*/ 5 h 27"/>
                <a:gd name="T10" fmla="*/ 565 w 565"/>
                <a:gd name="T11" fmla="*/ 3 h 27"/>
                <a:gd name="T12" fmla="*/ 564 w 565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5" h="27">
                  <a:moveTo>
                    <a:pt x="564" y="0"/>
                  </a:moveTo>
                  <a:lnTo>
                    <a:pt x="11" y="21"/>
                  </a:lnTo>
                  <a:lnTo>
                    <a:pt x="0" y="25"/>
                  </a:lnTo>
                  <a:lnTo>
                    <a:pt x="4" y="27"/>
                  </a:lnTo>
                  <a:lnTo>
                    <a:pt x="565" y="5"/>
                  </a:lnTo>
                  <a:lnTo>
                    <a:pt x="565" y="3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2" name="Freeform 204"/>
            <p:cNvSpPr/>
            <p:nvPr/>
          </p:nvSpPr>
          <p:spPr bwMode="auto">
            <a:xfrm>
              <a:off x="2132076" y="4500600"/>
              <a:ext cx="896938" cy="42863"/>
            </a:xfrm>
            <a:custGeom>
              <a:avLst/>
              <a:gdLst>
                <a:gd name="T0" fmla="*/ 564 w 565"/>
                <a:gd name="T1" fmla="*/ 0 h 27"/>
                <a:gd name="T2" fmla="*/ 11 w 565"/>
                <a:gd name="T3" fmla="*/ 21 h 27"/>
                <a:gd name="T4" fmla="*/ 0 w 565"/>
                <a:gd name="T5" fmla="*/ 25 h 27"/>
                <a:gd name="T6" fmla="*/ 4 w 565"/>
                <a:gd name="T7" fmla="*/ 27 h 27"/>
                <a:gd name="T8" fmla="*/ 565 w 565"/>
                <a:gd name="T9" fmla="*/ 5 h 27"/>
                <a:gd name="T10" fmla="*/ 565 w 565"/>
                <a:gd name="T11" fmla="*/ 3 h 27"/>
                <a:gd name="T12" fmla="*/ 564 w 565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5" h="27">
                  <a:moveTo>
                    <a:pt x="564" y="0"/>
                  </a:moveTo>
                  <a:lnTo>
                    <a:pt x="11" y="21"/>
                  </a:lnTo>
                  <a:lnTo>
                    <a:pt x="0" y="25"/>
                  </a:lnTo>
                  <a:lnTo>
                    <a:pt x="4" y="27"/>
                  </a:lnTo>
                  <a:lnTo>
                    <a:pt x="565" y="5"/>
                  </a:lnTo>
                  <a:lnTo>
                    <a:pt x="565" y="3"/>
                  </a:lnTo>
                  <a:lnTo>
                    <a:pt x="56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3" name="Freeform 205"/>
            <p:cNvSpPr/>
            <p:nvPr/>
          </p:nvSpPr>
          <p:spPr bwMode="auto">
            <a:xfrm>
              <a:off x="3027426" y="4500600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0 h 3"/>
                <a:gd name="T4" fmla="*/ 1 w 2"/>
                <a:gd name="T5" fmla="*/ 3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4" name="Freeform 206"/>
            <p:cNvSpPr/>
            <p:nvPr/>
          </p:nvSpPr>
          <p:spPr bwMode="auto">
            <a:xfrm>
              <a:off x="3027426" y="4500600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0 h 3"/>
                <a:gd name="T4" fmla="*/ 1 w 2"/>
                <a:gd name="T5" fmla="*/ 3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5" name="Freeform 207"/>
            <p:cNvSpPr>
              <a:spLocks noEditPoints="1"/>
            </p:cNvSpPr>
            <p:nvPr/>
          </p:nvSpPr>
          <p:spPr bwMode="auto">
            <a:xfrm>
              <a:off x="2125726" y="3900525"/>
              <a:ext cx="800100" cy="620713"/>
            </a:xfrm>
            <a:custGeom>
              <a:avLst/>
              <a:gdLst>
                <a:gd name="T0" fmla="*/ 171 w 504"/>
                <a:gd name="T1" fmla="*/ 2 h 391"/>
                <a:gd name="T2" fmla="*/ 0 w 504"/>
                <a:gd name="T3" fmla="*/ 391 h 391"/>
                <a:gd name="T4" fmla="*/ 0 w 504"/>
                <a:gd name="T5" fmla="*/ 391 h 391"/>
                <a:gd name="T6" fmla="*/ 171 w 504"/>
                <a:gd name="T7" fmla="*/ 2 h 391"/>
                <a:gd name="T8" fmla="*/ 171 w 504"/>
                <a:gd name="T9" fmla="*/ 2 h 391"/>
                <a:gd name="T10" fmla="*/ 177 w 504"/>
                <a:gd name="T11" fmla="*/ 0 h 391"/>
                <a:gd name="T12" fmla="*/ 177 w 504"/>
                <a:gd name="T13" fmla="*/ 1 h 391"/>
                <a:gd name="T14" fmla="*/ 178 w 504"/>
                <a:gd name="T15" fmla="*/ 5 h 391"/>
                <a:gd name="T16" fmla="*/ 176 w 504"/>
                <a:gd name="T17" fmla="*/ 4 h 391"/>
                <a:gd name="T18" fmla="*/ 36 w 504"/>
                <a:gd name="T19" fmla="*/ 320 h 391"/>
                <a:gd name="T20" fmla="*/ 175 w 504"/>
                <a:gd name="T21" fmla="*/ 5 h 391"/>
                <a:gd name="T22" fmla="*/ 496 w 504"/>
                <a:gd name="T23" fmla="*/ 246 h 391"/>
                <a:gd name="T24" fmla="*/ 500 w 504"/>
                <a:gd name="T25" fmla="*/ 246 h 391"/>
                <a:gd name="T26" fmla="*/ 497 w 504"/>
                <a:gd name="T27" fmla="*/ 241 h 391"/>
                <a:gd name="T28" fmla="*/ 504 w 504"/>
                <a:gd name="T29" fmla="*/ 245 h 391"/>
                <a:gd name="T30" fmla="*/ 504 w 504"/>
                <a:gd name="T31" fmla="*/ 245 h 391"/>
                <a:gd name="T32" fmla="*/ 177 w 504"/>
                <a:gd name="T33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2" h="391">
                  <a:moveTo>
                    <a:pt x="171" y="2"/>
                  </a:moveTo>
                  <a:lnTo>
                    <a:pt x="0" y="391"/>
                  </a:lnTo>
                  <a:lnTo>
                    <a:pt x="0" y="391"/>
                  </a:lnTo>
                  <a:lnTo>
                    <a:pt x="171" y="2"/>
                  </a:lnTo>
                  <a:lnTo>
                    <a:pt x="171" y="2"/>
                  </a:lnTo>
                  <a:close/>
                  <a:moveTo>
                    <a:pt x="177" y="0"/>
                  </a:moveTo>
                  <a:lnTo>
                    <a:pt x="177" y="1"/>
                  </a:lnTo>
                  <a:lnTo>
                    <a:pt x="178" y="5"/>
                  </a:lnTo>
                  <a:lnTo>
                    <a:pt x="176" y="4"/>
                  </a:lnTo>
                  <a:lnTo>
                    <a:pt x="36" y="320"/>
                  </a:lnTo>
                  <a:lnTo>
                    <a:pt x="175" y="5"/>
                  </a:lnTo>
                  <a:lnTo>
                    <a:pt x="496" y="246"/>
                  </a:lnTo>
                  <a:lnTo>
                    <a:pt x="500" y="246"/>
                  </a:lnTo>
                  <a:lnTo>
                    <a:pt x="497" y="241"/>
                  </a:lnTo>
                  <a:lnTo>
                    <a:pt x="504" y="245"/>
                  </a:lnTo>
                  <a:lnTo>
                    <a:pt x="504" y="245"/>
                  </a:lnTo>
                  <a:lnTo>
                    <a:pt x="17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6" name="Freeform 208"/>
            <p:cNvSpPr>
              <a:spLocks noEditPoints="1"/>
            </p:cNvSpPr>
            <p:nvPr/>
          </p:nvSpPr>
          <p:spPr bwMode="auto">
            <a:xfrm>
              <a:off x="2125726" y="3900525"/>
              <a:ext cx="800100" cy="620713"/>
            </a:xfrm>
            <a:custGeom>
              <a:avLst/>
              <a:gdLst>
                <a:gd name="T0" fmla="*/ 171 w 504"/>
                <a:gd name="T1" fmla="*/ 2 h 391"/>
                <a:gd name="T2" fmla="*/ 0 w 504"/>
                <a:gd name="T3" fmla="*/ 391 h 391"/>
                <a:gd name="T4" fmla="*/ 0 w 504"/>
                <a:gd name="T5" fmla="*/ 391 h 391"/>
                <a:gd name="T6" fmla="*/ 171 w 504"/>
                <a:gd name="T7" fmla="*/ 2 h 391"/>
                <a:gd name="T8" fmla="*/ 171 w 504"/>
                <a:gd name="T9" fmla="*/ 2 h 391"/>
                <a:gd name="T10" fmla="*/ 177 w 504"/>
                <a:gd name="T11" fmla="*/ 0 h 391"/>
                <a:gd name="T12" fmla="*/ 177 w 504"/>
                <a:gd name="T13" fmla="*/ 1 h 391"/>
                <a:gd name="T14" fmla="*/ 178 w 504"/>
                <a:gd name="T15" fmla="*/ 5 h 391"/>
                <a:gd name="T16" fmla="*/ 176 w 504"/>
                <a:gd name="T17" fmla="*/ 4 h 391"/>
                <a:gd name="T18" fmla="*/ 36 w 504"/>
                <a:gd name="T19" fmla="*/ 320 h 391"/>
                <a:gd name="T20" fmla="*/ 175 w 504"/>
                <a:gd name="T21" fmla="*/ 5 h 391"/>
                <a:gd name="T22" fmla="*/ 496 w 504"/>
                <a:gd name="T23" fmla="*/ 246 h 391"/>
                <a:gd name="T24" fmla="*/ 500 w 504"/>
                <a:gd name="T25" fmla="*/ 246 h 391"/>
                <a:gd name="T26" fmla="*/ 497 w 504"/>
                <a:gd name="T27" fmla="*/ 241 h 391"/>
                <a:gd name="T28" fmla="*/ 504 w 504"/>
                <a:gd name="T29" fmla="*/ 245 h 391"/>
                <a:gd name="T30" fmla="*/ 504 w 504"/>
                <a:gd name="T31" fmla="*/ 245 h 391"/>
                <a:gd name="T32" fmla="*/ 177 w 504"/>
                <a:gd name="T33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2" h="391">
                  <a:moveTo>
                    <a:pt x="171" y="2"/>
                  </a:moveTo>
                  <a:lnTo>
                    <a:pt x="0" y="391"/>
                  </a:lnTo>
                  <a:lnTo>
                    <a:pt x="0" y="391"/>
                  </a:lnTo>
                  <a:lnTo>
                    <a:pt x="171" y="2"/>
                  </a:lnTo>
                  <a:lnTo>
                    <a:pt x="171" y="2"/>
                  </a:lnTo>
                  <a:moveTo>
                    <a:pt x="177" y="0"/>
                  </a:moveTo>
                  <a:lnTo>
                    <a:pt x="177" y="1"/>
                  </a:lnTo>
                  <a:lnTo>
                    <a:pt x="178" y="5"/>
                  </a:lnTo>
                  <a:lnTo>
                    <a:pt x="176" y="4"/>
                  </a:lnTo>
                  <a:lnTo>
                    <a:pt x="36" y="320"/>
                  </a:lnTo>
                  <a:lnTo>
                    <a:pt x="175" y="5"/>
                  </a:lnTo>
                  <a:lnTo>
                    <a:pt x="496" y="246"/>
                  </a:lnTo>
                  <a:lnTo>
                    <a:pt x="500" y="246"/>
                  </a:lnTo>
                  <a:lnTo>
                    <a:pt x="497" y="241"/>
                  </a:lnTo>
                  <a:lnTo>
                    <a:pt x="504" y="245"/>
                  </a:lnTo>
                  <a:lnTo>
                    <a:pt x="504" y="245"/>
                  </a:lnTo>
                  <a:lnTo>
                    <a:pt x="17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7" name="Freeform 209"/>
            <p:cNvSpPr/>
            <p:nvPr/>
          </p:nvSpPr>
          <p:spPr bwMode="auto">
            <a:xfrm>
              <a:off x="2914714" y="4283113"/>
              <a:ext cx="11113" cy="7938"/>
            </a:xfrm>
            <a:custGeom>
              <a:avLst/>
              <a:gdLst>
                <a:gd name="T0" fmla="*/ 0 w 7"/>
                <a:gd name="T1" fmla="*/ 0 h 5"/>
                <a:gd name="T2" fmla="*/ 3 w 7"/>
                <a:gd name="T3" fmla="*/ 5 h 5"/>
                <a:gd name="T4" fmla="*/ 6 w 7"/>
                <a:gd name="T5" fmla="*/ 5 h 5"/>
                <a:gd name="T6" fmla="*/ 7 w 7"/>
                <a:gd name="T7" fmla="*/ 4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3" y="5"/>
                  </a:lnTo>
                  <a:lnTo>
                    <a:pt x="6" y="5"/>
                  </a:lnTo>
                  <a:lnTo>
                    <a:pt x="7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8" name="Freeform 210"/>
            <p:cNvSpPr/>
            <p:nvPr/>
          </p:nvSpPr>
          <p:spPr bwMode="auto">
            <a:xfrm>
              <a:off x="2914714" y="4283113"/>
              <a:ext cx="11113" cy="7938"/>
            </a:xfrm>
            <a:custGeom>
              <a:avLst/>
              <a:gdLst>
                <a:gd name="T0" fmla="*/ 0 w 7"/>
                <a:gd name="T1" fmla="*/ 0 h 5"/>
                <a:gd name="T2" fmla="*/ 3 w 7"/>
                <a:gd name="T3" fmla="*/ 5 h 5"/>
                <a:gd name="T4" fmla="*/ 6 w 7"/>
                <a:gd name="T5" fmla="*/ 5 h 5"/>
                <a:gd name="T6" fmla="*/ 7 w 7"/>
                <a:gd name="T7" fmla="*/ 4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3" y="5"/>
                  </a:lnTo>
                  <a:lnTo>
                    <a:pt x="6" y="5"/>
                  </a:lnTo>
                  <a:lnTo>
                    <a:pt x="7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9" name="Freeform 211"/>
            <p:cNvSpPr/>
            <p:nvPr/>
          </p:nvSpPr>
          <p:spPr bwMode="auto">
            <a:xfrm>
              <a:off x="2913126" y="4291050"/>
              <a:ext cx="6350" cy="1588"/>
            </a:xfrm>
            <a:custGeom>
              <a:avLst/>
              <a:gdLst>
                <a:gd name="T0" fmla="*/ 0 w 4"/>
                <a:gd name="T1" fmla="*/ 0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0 h 1"/>
                <a:gd name="T8" fmla="*/ 0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lnTo>
                    <a:pt x="2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0" name="Freeform 212"/>
            <p:cNvSpPr/>
            <p:nvPr/>
          </p:nvSpPr>
          <p:spPr bwMode="auto">
            <a:xfrm>
              <a:off x="2913126" y="4291050"/>
              <a:ext cx="6350" cy="1588"/>
            </a:xfrm>
            <a:custGeom>
              <a:avLst/>
              <a:gdLst>
                <a:gd name="T0" fmla="*/ 0 w 4"/>
                <a:gd name="T1" fmla="*/ 0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0 h 1"/>
                <a:gd name="T8" fmla="*/ 0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lnTo>
                    <a:pt x="2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1" name="Freeform 213"/>
            <p:cNvSpPr/>
            <p:nvPr/>
          </p:nvSpPr>
          <p:spPr bwMode="auto">
            <a:xfrm>
              <a:off x="2919476" y="4291050"/>
              <a:ext cx="4763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3 w 3"/>
                <a:gd name="T5" fmla="*/ 0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2" name="Freeform 214"/>
            <p:cNvSpPr/>
            <p:nvPr/>
          </p:nvSpPr>
          <p:spPr bwMode="auto">
            <a:xfrm>
              <a:off x="2919476" y="4291050"/>
              <a:ext cx="4763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3 w 3"/>
                <a:gd name="T5" fmla="*/ 0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3" name="Freeform 215"/>
            <p:cNvSpPr/>
            <p:nvPr/>
          </p:nvSpPr>
          <p:spPr bwMode="auto">
            <a:xfrm>
              <a:off x="2927414" y="4292638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2 w 3"/>
                <a:gd name="T3" fmla="*/ 2 h 2"/>
                <a:gd name="T4" fmla="*/ 3 w 3"/>
                <a:gd name="T5" fmla="*/ 2 h 2"/>
                <a:gd name="T6" fmla="*/ 0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4" name="Freeform 216"/>
            <p:cNvSpPr/>
            <p:nvPr/>
          </p:nvSpPr>
          <p:spPr bwMode="auto">
            <a:xfrm>
              <a:off x="2927414" y="4292638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2 w 3"/>
                <a:gd name="T3" fmla="*/ 2 h 2"/>
                <a:gd name="T4" fmla="*/ 3 w 3"/>
                <a:gd name="T5" fmla="*/ 2 h 2"/>
                <a:gd name="T6" fmla="*/ 0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5" name="Freeform 217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6" name="Freeform 218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7" name="Rectangle 219"/>
            <p:cNvSpPr>
              <a:spLocks noChangeArrowheads="1"/>
            </p:cNvSpPr>
            <p:nvPr/>
          </p:nvSpPr>
          <p:spPr bwMode="auto">
            <a:xfrm>
              <a:off x="2925826" y="428946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8" name="Rectangle 220"/>
            <p:cNvSpPr>
              <a:spLocks noChangeArrowheads="1"/>
            </p:cNvSpPr>
            <p:nvPr/>
          </p:nvSpPr>
          <p:spPr bwMode="auto">
            <a:xfrm>
              <a:off x="2925826" y="428946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9" name="Freeform 221"/>
            <p:cNvSpPr/>
            <p:nvPr/>
          </p:nvSpPr>
          <p:spPr bwMode="auto">
            <a:xfrm>
              <a:off x="2924239" y="428946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0" name="Freeform 222"/>
            <p:cNvSpPr/>
            <p:nvPr/>
          </p:nvSpPr>
          <p:spPr bwMode="auto">
            <a:xfrm>
              <a:off x="2924239" y="428946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1" name="Freeform 223"/>
            <p:cNvSpPr/>
            <p:nvPr/>
          </p:nvSpPr>
          <p:spPr bwMode="auto">
            <a:xfrm>
              <a:off x="2127314" y="4292638"/>
              <a:ext cx="795338" cy="242888"/>
            </a:xfrm>
            <a:custGeom>
              <a:avLst/>
              <a:gdLst>
                <a:gd name="T0" fmla="*/ 497 w 501"/>
                <a:gd name="T1" fmla="*/ 0 h 153"/>
                <a:gd name="T2" fmla="*/ 1 w 501"/>
                <a:gd name="T3" fmla="*/ 152 h 153"/>
                <a:gd name="T4" fmla="*/ 0 w 501"/>
                <a:gd name="T5" fmla="*/ 153 h 153"/>
                <a:gd name="T6" fmla="*/ 14 w 501"/>
                <a:gd name="T7" fmla="*/ 152 h 153"/>
                <a:gd name="T8" fmla="*/ 501 w 501"/>
                <a:gd name="T9" fmla="*/ 4 h 153"/>
                <a:gd name="T10" fmla="*/ 501 w 501"/>
                <a:gd name="T11" fmla="*/ 2 h 153"/>
                <a:gd name="T12" fmla="*/ 497 w 501"/>
                <a:gd name="T1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1" h="153">
                  <a:moveTo>
                    <a:pt x="497" y="0"/>
                  </a:moveTo>
                  <a:lnTo>
                    <a:pt x="1" y="152"/>
                  </a:lnTo>
                  <a:lnTo>
                    <a:pt x="0" y="153"/>
                  </a:lnTo>
                  <a:lnTo>
                    <a:pt x="14" y="152"/>
                  </a:lnTo>
                  <a:lnTo>
                    <a:pt x="501" y="4"/>
                  </a:lnTo>
                  <a:lnTo>
                    <a:pt x="501" y="2"/>
                  </a:lnTo>
                  <a:lnTo>
                    <a:pt x="49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2" name="Freeform 224"/>
            <p:cNvSpPr/>
            <p:nvPr/>
          </p:nvSpPr>
          <p:spPr bwMode="auto">
            <a:xfrm>
              <a:off x="2127314" y="4292638"/>
              <a:ext cx="795338" cy="242888"/>
            </a:xfrm>
            <a:custGeom>
              <a:avLst/>
              <a:gdLst>
                <a:gd name="T0" fmla="*/ 497 w 501"/>
                <a:gd name="T1" fmla="*/ 0 h 153"/>
                <a:gd name="T2" fmla="*/ 1 w 501"/>
                <a:gd name="T3" fmla="*/ 152 h 153"/>
                <a:gd name="T4" fmla="*/ 0 w 501"/>
                <a:gd name="T5" fmla="*/ 153 h 153"/>
                <a:gd name="T6" fmla="*/ 14 w 501"/>
                <a:gd name="T7" fmla="*/ 152 h 153"/>
                <a:gd name="T8" fmla="*/ 501 w 501"/>
                <a:gd name="T9" fmla="*/ 4 h 153"/>
                <a:gd name="T10" fmla="*/ 501 w 501"/>
                <a:gd name="T11" fmla="*/ 2 h 153"/>
                <a:gd name="T12" fmla="*/ 497 w 501"/>
                <a:gd name="T1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1" h="153">
                  <a:moveTo>
                    <a:pt x="497" y="0"/>
                  </a:moveTo>
                  <a:lnTo>
                    <a:pt x="1" y="152"/>
                  </a:lnTo>
                  <a:lnTo>
                    <a:pt x="0" y="153"/>
                  </a:lnTo>
                  <a:lnTo>
                    <a:pt x="14" y="152"/>
                  </a:lnTo>
                  <a:lnTo>
                    <a:pt x="501" y="4"/>
                  </a:lnTo>
                  <a:lnTo>
                    <a:pt x="501" y="2"/>
                  </a:lnTo>
                  <a:lnTo>
                    <a:pt x="49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3" name="Freeform 225"/>
            <p:cNvSpPr/>
            <p:nvPr/>
          </p:nvSpPr>
          <p:spPr bwMode="auto">
            <a:xfrm>
              <a:off x="2922651" y="429581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4" name="Freeform 226"/>
            <p:cNvSpPr/>
            <p:nvPr/>
          </p:nvSpPr>
          <p:spPr bwMode="auto">
            <a:xfrm>
              <a:off x="2922651" y="429581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5" name="Freeform 227"/>
            <p:cNvSpPr>
              <a:spLocks noEditPoints="1"/>
            </p:cNvSpPr>
            <p:nvPr/>
          </p:nvSpPr>
          <p:spPr bwMode="auto">
            <a:xfrm>
              <a:off x="2916301" y="4291050"/>
              <a:ext cx="11113" cy="4763"/>
            </a:xfrm>
            <a:custGeom>
              <a:avLst/>
              <a:gdLst>
                <a:gd name="T0" fmla="*/ 2 w 7"/>
                <a:gd name="T1" fmla="*/ 1 h 3"/>
                <a:gd name="T2" fmla="*/ 0 w 7"/>
                <a:gd name="T3" fmla="*/ 1 h 3"/>
                <a:gd name="T4" fmla="*/ 0 w 7"/>
                <a:gd name="T5" fmla="*/ 1 h 3"/>
                <a:gd name="T6" fmla="*/ 0 w 7"/>
                <a:gd name="T7" fmla="*/ 1 h 3"/>
                <a:gd name="T8" fmla="*/ 4 w 7"/>
                <a:gd name="T9" fmla="*/ 3 h 3"/>
                <a:gd name="T10" fmla="*/ 2 w 7"/>
                <a:gd name="T11" fmla="*/ 1 h 3"/>
                <a:gd name="T12" fmla="*/ 6 w 7"/>
                <a:gd name="T13" fmla="*/ 0 h 3"/>
                <a:gd name="T14" fmla="*/ 7 w 7"/>
                <a:gd name="T15" fmla="*/ 0 h 3"/>
                <a:gd name="T16" fmla="*/ 6 w 7"/>
                <a:gd name="T17" fmla="*/ 0 h 3"/>
                <a:gd name="T18" fmla="*/ 6 w 7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3">
                  <a:moveTo>
                    <a:pt x="2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" y="3"/>
                  </a:lnTo>
                  <a:lnTo>
                    <a:pt x="2" y="1"/>
                  </a:lnTo>
                  <a:close/>
                  <a:moveTo>
                    <a:pt x="6" y="0"/>
                  </a:move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6" name="Freeform 228"/>
            <p:cNvSpPr>
              <a:spLocks noEditPoints="1"/>
            </p:cNvSpPr>
            <p:nvPr/>
          </p:nvSpPr>
          <p:spPr bwMode="auto">
            <a:xfrm>
              <a:off x="2916301" y="4291050"/>
              <a:ext cx="11113" cy="4763"/>
            </a:xfrm>
            <a:custGeom>
              <a:avLst/>
              <a:gdLst>
                <a:gd name="T0" fmla="*/ 2 w 7"/>
                <a:gd name="T1" fmla="*/ 1 h 3"/>
                <a:gd name="T2" fmla="*/ 0 w 7"/>
                <a:gd name="T3" fmla="*/ 1 h 3"/>
                <a:gd name="T4" fmla="*/ 0 w 7"/>
                <a:gd name="T5" fmla="*/ 1 h 3"/>
                <a:gd name="T6" fmla="*/ 0 w 7"/>
                <a:gd name="T7" fmla="*/ 1 h 3"/>
                <a:gd name="T8" fmla="*/ 4 w 7"/>
                <a:gd name="T9" fmla="*/ 3 h 3"/>
                <a:gd name="T10" fmla="*/ 2 w 7"/>
                <a:gd name="T11" fmla="*/ 1 h 3"/>
                <a:gd name="T12" fmla="*/ 6 w 7"/>
                <a:gd name="T13" fmla="*/ 0 h 3"/>
                <a:gd name="T14" fmla="*/ 7 w 7"/>
                <a:gd name="T15" fmla="*/ 0 h 3"/>
                <a:gd name="T16" fmla="*/ 6 w 7"/>
                <a:gd name="T17" fmla="*/ 0 h 3"/>
                <a:gd name="T18" fmla="*/ 6 w 7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3">
                  <a:moveTo>
                    <a:pt x="2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" y="3"/>
                  </a:lnTo>
                  <a:lnTo>
                    <a:pt x="2" y="1"/>
                  </a:lnTo>
                  <a:moveTo>
                    <a:pt x="6" y="0"/>
                  </a:move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7" name="Freeform 229"/>
            <p:cNvSpPr/>
            <p:nvPr/>
          </p:nvSpPr>
          <p:spPr bwMode="auto">
            <a:xfrm>
              <a:off x="2919476" y="4291050"/>
              <a:ext cx="11113" cy="7938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1 h 5"/>
                <a:gd name="T4" fmla="*/ 2 w 7"/>
                <a:gd name="T5" fmla="*/ 3 h 5"/>
                <a:gd name="T6" fmla="*/ 3 w 7"/>
                <a:gd name="T7" fmla="*/ 5 h 5"/>
                <a:gd name="T8" fmla="*/ 7 w 7"/>
                <a:gd name="T9" fmla="*/ 3 h 5"/>
                <a:gd name="T10" fmla="*/ 5 w 7"/>
                <a:gd name="T11" fmla="*/ 1 h 5"/>
                <a:gd name="T12" fmla="*/ 5 w 7"/>
                <a:gd name="T13" fmla="*/ 0 h 5"/>
                <a:gd name="T14" fmla="*/ 5 w 7"/>
                <a:gd name="T15" fmla="*/ 0 h 5"/>
                <a:gd name="T16" fmla="*/ 4 w 7"/>
                <a:gd name="T17" fmla="*/ 0 h 5"/>
                <a:gd name="T18" fmla="*/ 3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3" y="5"/>
                  </a:lnTo>
                  <a:lnTo>
                    <a:pt x="7" y="3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8" name="Freeform 230"/>
            <p:cNvSpPr/>
            <p:nvPr/>
          </p:nvSpPr>
          <p:spPr bwMode="auto">
            <a:xfrm>
              <a:off x="2919476" y="4291050"/>
              <a:ext cx="11113" cy="7938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1 h 5"/>
                <a:gd name="T4" fmla="*/ 2 w 7"/>
                <a:gd name="T5" fmla="*/ 3 h 5"/>
                <a:gd name="T6" fmla="*/ 3 w 7"/>
                <a:gd name="T7" fmla="*/ 5 h 5"/>
                <a:gd name="T8" fmla="*/ 7 w 7"/>
                <a:gd name="T9" fmla="*/ 3 h 5"/>
                <a:gd name="T10" fmla="*/ 5 w 7"/>
                <a:gd name="T11" fmla="*/ 1 h 5"/>
                <a:gd name="T12" fmla="*/ 5 w 7"/>
                <a:gd name="T13" fmla="*/ 0 h 5"/>
                <a:gd name="T14" fmla="*/ 5 w 7"/>
                <a:gd name="T15" fmla="*/ 0 h 5"/>
                <a:gd name="T16" fmla="*/ 4 w 7"/>
                <a:gd name="T17" fmla="*/ 0 h 5"/>
                <a:gd name="T18" fmla="*/ 3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3" y="5"/>
                  </a:lnTo>
                  <a:lnTo>
                    <a:pt x="7" y="3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9" name="Freeform 231"/>
            <p:cNvSpPr/>
            <p:nvPr/>
          </p:nvSpPr>
          <p:spPr bwMode="auto">
            <a:xfrm>
              <a:off x="2125726" y="4533938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0" name="Freeform 232"/>
            <p:cNvSpPr/>
            <p:nvPr/>
          </p:nvSpPr>
          <p:spPr bwMode="auto">
            <a:xfrm>
              <a:off x="2125726" y="4533938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1" name="Freeform 233"/>
            <p:cNvSpPr/>
            <p:nvPr/>
          </p:nvSpPr>
          <p:spPr bwMode="auto">
            <a:xfrm>
              <a:off x="1728851" y="3629063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2" name="Freeform 234"/>
            <p:cNvSpPr/>
            <p:nvPr/>
          </p:nvSpPr>
          <p:spPr bwMode="auto">
            <a:xfrm>
              <a:off x="1728851" y="3629063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3" name="Freeform 235"/>
            <p:cNvSpPr/>
            <p:nvPr/>
          </p:nvSpPr>
          <p:spPr bwMode="auto">
            <a:xfrm>
              <a:off x="1728851" y="3632238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4" name="Freeform 236"/>
            <p:cNvSpPr/>
            <p:nvPr/>
          </p:nvSpPr>
          <p:spPr bwMode="auto">
            <a:xfrm>
              <a:off x="1728851" y="3632238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5" name="Freeform 237"/>
            <p:cNvSpPr/>
            <p:nvPr/>
          </p:nvSpPr>
          <p:spPr bwMode="auto">
            <a:xfrm>
              <a:off x="1728851" y="36322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6" name="Freeform 238"/>
            <p:cNvSpPr/>
            <p:nvPr/>
          </p:nvSpPr>
          <p:spPr bwMode="auto">
            <a:xfrm>
              <a:off x="1728851" y="36322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7" name="Freeform 239"/>
            <p:cNvSpPr>
              <a:spLocks noEditPoints="1"/>
            </p:cNvSpPr>
            <p:nvPr/>
          </p:nvSpPr>
          <p:spPr bwMode="auto">
            <a:xfrm>
              <a:off x="1741551" y="3641763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8" name="Freeform 240"/>
            <p:cNvSpPr>
              <a:spLocks noEditPoints="1"/>
            </p:cNvSpPr>
            <p:nvPr/>
          </p:nvSpPr>
          <p:spPr bwMode="auto">
            <a:xfrm>
              <a:off x="1741551" y="3641763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9" name="Freeform 241"/>
            <p:cNvSpPr/>
            <p:nvPr/>
          </p:nvSpPr>
          <p:spPr bwMode="auto">
            <a:xfrm>
              <a:off x="1738376" y="3633825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0" name="Freeform 242"/>
            <p:cNvSpPr/>
            <p:nvPr/>
          </p:nvSpPr>
          <p:spPr bwMode="auto">
            <a:xfrm>
              <a:off x="1738376" y="3633825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1" name="Freeform 243"/>
            <p:cNvSpPr/>
            <p:nvPr/>
          </p:nvSpPr>
          <p:spPr bwMode="auto">
            <a:xfrm>
              <a:off x="1736789" y="363382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2" name="Freeform 244"/>
            <p:cNvSpPr/>
            <p:nvPr/>
          </p:nvSpPr>
          <p:spPr bwMode="auto">
            <a:xfrm>
              <a:off x="1736789" y="363382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3" name="Freeform 245"/>
            <p:cNvSpPr/>
            <p:nvPr/>
          </p:nvSpPr>
          <p:spPr bwMode="auto">
            <a:xfrm>
              <a:off x="1824101" y="3854488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4" name="Freeform 246"/>
            <p:cNvSpPr/>
            <p:nvPr/>
          </p:nvSpPr>
          <p:spPr bwMode="auto">
            <a:xfrm>
              <a:off x="1824101" y="3854488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5" name="Rectangle 247"/>
            <p:cNvSpPr>
              <a:spLocks noChangeArrowheads="1"/>
            </p:cNvSpPr>
            <p:nvPr/>
          </p:nvSpPr>
          <p:spPr bwMode="auto">
            <a:xfrm>
              <a:off x="2116201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6" name="Rectangle 248"/>
            <p:cNvSpPr>
              <a:spLocks noChangeArrowheads="1"/>
            </p:cNvSpPr>
            <p:nvPr/>
          </p:nvSpPr>
          <p:spPr bwMode="auto">
            <a:xfrm>
              <a:off x="2116201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7" name="Freeform 249"/>
            <p:cNvSpPr/>
            <p:nvPr/>
          </p:nvSpPr>
          <p:spPr bwMode="auto">
            <a:xfrm>
              <a:off x="2122551" y="4545050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8" name="Freeform 250"/>
            <p:cNvSpPr/>
            <p:nvPr/>
          </p:nvSpPr>
          <p:spPr bwMode="auto">
            <a:xfrm>
              <a:off x="2122551" y="4545050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9" name="Freeform 251"/>
            <p:cNvSpPr/>
            <p:nvPr/>
          </p:nvSpPr>
          <p:spPr bwMode="auto">
            <a:xfrm>
              <a:off x="1733614" y="362906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0" name="Freeform 252"/>
            <p:cNvSpPr/>
            <p:nvPr/>
          </p:nvSpPr>
          <p:spPr bwMode="auto">
            <a:xfrm>
              <a:off x="1733614" y="362906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1" name="Freeform 253"/>
            <p:cNvSpPr/>
            <p:nvPr/>
          </p:nvSpPr>
          <p:spPr bwMode="auto">
            <a:xfrm>
              <a:off x="1735201" y="363065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2" name="Freeform 254"/>
            <p:cNvSpPr/>
            <p:nvPr/>
          </p:nvSpPr>
          <p:spPr bwMode="auto">
            <a:xfrm>
              <a:off x="1735201" y="363065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3" name="Freeform 255"/>
            <p:cNvSpPr/>
            <p:nvPr/>
          </p:nvSpPr>
          <p:spPr bwMode="auto">
            <a:xfrm>
              <a:off x="1735201" y="3632238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4" name="Freeform 256"/>
            <p:cNvSpPr/>
            <p:nvPr/>
          </p:nvSpPr>
          <p:spPr bwMode="auto">
            <a:xfrm>
              <a:off x="1735201" y="3632238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5" name="Freeform 257"/>
            <p:cNvSpPr>
              <a:spLocks noEditPoints="1"/>
            </p:cNvSpPr>
            <p:nvPr/>
          </p:nvSpPr>
          <p:spPr bwMode="auto">
            <a:xfrm>
              <a:off x="857314" y="3643350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6" name="Freeform 258"/>
            <p:cNvSpPr>
              <a:spLocks noEditPoints="1"/>
            </p:cNvSpPr>
            <p:nvPr/>
          </p:nvSpPr>
          <p:spPr bwMode="auto">
            <a:xfrm>
              <a:off x="857314" y="3643350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7" name="Freeform 259"/>
            <p:cNvSpPr/>
            <p:nvPr/>
          </p:nvSpPr>
          <p:spPr bwMode="auto">
            <a:xfrm>
              <a:off x="857314" y="3637000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8" name="Freeform 260"/>
            <p:cNvSpPr/>
            <p:nvPr/>
          </p:nvSpPr>
          <p:spPr bwMode="auto">
            <a:xfrm>
              <a:off x="857314" y="3637000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9" name="Freeform 261"/>
            <p:cNvSpPr/>
            <p:nvPr/>
          </p:nvSpPr>
          <p:spPr bwMode="auto">
            <a:xfrm>
              <a:off x="1728851" y="363541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0" name="Freeform 262"/>
            <p:cNvSpPr/>
            <p:nvPr/>
          </p:nvSpPr>
          <p:spPr bwMode="auto">
            <a:xfrm>
              <a:off x="1728851" y="363541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1" name="Freeform 263"/>
            <p:cNvSpPr/>
            <p:nvPr/>
          </p:nvSpPr>
          <p:spPr bwMode="auto">
            <a:xfrm>
              <a:off x="2109851" y="4537113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2" name="Freeform 264"/>
            <p:cNvSpPr/>
            <p:nvPr/>
          </p:nvSpPr>
          <p:spPr bwMode="auto">
            <a:xfrm>
              <a:off x="2109851" y="4537113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3" name="Freeform 265"/>
            <p:cNvSpPr/>
            <p:nvPr/>
          </p:nvSpPr>
          <p:spPr bwMode="auto">
            <a:xfrm>
              <a:off x="2093976" y="4538700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4" name="Freeform 266"/>
            <p:cNvSpPr/>
            <p:nvPr/>
          </p:nvSpPr>
          <p:spPr bwMode="auto">
            <a:xfrm>
              <a:off x="2093976" y="4538700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5" name="Freeform 267"/>
            <p:cNvSpPr/>
            <p:nvPr/>
          </p:nvSpPr>
          <p:spPr bwMode="auto">
            <a:xfrm>
              <a:off x="2111439" y="4537113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6" name="Freeform 268"/>
            <p:cNvSpPr/>
            <p:nvPr/>
          </p:nvSpPr>
          <p:spPr bwMode="auto">
            <a:xfrm>
              <a:off x="2111439" y="4537113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7" name="Freeform 269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8" name="Freeform 270"/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9" name="Rectangle 271"/>
            <p:cNvSpPr>
              <a:spLocks noChangeArrowheads="1"/>
            </p:cNvSpPr>
            <p:nvPr/>
          </p:nvSpPr>
          <p:spPr bwMode="auto">
            <a:xfrm>
              <a:off x="2116201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0" name="Rectangle 272"/>
            <p:cNvSpPr>
              <a:spLocks noChangeArrowheads="1"/>
            </p:cNvSpPr>
            <p:nvPr/>
          </p:nvSpPr>
          <p:spPr bwMode="auto">
            <a:xfrm>
              <a:off x="2116201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1" name="Freeform 273"/>
            <p:cNvSpPr/>
            <p:nvPr/>
          </p:nvSpPr>
          <p:spPr bwMode="auto">
            <a:xfrm>
              <a:off x="2116201" y="4538700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2" name="Freeform 274"/>
            <p:cNvSpPr/>
            <p:nvPr/>
          </p:nvSpPr>
          <p:spPr bwMode="auto">
            <a:xfrm>
              <a:off x="2116201" y="4538700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3" name="Freeform 275"/>
            <p:cNvSpPr>
              <a:spLocks noEditPoints="1"/>
            </p:cNvSpPr>
            <p:nvPr/>
          </p:nvSpPr>
          <p:spPr bwMode="auto">
            <a:xfrm>
              <a:off x="844614" y="4146588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4" name="Freeform 276"/>
            <p:cNvSpPr>
              <a:spLocks noEditPoints="1"/>
            </p:cNvSpPr>
            <p:nvPr/>
          </p:nvSpPr>
          <p:spPr bwMode="auto">
            <a:xfrm>
              <a:off x="844614" y="4146588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5" name="Freeform 277"/>
            <p:cNvSpPr/>
            <p:nvPr/>
          </p:nvSpPr>
          <p:spPr bwMode="auto">
            <a:xfrm>
              <a:off x="849376" y="4810163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6" name="Freeform 278"/>
            <p:cNvSpPr/>
            <p:nvPr/>
          </p:nvSpPr>
          <p:spPr bwMode="auto">
            <a:xfrm>
              <a:off x="849376" y="4810163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7" name="Freeform 279"/>
            <p:cNvSpPr>
              <a:spLocks noEditPoints="1"/>
            </p:cNvSpPr>
            <p:nvPr/>
          </p:nvSpPr>
          <p:spPr bwMode="auto">
            <a:xfrm>
              <a:off x="1733614" y="3630650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8" name="Freeform 280"/>
            <p:cNvSpPr>
              <a:spLocks noEditPoints="1"/>
            </p:cNvSpPr>
            <p:nvPr/>
          </p:nvSpPr>
          <p:spPr bwMode="auto">
            <a:xfrm>
              <a:off x="1733614" y="3630650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9" name="Freeform 281"/>
            <p:cNvSpPr>
              <a:spLocks noEditPoints="1"/>
            </p:cNvSpPr>
            <p:nvPr/>
          </p:nvSpPr>
          <p:spPr bwMode="auto">
            <a:xfrm>
              <a:off x="1733614" y="3632238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0" name="Freeform 282"/>
            <p:cNvSpPr>
              <a:spLocks noEditPoints="1"/>
            </p:cNvSpPr>
            <p:nvPr/>
          </p:nvSpPr>
          <p:spPr bwMode="auto">
            <a:xfrm>
              <a:off x="1733614" y="3632238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1" name="Freeform 283"/>
            <p:cNvSpPr>
              <a:spLocks noEditPoints="1"/>
            </p:cNvSpPr>
            <p:nvPr/>
          </p:nvSpPr>
          <p:spPr bwMode="auto">
            <a:xfrm>
              <a:off x="1732026" y="3632238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2" name="Freeform 284"/>
            <p:cNvSpPr>
              <a:spLocks noEditPoints="1"/>
            </p:cNvSpPr>
            <p:nvPr/>
          </p:nvSpPr>
          <p:spPr bwMode="auto">
            <a:xfrm>
              <a:off x="1732026" y="3632238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3" name="Freeform 285"/>
            <p:cNvSpPr/>
            <p:nvPr/>
          </p:nvSpPr>
          <p:spPr bwMode="auto">
            <a:xfrm>
              <a:off x="1730439" y="3632238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4" name="Freeform 286"/>
            <p:cNvSpPr/>
            <p:nvPr/>
          </p:nvSpPr>
          <p:spPr bwMode="auto">
            <a:xfrm>
              <a:off x="1730439" y="3632238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5" name="Freeform 287"/>
            <p:cNvSpPr/>
            <p:nvPr/>
          </p:nvSpPr>
          <p:spPr bwMode="auto">
            <a:xfrm>
              <a:off x="2116201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6" name="Freeform 288"/>
            <p:cNvSpPr/>
            <p:nvPr/>
          </p:nvSpPr>
          <p:spPr bwMode="auto">
            <a:xfrm>
              <a:off x="2116201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7" name="Freeform 289"/>
            <p:cNvSpPr/>
            <p:nvPr/>
          </p:nvSpPr>
          <p:spPr bwMode="auto">
            <a:xfrm>
              <a:off x="2116201" y="453711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8" name="Freeform 290"/>
            <p:cNvSpPr/>
            <p:nvPr/>
          </p:nvSpPr>
          <p:spPr bwMode="auto">
            <a:xfrm>
              <a:off x="2116201" y="453711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9" name="Freeform 291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0" name="Freeform 292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1" name="Rectangle 293"/>
            <p:cNvSpPr>
              <a:spLocks noChangeArrowheads="1"/>
            </p:cNvSpPr>
            <p:nvPr/>
          </p:nvSpPr>
          <p:spPr bwMode="auto">
            <a:xfrm>
              <a:off x="3029014" y="449901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2" name="Rectangle 294"/>
            <p:cNvSpPr>
              <a:spLocks noChangeArrowheads="1"/>
            </p:cNvSpPr>
            <p:nvPr/>
          </p:nvSpPr>
          <p:spPr bwMode="auto">
            <a:xfrm>
              <a:off x="3029014" y="449901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3" name="Freeform 295"/>
            <p:cNvSpPr/>
            <p:nvPr/>
          </p:nvSpPr>
          <p:spPr bwMode="auto">
            <a:xfrm>
              <a:off x="3029014" y="4500600"/>
              <a:ext cx="1588" cy="4763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1 w 1"/>
                <a:gd name="T7" fmla="*/ 2 h 3"/>
                <a:gd name="T8" fmla="*/ 1 w 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4" name="Freeform 296"/>
            <p:cNvSpPr/>
            <p:nvPr/>
          </p:nvSpPr>
          <p:spPr bwMode="auto">
            <a:xfrm>
              <a:off x="3029014" y="4500600"/>
              <a:ext cx="1588" cy="4763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1 w 1"/>
                <a:gd name="T7" fmla="*/ 2 h 3"/>
                <a:gd name="T8" fmla="*/ 1 w 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5" name="Freeform 297"/>
            <p:cNvSpPr>
              <a:spLocks noEditPoints="1"/>
            </p:cNvSpPr>
            <p:nvPr/>
          </p:nvSpPr>
          <p:spPr bwMode="auto">
            <a:xfrm>
              <a:off x="3038539" y="4502188"/>
              <a:ext cx="184150" cy="269875"/>
            </a:xfrm>
            <a:custGeom>
              <a:avLst/>
              <a:gdLst>
                <a:gd name="T0" fmla="*/ 0 w 116"/>
                <a:gd name="T1" fmla="*/ 5 h 170"/>
                <a:gd name="T2" fmla="*/ 36 w 116"/>
                <a:gd name="T3" fmla="*/ 170 h 170"/>
                <a:gd name="T4" fmla="*/ 36 w 116"/>
                <a:gd name="T5" fmla="*/ 170 h 170"/>
                <a:gd name="T6" fmla="*/ 0 w 116"/>
                <a:gd name="T7" fmla="*/ 5 h 170"/>
                <a:gd name="T8" fmla="*/ 0 w 116"/>
                <a:gd name="T9" fmla="*/ 5 h 170"/>
                <a:gd name="T10" fmla="*/ 0 w 116"/>
                <a:gd name="T11" fmla="*/ 0 h 170"/>
                <a:gd name="T12" fmla="*/ 0 w 116"/>
                <a:gd name="T13" fmla="*/ 0 h 170"/>
                <a:gd name="T14" fmla="*/ 116 w 116"/>
                <a:gd name="T15" fmla="*/ 37 h 170"/>
                <a:gd name="T16" fmla="*/ 0 w 116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70">
                  <a:moveTo>
                    <a:pt x="0" y="5"/>
                  </a:moveTo>
                  <a:lnTo>
                    <a:pt x="36" y="170"/>
                  </a:lnTo>
                  <a:lnTo>
                    <a:pt x="36" y="170"/>
                  </a:lnTo>
                  <a:lnTo>
                    <a:pt x="0" y="5"/>
                  </a:lnTo>
                  <a:lnTo>
                    <a:pt x="0" y="5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16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6" name="Freeform 298"/>
            <p:cNvSpPr>
              <a:spLocks noEditPoints="1"/>
            </p:cNvSpPr>
            <p:nvPr/>
          </p:nvSpPr>
          <p:spPr bwMode="auto">
            <a:xfrm>
              <a:off x="3038539" y="4502188"/>
              <a:ext cx="184150" cy="269875"/>
            </a:xfrm>
            <a:custGeom>
              <a:avLst/>
              <a:gdLst>
                <a:gd name="T0" fmla="*/ 0 w 116"/>
                <a:gd name="T1" fmla="*/ 5 h 170"/>
                <a:gd name="T2" fmla="*/ 36 w 116"/>
                <a:gd name="T3" fmla="*/ 170 h 170"/>
                <a:gd name="T4" fmla="*/ 36 w 116"/>
                <a:gd name="T5" fmla="*/ 170 h 170"/>
                <a:gd name="T6" fmla="*/ 0 w 116"/>
                <a:gd name="T7" fmla="*/ 5 h 170"/>
                <a:gd name="T8" fmla="*/ 0 w 116"/>
                <a:gd name="T9" fmla="*/ 5 h 170"/>
                <a:gd name="T10" fmla="*/ 0 w 116"/>
                <a:gd name="T11" fmla="*/ 0 h 170"/>
                <a:gd name="T12" fmla="*/ 0 w 116"/>
                <a:gd name="T13" fmla="*/ 0 h 170"/>
                <a:gd name="T14" fmla="*/ 116 w 116"/>
                <a:gd name="T15" fmla="*/ 37 h 170"/>
                <a:gd name="T16" fmla="*/ 0 w 116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70">
                  <a:moveTo>
                    <a:pt x="0" y="5"/>
                  </a:moveTo>
                  <a:lnTo>
                    <a:pt x="36" y="170"/>
                  </a:lnTo>
                  <a:lnTo>
                    <a:pt x="36" y="170"/>
                  </a:lnTo>
                  <a:lnTo>
                    <a:pt x="0" y="5"/>
                  </a:lnTo>
                  <a:lnTo>
                    <a:pt x="0" y="5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16" y="37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7" name="Freeform 299"/>
            <p:cNvSpPr/>
            <p:nvPr/>
          </p:nvSpPr>
          <p:spPr bwMode="auto">
            <a:xfrm>
              <a:off x="3036951" y="4502188"/>
              <a:ext cx="355600" cy="120650"/>
            </a:xfrm>
            <a:custGeom>
              <a:avLst/>
              <a:gdLst>
                <a:gd name="T0" fmla="*/ 1 w 224"/>
                <a:gd name="T1" fmla="*/ 0 h 76"/>
                <a:gd name="T2" fmla="*/ 0 w 224"/>
                <a:gd name="T3" fmla="*/ 1 h 76"/>
                <a:gd name="T4" fmla="*/ 2 w 224"/>
                <a:gd name="T5" fmla="*/ 3 h 76"/>
                <a:gd name="T6" fmla="*/ 1 w 224"/>
                <a:gd name="T7" fmla="*/ 3 h 76"/>
                <a:gd name="T8" fmla="*/ 1 w 224"/>
                <a:gd name="T9" fmla="*/ 5 h 76"/>
                <a:gd name="T10" fmla="*/ 1 w 224"/>
                <a:gd name="T11" fmla="*/ 5 h 76"/>
                <a:gd name="T12" fmla="*/ 223 w 224"/>
                <a:gd name="T13" fmla="*/ 76 h 76"/>
                <a:gd name="T14" fmla="*/ 224 w 224"/>
                <a:gd name="T15" fmla="*/ 75 h 76"/>
                <a:gd name="T16" fmla="*/ 215 w 224"/>
                <a:gd name="T17" fmla="*/ 68 h 76"/>
                <a:gd name="T18" fmla="*/ 117 w 224"/>
                <a:gd name="T19" fmla="*/ 37 h 76"/>
                <a:gd name="T20" fmla="*/ 1 w 224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4" h="76">
                  <a:moveTo>
                    <a:pt x="1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223" y="76"/>
                  </a:lnTo>
                  <a:lnTo>
                    <a:pt x="224" y="75"/>
                  </a:lnTo>
                  <a:lnTo>
                    <a:pt x="215" y="68"/>
                  </a:lnTo>
                  <a:lnTo>
                    <a:pt x="117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8" name="Freeform 300"/>
            <p:cNvSpPr/>
            <p:nvPr/>
          </p:nvSpPr>
          <p:spPr bwMode="auto">
            <a:xfrm>
              <a:off x="3036951" y="4502188"/>
              <a:ext cx="355600" cy="120650"/>
            </a:xfrm>
            <a:custGeom>
              <a:avLst/>
              <a:gdLst>
                <a:gd name="T0" fmla="*/ 1 w 224"/>
                <a:gd name="T1" fmla="*/ 0 h 76"/>
                <a:gd name="T2" fmla="*/ 0 w 224"/>
                <a:gd name="T3" fmla="*/ 1 h 76"/>
                <a:gd name="T4" fmla="*/ 2 w 224"/>
                <a:gd name="T5" fmla="*/ 3 h 76"/>
                <a:gd name="T6" fmla="*/ 1 w 224"/>
                <a:gd name="T7" fmla="*/ 3 h 76"/>
                <a:gd name="T8" fmla="*/ 1 w 224"/>
                <a:gd name="T9" fmla="*/ 5 h 76"/>
                <a:gd name="T10" fmla="*/ 1 w 224"/>
                <a:gd name="T11" fmla="*/ 5 h 76"/>
                <a:gd name="T12" fmla="*/ 223 w 224"/>
                <a:gd name="T13" fmla="*/ 76 h 76"/>
                <a:gd name="T14" fmla="*/ 224 w 224"/>
                <a:gd name="T15" fmla="*/ 75 h 76"/>
                <a:gd name="T16" fmla="*/ 215 w 224"/>
                <a:gd name="T17" fmla="*/ 68 h 76"/>
                <a:gd name="T18" fmla="*/ 117 w 224"/>
                <a:gd name="T19" fmla="*/ 37 h 76"/>
                <a:gd name="T20" fmla="*/ 1 w 224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4" h="76">
                  <a:moveTo>
                    <a:pt x="1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223" y="76"/>
                  </a:lnTo>
                  <a:lnTo>
                    <a:pt x="224" y="75"/>
                  </a:lnTo>
                  <a:lnTo>
                    <a:pt x="215" y="68"/>
                  </a:lnTo>
                  <a:lnTo>
                    <a:pt x="117" y="37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9" name="Freeform 301"/>
            <p:cNvSpPr/>
            <p:nvPr/>
          </p:nvSpPr>
          <p:spPr bwMode="auto">
            <a:xfrm>
              <a:off x="3378264" y="4610138"/>
              <a:ext cx="15875" cy="11113"/>
            </a:xfrm>
            <a:custGeom>
              <a:avLst/>
              <a:gdLst>
                <a:gd name="T0" fmla="*/ 0 w 10"/>
                <a:gd name="T1" fmla="*/ 0 h 7"/>
                <a:gd name="T2" fmla="*/ 9 w 10"/>
                <a:gd name="T3" fmla="*/ 7 h 7"/>
                <a:gd name="T4" fmla="*/ 10 w 10"/>
                <a:gd name="T5" fmla="*/ 7 h 7"/>
                <a:gd name="T6" fmla="*/ 9 w 10"/>
                <a:gd name="T7" fmla="*/ 7 h 7"/>
                <a:gd name="T8" fmla="*/ 10 w 10"/>
                <a:gd name="T9" fmla="*/ 6 h 7"/>
                <a:gd name="T10" fmla="*/ 8 w 10"/>
                <a:gd name="T11" fmla="*/ 3 h 7"/>
                <a:gd name="T12" fmla="*/ 0 w 10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0" y="0"/>
                  </a:moveTo>
                  <a:lnTo>
                    <a:pt x="9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8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0" name="Freeform 302"/>
            <p:cNvSpPr/>
            <p:nvPr/>
          </p:nvSpPr>
          <p:spPr bwMode="auto">
            <a:xfrm>
              <a:off x="3378264" y="4610138"/>
              <a:ext cx="15875" cy="11113"/>
            </a:xfrm>
            <a:custGeom>
              <a:avLst/>
              <a:gdLst>
                <a:gd name="T0" fmla="*/ 0 w 10"/>
                <a:gd name="T1" fmla="*/ 0 h 7"/>
                <a:gd name="T2" fmla="*/ 9 w 10"/>
                <a:gd name="T3" fmla="*/ 7 h 7"/>
                <a:gd name="T4" fmla="*/ 10 w 10"/>
                <a:gd name="T5" fmla="*/ 7 h 7"/>
                <a:gd name="T6" fmla="*/ 9 w 10"/>
                <a:gd name="T7" fmla="*/ 7 h 7"/>
                <a:gd name="T8" fmla="*/ 10 w 10"/>
                <a:gd name="T9" fmla="*/ 6 h 7"/>
                <a:gd name="T10" fmla="*/ 8 w 10"/>
                <a:gd name="T11" fmla="*/ 3 h 7"/>
                <a:gd name="T12" fmla="*/ 0 w 10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0" y="0"/>
                  </a:moveTo>
                  <a:lnTo>
                    <a:pt x="9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8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1" name="Rectangle 303"/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2" name="Rectangle 304"/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3" name="Freeform 305"/>
            <p:cNvSpPr/>
            <p:nvPr/>
          </p:nvSpPr>
          <p:spPr bwMode="auto">
            <a:xfrm>
              <a:off x="3036951" y="4502188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4" name="Freeform 306"/>
            <p:cNvSpPr/>
            <p:nvPr/>
          </p:nvSpPr>
          <p:spPr bwMode="auto">
            <a:xfrm>
              <a:off x="3036951" y="4502188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5" name="Freeform 307"/>
            <p:cNvSpPr/>
            <p:nvPr/>
          </p:nvSpPr>
          <p:spPr bwMode="auto">
            <a:xfrm>
              <a:off x="3036951" y="450377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6" name="Freeform 308"/>
            <p:cNvSpPr/>
            <p:nvPr/>
          </p:nvSpPr>
          <p:spPr bwMode="auto">
            <a:xfrm>
              <a:off x="3036951" y="450377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7" name="Rectangle 309"/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8" name="Freeform 310"/>
            <p:cNvSpPr/>
            <p:nvPr/>
          </p:nvSpPr>
          <p:spPr bwMode="auto">
            <a:xfrm flipH="1">
              <a:off x="3036951" y="4502188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9" name="Freeform 311"/>
            <p:cNvSpPr/>
            <p:nvPr/>
          </p:nvSpPr>
          <p:spPr bwMode="auto">
            <a:xfrm>
              <a:off x="3065526" y="4668875"/>
              <a:ext cx="23813" cy="106363"/>
            </a:xfrm>
            <a:custGeom>
              <a:avLst/>
              <a:gdLst>
                <a:gd name="T0" fmla="*/ 0 w 15"/>
                <a:gd name="T1" fmla="*/ 0 h 67"/>
                <a:gd name="T2" fmla="*/ 15 w 15"/>
                <a:gd name="T3" fmla="*/ 67 h 67"/>
                <a:gd name="T4" fmla="*/ 15 w 15"/>
                <a:gd name="T5" fmla="*/ 67 h 67"/>
                <a:gd name="T6" fmla="*/ 0 w 15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67">
                  <a:moveTo>
                    <a:pt x="0" y="0"/>
                  </a:moveTo>
                  <a:lnTo>
                    <a:pt x="15" y="67"/>
                  </a:lnTo>
                  <a:lnTo>
                    <a:pt x="15" y="6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0" name="Freeform 312"/>
            <p:cNvSpPr/>
            <p:nvPr/>
          </p:nvSpPr>
          <p:spPr bwMode="auto">
            <a:xfrm>
              <a:off x="3065526" y="4668875"/>
              <a:ext cx="23813" cy="106363"/>
            </a:xfrm>
            <a:custGeom>
              <a:avLst/>
              <a:gdLst>
                <a:gd name="T0" fmla="*/ 0 w 15"/>
                <a:gd name="T1" fmla="*/ 0 h 67"/>
                <a:gd name="T2" fmla="*/ 15 w 15"/>
                <a:gd name="T3" fmla="*/ 67 h 67"/>
                <a:gd name="T4" fmla="*/ 15 w 15"/>
                <a:gd name="T5" fmla="*/ 67 h 67"/>
                <a:gd name="T6" fmla="*/ 0 w 15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67">
                  <a:moveTo>
                    <a:pt x="0" y="0"/>
                  </a:moveTo>
                  <a:lnTo>
                    <a:pt x="15" y="67"/>
                  </a:lnTo>
                  <a:lnTo>
                    <a:pt x="15" y="67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1" name="Freeform 313"/>
            <p:cNvSpPr/>
            <p:nvPr/>
          </p:nvSpPr>
          <p:spPr bwMode="auto">
            <a:xfrm>
              <a:off x="3032189" y="4483138"/>
              <a:ext cx="4763" cy="17463"/>
            </a:xfrm>
            <a:custGeom>
              <a:avLst/>
              <a:gdLst>
                <a:gd name="T0" fmla="*/ 0 w 3"/>
                <a:gd name="T1" fmla="*/ 0 h 11"/>
                <a:gd name="T2" fmla="*/ 0 w 3"/>
                <a:gd name="T3" fmla="*/ 6 h 11"/>
                <a:gd name="T4" fmla="*/ 3 w 3"/>
                <a:gd name="T5" fmla="*/ 11 h 11"/>
                <a:gd name="T6" fmla="*/ 3 w 3"/>
                <a:gd name="T7" fmla="*/ 11 h 11"/>
                <a:gd name="T8" fmla="*/ 0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0" y="0"/>
                  </a:moveTo>
                  <a:lnTo>
                    <a:pt x="0" y="6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2" name="Freeform 314"/>
            <p:cNvSpPr/>
            <p:nvPr/>
          </p:nvSpPr>
          <p:spPr bwMode="auto">
            <a:xfrm>
              <a:off x="3032189" y="4483138"/>
              <a:ext cx="4763" cy="17463"/>
            </a:xfrm>
            <a:custGeom>
              <a:avLst/>
              <a:gdLst>
                <a:gd name="T0" fmla="*/ 0 w 3"/>
                <a:gd name="T1" fmla="*/ 0 h 11"/>
                <a:gd name="T2" fmla="*/ 0 w 3"/>
                <a:gd name="T3" fmla="*/ 6 h 11"/>
                <a:gd name="T4" fmla="*/ 3 w 3"/>
                <a:gd name="T5" fmla="*/ 11 h 11"/>
                <a:gd name="T6" fmla="*/ 3 w 3"/>
                <a:gd name="T7" fmla="*/ 11 h 11"/>
                <a:gd name="T8" fmla="*/ 0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0" y="0"/>
                  </a:moveTo>
                  <a:lnTo>
                    <a:pt x="0" y="6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3" name="Freeform 315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4" name="Freeform 316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5" name="Freeform 317"/>
            <p:cNvSpPr/>
            <p:nvPr/>
          </p:nvSpPr>
          <p:spPr bwMode="auto">
            <a:xfrm>
              <a:off x="3030601" y="4492663"/>
              <a:ext cx="6350" cy="7938"/>
            </a:xfrm>
            <a:custGeom>
              <a:avLst/>
              <a:gdLst>
                <a:gd name="T0" fmla="*/ 1 w 4"/>
                <a:gd name="T1" fmla="*/ 0 h 5"/>
                <a:gd name="T2" fmla="*/ 0 w 4"/>
                <a:gd name="T3" fmla="*/ 4 h 5"/>
                <a:gd name="T4" fmla="*/ 2 w 4"/>
                <a:gd name="T5" fmla="*/ 5 h 5"/>
                <a:gd name="T6" fmla="*/ 4 w 4"/>
                <a:gd name="T7" fmla="*/ 5 h 5"/>
                <a:gd name="T8" fmla="*/ 1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lnTo>
                    <a:pt x="0" y="4"/>
                  </a:lnTo>
                  <a:lnTo>
                    <a:pt x="2" y="5"/>
                  </a:lnTo>
                  <a:lnTo>
                    <a:pt x="4" y="5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6" name="Freeform 318"/>
            <p:cNvSpPr/>
            <p:nvPr/>
          </p:nvSpPr>
          <p:spPr bwMode="auto">
            <a:xfrm>
              <a:off x="3030601" y="4492663"/>
              <a:ext cx="6350" cy="7938"/>
            </a:xfrm>
            <a:custGeom>
              <a:avLst/>
              <a:gdLst>
                <a:gd name="T0" fmla="*/ 1 w 4"/>
                <a:gd name="T1" fmla="*/ 0 h 5"/>
                <a:gd name="T2" fmla="*/ 0 w 4"/>
                <a:gd name="T3" fmla="*/ 4 h 5"/>
                <a:gd name="T4" fmla="*/ 2 w 4"/>
                <a:gd name="T5" fmla="*/ 5 h 5"/>
                <a:gd name="T6" fmla="*/ 4 w 4"/>
                <a:gd name="T7" fmla="*/ 5 h 5"/>
                <a:gd name="T8" fmla="*/ 1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lnTo>
                    <a:pt x="0" y="4"/>
                  </a:lnTo>
                  <a:lnTo>
                    <a:pt x="2" y="5"/>
                  </a:lnTo>
                  <a:lnTo>
                    <a:pt x="4" y="5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7" name="Freeform 319"/>
            <p:cNvSpPr/>
            <p:nvPr/>
          </p:nvSpPr>
          <p:spPr bwMode="auto">
            <a:xfrm>
              <a:off x="3033776" y="4500600"/>
              <a:ext cx="3175" cy="0"/>
            </a:xfrm>
            <a:custGeom>
              <a:avLst/>
              <a:gdLst>
                <a:gd name="T0" fmla="*/ 2 w 2"/>
                <a:gd name="T1" fmla="*/ 0 w 2"/>
                <a:gd name="T2" fmla="*/ 2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8" name="Freeform 320"/>
            <p:cNvSpPr/>
            <p:nvPr/>
          </p:nvSpPr>
          <p:spPr bwMode="auto">
            <a:xfrm>
              <a:off x="3033776" y="4500600"/>
              <a:ext cx="3175" cy="0"/>
            </a:xfrm>
            <a:custGeom>
              <a:avLst/>
              <a:gdLst>
                <a:gd name="T0" fmla="*/ 2 w 2"/>
                <a:gd name="T1" fmla="*/ 0 w 2"/>
                <a:gd name="T2" fmla="*/ 2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9" name="Freeform 321"/>
            <p:cNvSpPr>
              <a:spLocks noEditPoints="1"/>
            </p:cNvSpPr>
            <p:nvPr/>
          </p:nvSpPr>
          <p:spPr bwMode="auto">
            <a:xfrm>
              <a:off x="2976626" y="4508538"/>
              <a:ext cx="88900" cy="393700"/>
            </a:xfrm>
            <a:custGeom>
              <a:avLst/>
              <a:gdLst>
                <a:gd name="T0" fmla="*/ 45 w 56"/>
                <a:gd name="T1" fmla="*/ 205 h 248"/>
                <a:gd name="T2" fmla="*/ 6 w 56"/>
                <a:gd name="T3" fmla="*/ 248 h 248"/>
                <a:gd name="T4" fmla="*/ 6 w 56"/>
                <a:gd name="T5" fmla="*/ 248 h 248"/>
                <a:gd name="T6" fmla="*/ 45 w 56"/>
                <a:gd name="T7" fmla="*/ 205 h 248"/>
                <a:gd name="T8" fmla="*/ 36 w 56"/>
                <a:gd name="T9" fmla="*/ 10 h 248"/>
                <a:gd name="T10" fmla="*/ 6 w 56"/>
                <a:gd name="T11" fmla="*/ 242 h 248"/>
                <a:gd name="T12" fmla="*/ 36 w 56"/>
                <a:gd name="T13" fmla="*/ 10 h 248"/>
                <a:gd name="T14" fmla="*/ 56 w 56"/>
                <a:gd name="T15" fmla="*/ 101 h 248"/>
                <a:gd name="T16" fmla="*/ 36 w 56"/>
                <a:gd name="T17" fmla="*/ 10 h 248"/>
                <a:gd name="T18" fmla="*/ 33 w 56"/>
                <a:gd name="T19" fmla="*/ 0 h 248"/>
                <a:gd name="T20" fmla="*/ 33 w 56"/>
                <a:gd name="T21" fmla="*/ 0 h 248"/>
                <a:gd name="T22" fmla="*/ 0 w 56"/>
                <a:gd name="T23" fmla="*/ 246 h 248"/>
                <a:gd name="T24" fmla="*/ 0 w 56"/>
                <a:gd name="T25" fmla="*/ 246 h 248"/>
                <a:gd name="T26" fmla="*/ 33 w 56"/>
                <a:gd name="T27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248">
                  <a:moveTo>
                    <a:pt x="45" y="205"/>
                  </a:moveTo>
                  <a:lnTo>
                    <a:pt x="6" y="248"/>
                  </a:lnTo>
                  <a:lnTo>
                    <a:pt x="6" y="248"/>
                  </a:lnTo>
                  <a:lnTo>
                    <a:pt x="45" y="205"/>
                  </a:lnTo>
                  <a:close/>
                  <a:moveTo>
                    <a:pt x="36" y="10"/>
                  </a:moveTo>
                  <a:lnTo>
                    <a:pt x="6" y="242"/>
                  </a:lnTo>
                  <a:lnTo>
                    <a:pt x="36" y="10"/>
                  </a:lnTo>
                  <a:lnTo>
                    <a:pt x="56" y="101"/>
                  </a:lnTo>
                  <a:lnTo>
                    <a:pt x="36" y="10"/>
                  </a:lnTo>
                  <a:close/>
                  <a:moveTo>
                    <a:pt x="33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0" name="Freeform 322"/>
            <p:cNvSpPr>
              <a:spLocks noEditPoints="1"/>
            </p:cNvSpPr>
            <p:nvPr/>
          </p:nvSpPr>
          <p:spPr bwMode="auto">
            <a:xfrm>
              <a:off x="2976626" y="4508538"/>
              <a:ext cx="88900" cy="393700"/>
            </a:xfrm>
            <a:custGeom>
              <a:avLst/>
              <a:gdLst>
                <a:gd name="T0" fmla="*/ 45 w 56"/>
                <a:gd name="T1" fmla="*/ 205 h 248"/>
                <a:gd name="T2" fmla="*/ 6 w 56"/>
                <a:gd name="T3" fmla="*/ 248 h 248"/>
                <a:gd name="T4" fmla="*/ 6 w 56"/>
                <a:gd name="T5" fmla="*/ 248 h 248"/>
                <a:gd name="T6" fmla="*/ 45 w 56"/>
                <a:gd name="T7" fmla="*/ 205 h 248"/>
                <a:gd name="T8" fmla="*/ 36 w 56"/>
                <a:gd name="T9" fmla="*/ 10 h 248"/>
                <a:gd name="T10" fmla="*/ 6 w 56"/>
                <a:gd name="T11" fmla="*/ 242 h 248"/>
                <a:gd name="T12" fmla="*/ 36 w 56"/>
                <a:gd name="T13" fmla="*/ 10 h 248"/>
                <a:gd name="T14" fmla="*/ 56 w 56"/>
                <a:gd name="T15" fmla="*/ 101 h 248"/>
                <a:gd name="T16" fmla="*/ 36 w 56"/>
                <a:gd name="T17" fmla="*/ 10 h 248"/>
                <a:gd name="T18" fmla="*/ 33 w 56"/>
                <a:gd name="T19" fmla="*/ 0 h 248"/>
                <a:gd name="T20" fmla="*/ 33 w 56"/>
                <a:gd name="T21" fmla="*/ 0 h 248"/>
                <a:gd name="T22" fmla="*/ 0 w 56"/>
                <a:gd name="T23" fmla="*/ 246 h 248"/>
                <a:gd name="T24" fmla="*/ 0 w 56"/>
                <a:gd name="T25" fmla="*/ 246 h 248"/>
                <a:gd name="T26" fmla="*/ 33 w 56"/>
                <a:gd name="T27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248">
                  <a:moveTo>
                    <a:pt x="45" y="205"/>
                  </a:moveTo>
                  <a:lnTo>
                    <a:pt x="6" y="248"/>
                  </a:lnTo>
                  <a:lnTo>
                    <a:pt x="6" y="248"/>
                  </a:lnTo>
                  <a:lnTo>
                    <a:pt x="45" y="205"/>
                  </a:lnTo>
                  <a:moveTo>
                    <a:pt x="36" y="10"/>
                  </a:moveTo>
                  <a:lnTo>
                    <a:pt x="6" y="242"/>
                  </a:lnTo>
                  <a:lnTo>
                    <a:pt x="36" y="10"/>
                  </a:lnTo>
                  <a:lnTo>
                    <a:pt x="56" y="101"/>
                  </a:lnTo>
                  <a:lnTo>
                    <a:pt x="36" y="10"/>
                  </a:lnTo>
                  <a:moveTo>
                    <a:pt x="33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3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1" name="Freeform 323"/>
            <p:cNvSpPr/>
            <p:nvPr/>
          </p:nvSpPr>
          <p:spPr bwMode="auto">
            <a:xfrm>
              <a:off x="2976626" y="4508538"/>
              <a:ext cx="57150" cy="390525"/>
            </a:xfrm>
            <a:custGeom>
              <a:avLst/>
              <a:gdLst>
                <a:gd name="T0" fmla="*/ 34 w 36"/>
                <a:gd name="T1" fmla="*/ 0 h 246"/>
                <a:gd name="T2" fmla="*/ 33 w 36"/>
                <a:gd name="T3" fmla="*/ 0 h 246"/>
                <a:gd name="T4" fmla="*/ 0 w 36"/>
                <a:gd name="T5" fmla="*/ 246 h 246"/>
                <a:gd name="T6" fmla="*/ 0 w 36"/>
                <a:gd name="T7" fmla="*/ 246 h 246"/>
                <a:gd name="T8" fmla="*/ 1 w 36"/>
                <a:gd name="T9" fmla="*/ 246 h 246"/>
                <a:gd name="T10" fmla="*/ 2 w 36"/>
                <a:gd name="T11" fmla="*/ 243 h 246"/>
                <a:gd name="T12" fmla="*/ 3 w 36"/>
                <a:gd name="T13" fmla="*/ 245 h 246"/>
                <a:gd name="T14" fmla="*/ 6 w 36"/>
                <a:gd name="T15" fmla="*/ 242 h 246"/>
                <a:gd name="T16" fmla="*/ 36 w 36"/>
                <a:gd name="T17" fmla="*/ 10 h 246"/>
                <a:gd name="T18" fmla="*/ 34 w 36"/>
                <a:gd name="T1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46">
                  <a:moveTo>
                    <a:pt x="34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1" y="246"/>
                  </a:lnTo>
                  <a:lnTo>
                    <a:pt x="2" y="243"/>
                  </a:lnTo>
                  <a:lnTo>
                    <a:pt x="3" y="245"/>
                  </a:lnTo>
                  <a:lnTo>
                    <a:pt x="6" y="242"/>
                  </a:lnTo>
                  <a:lnTo>
                    <a:pt x="36" y="10"/>
                  </a:lnTo>
                  <a:lnTo>
                    <a:pt x="3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2" name="Freeform 324"/>
            <p:cNvSpPr/>
            <p:nvPr/>
          </p:nvSpPr>
          <p:spPr bwMode="auto">
            <a:xfrm>
              <a:off x="2976626" y="4508538"/>
              <a:ext cx="57150" cy="390525"/>
            </a:xfrm>
            <a:custGeom>
              <a:avLst/>
              <a:gdLst>
                <a:gd name="T0" fmla="*/ 34 w 36"/>
                <a:gd name="T1" fmla="*/ 0 h 246"/>
                <a:gd name="T2" fmla="*/ 33 w 36"/>
                <a:gd name="T3" fmla="*/ 0 h 246"/>
                <a:gd name="T4" fmla="*/ 0 w 36"/>
                <a:gd name="T5" fmla="*/ 246 h 246"/>
                <a:gd name="T6" fmla="*/ 0 w 36"/>
                <a:gd name="T7" fmla="*/ 246 h 246"/>
                <a:gd name="T8" fmla="*/ 1 w 36"/>
                <a:gd name="T9" fmla="*/ 246 h 246"/>
                <a:gd name="T10" fmla="*/ 2 w 36"/>
                <a:gd name="T11" fmla="*/ 243 h 246"/>
                <a:gd name="T12" fmla="*/ 3 w 36"/>
                <a:gd name="T13" fmla="*/ 245 h 246"/>
                <a:gd name="T14" fmla="*/ 6 w 36"/>
                <a:gd name="T15" fmla="*/ 242 h 246"/>
                <a:gd name="T16" fmla="*/ 36 w 36"/>
                <a:gd name="T17" fmla="*/ 10 h 246"/>
                <a:gd name="T18" fmla="*/ 34 w 36"/>
                <a:gd name="T1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46">
                  <a:moveTo>
                    <a:pt x="34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1" y="246"/>
                  </a:lnTo>
                  <a:lnTo>
                    <a:pt x="2" y="243"/>
                  </a:lnTo>
                  <a:lnTo>
                    <a:pt x="3" y="245"/>
                  </a:lnTo>
                  <a:lnTo>
                    <a:pt x="6" y="242"/>
                  </a:lnTo>
                  <a:lnTo>
                    <a:pt x="36" y="10"/>
                  </a:lnTo>
                  <a:lnTo>
                    <a:pt x="3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3" name="Freeform 325"/>
            <p:cNvSpPr/>
            <p:nvPr/>
          </p:nvSpPr>
          <p:spPr bwMode="auto">
            <a:xfrm>
              <a:off x="3029014" y="450536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2 h 2"/>
                <a:gd name="T8" fmla="*/ 1 w 1"/>
                <a:gd name="T9" fmla="*/ 0 h 2"/>
                <a:gd name="T10" fmla="*/ 0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4" name="Freeform 326"/>
            <p:cNvSpPr/>
            <p:nvPr/>
          </p:nvSpPr>
          <p:spPr bwMode="auto">
            <a:xfrm>
              <a:off x="3029014" y="450536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2 h 2"/>
                <a:gd name="T8" fmla="*/ 1 w 1"/>
                <a:gd name="T9" fmla="*/ 0 h 2"/>
                <a:gd name="T10" fmla="*/ 0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5" name="Freeform 327"/>
            <p:cNvSpPr/>
            <p:nvPr/>
          </p:nvSpPr>
          <p:spPr bwMode="auto">
            <a:xfrm>
              <a:off x="3029014" y="4505363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  <a:gd name="T5" fmla="*/ 1 w 1"/>
                <a:gd name="T6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6" name="Freeform 328"/>
            <p:cNvSpPr/>
            <p:nvPr/>
          </p:nvSpPr>
          <p:spPr bwMode="auto">
            <a:xfrm>
              <a:off x="3029014" y="4505363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  <a:gd name="T5" fmla="*/ 1 w 1"/>
                <a:gd name="T6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7" name="Freeform 329"/>
            <p:cNvSpPr/>
            <p:nvPr/>
          </p:nvSpPr>
          <p:spPr bwMode="auto">
            <a:xfrm>
              <a:off x="3033776" y="4510125"/>
              <a:ext cx="61913" cy="265113"/>
            </a:xfrm>
            <a:custGeom>
              <a:avLst/>
              <a:gdLst>
                <a:gd name="T0" fmla="*/ 2 w 39"/>
                <a:gd name="T1" fmla="*/ 0 h 167"/>
                <a:gd name="T2" fmla="*/ 0 w 39"/>
                <a:gd name="T3" fmla="*/ 9 h 167"/>
                <a:gd name="T4" fmla="*/ 20 w 39"/>
                <a:gd name="T5" fmla="*/ 100 h 167"/>
                <a:gd name="T6" fmla="*/ 35 w 39"/>
                <a:gd name="T7" fmla="*/ 167 h 167"/>
                <a:gd name="T8" fmla="*/ 36 w 39"/>
                <a:gd name="T9" fmla="*/ 167 h 167"/>
                <a:gd name="T10" fmla="*/ 39 w 39"/>
                <a:gd name="T11" fmla="*/ 164 h 167"/>
                <a:gd name="T12" fmla="*/ 39 w 39"/>
                <a:gd name="T13" fmla="*/ 165 h 167"/>
                <a:gd name="T14" fmla="*/ 39 w 39"/>
                <a:gd name="T15" fmla="*/ 165 h 167"/>
                <a:gd name="T16" fmla="*/ 3 w 39"/>
                <a:gd name="T17" fmla="*/ 0 h 167"/>
                <a:gd name="T18" fmla="*/ 2 w 39"/>
                <a:gd name="T19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167">
                  <a:moveTo>
                    <a:pt x="2" y="0"/>
                  </a:moveTo>
                  <a:lnTo>
                    <a:pt x="0" y="9"/>
                  </a:lnTo>
                  <a:lnTo>
                    <a:pt x="20" y="100"/>
                  </a:lnTo>
                  <a:lnTo>
                    <a:pt x="35" y="167"/>
                  </a:lnTo>
                  <a:lnTo>
                    <a:pt x="36" y="167"/>
                  </a:lnTo>
                  <a:lnTo>
                    <a:pt x="39" y="164"/>
                  </a:lnTo>
                  <a:lnTo>
                    <a:pt x="39" y="165"/>
                  </a:lnTo>
                  <a:lnTo>
                    <a:pt x="39" y="165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8" name="Freeform 330"/>
            <p:cNvSpPr/>
            <p:nvPr/>
          </p:nvSpPr>
          <p:spPr bwMode="auto">
            <a:xfrm>
              <a:off x="3033776" y="4510125"/>
              <a:ext cx="61913" cy="265113"/>
            </a:xfrm>
            <a:custGeom>
              <a:avLst/>
              <a:gdLst>
                <a:gd name="T0" fmla="*/ 2 w 39"/>
                <a:gd name="T1" fmla="*/ 0 h 167"/>
                <a:gd name="T2" fmla="*/ 0 w 39"/>
                <a:gd name="T3" fmla="*/ 9 h 167"/>
                <a:gd name="T4" fmla="*/ 20 w 39"/>
                <a:gd name="T5" fmla="*/ 100 h 167"/>
                <a:gd name="T6" fmla="*/ 35 w 39"/>
                <a:gd name="T7" fmla="*/ 167 h 167"/>
                <a:gd name="T8" fmla="*/ 36 w 39"/>
                <a:gd name="T9" fmla="*/ 167 h 167"/>
                <a:gd name="T10" fmla="*/ 39 w 39"/>
                <a:gd name="T11" fmla="*/ 164 h 167"/>
                <a:gd name="T12" fmla="*/ 39 w 39"/>
                <a:gd name="T13" fmla="*/ 165 h 167"/>
                <a:gd name="T14" fmla="*/ 39 w 39"/>
                <a:gd name="T15" fmla="*/ 165 h 167"/>
                <a:gd name="T16" fmla="*/ 3 w 39"/>
                <a:gd name="T17" fmla="*/ 0 h 167"/>
                <a:gd name="T18" fmla="*/ 2 w 39"/>
                <a:gd name="T19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167">
                  <a:moveTo>
                    <a:pt x="2" y="0"/>
                  </a:moveTo>
                  <a:lnTo>
                    <a:pt x="0" y="9"/>
                  </a:lnTo>
                  <a:lnTo>
                    <a:pt x="20" y="100"/>
                  </a:lnTo>
                  <a:lnTo>
                    <a:pt x="35" y="167"/>
                  </a:lnTo>
                  <a:lnTo>
                    <a:pt x="36" y="167"/>
                  </a:lnTo>
                  <a:lnTo>
                    <a:pt x="39" y="164"/>
                  </a:lnTo>
                  <a:lnTo>
                    <a:pt x="39" y="165"/>
                  </a:lnTo>
                  <a:lnTo>
                    <a:pt x="39" y="165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9" name="Rectangle 331"/>
            <p:cNvSpPr>
              <a:spLocks noChangeArrowheads="1"/>
            </p:cNvSpPr>
            <p:nvPr/>
          </p:nvSpPr>
          <p:spPr bwMode="auto">
            <a:xfrm>
              <a:off x="3036951" y="4506950"/>
              <a:ext cx="1588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0" name="Rectangle 332"/>
            <p:cNvSpPr>
              <a:spLocks noChangeArrowheads="1"/>
            </p:cNvSpPr>
            <p:nvPr/>
          </p:nvSpPr>
          <p:spPr bwMode="auto">
            <a:xfrm>
              <a:off x="3036951" y="4506950"/>
              <a:ext cx="1588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1" name="Rectangle 333"/>
            <p:cNvSpPr>
              <a:spLocks noChangeArrowheads="1"/>
            </p:cNvSpPr>
            <p:nvPr/>
          </p:nvSpPr>
          <p:spPr bwMode="auto">
            <a:xfrm>
              <a:off x="3036951" y="45006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2" name="Rectangle 334"/>
            <p:cNvSpPr>
              <a:spLocks noChangeArrowheads="1"/>
            </p:cNvSpPr>
            <p:nvPr/>
          </p:nvSpPr>
          <p:spPr bwMode="auto">
            <a:xfrm>
              <a:off x="3036951" y="45006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3" name="Freeform 335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4" name="Freeform 336"/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5" name="Freeform 337"/>
            <p:cNvSpPr/>
            <p:nvPr/>
          </p:nvSpPr>
          <p:spPr bwMode="auto">
            <a:xfrm>
              <a:off x="3030601" y="4508538"/>
              <a:ext cx="6350" cy="15875"/>
            </a:xfrm>
            <a:custGeom>
              <a:avLst/>
              <a:gdLst>
                <a:gd name="T0" fmla="*/ 2 w 4"/>
                <a:gd name="T1" fmla="*/ 0 h 10"/>
                <a:gd name="T2" fmla="*/ 0 w 4"/>
                <a:gd name="T3" fmla="*/ 0 h 10"/>
                <a:gd name="T4" fmla="*/ 2 w 4"/>
                <a:gd name="T5" fmla="*/ 10 h 10"/>
                <a:gd name="T6" fmla="*/ 4 w 4"/>
                <a:gd name="T7" fmla="*/ 1 h 10"/>
                <a:gd name="T8" fmla="*/ 2 w 4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0">
                  <a:moveTo>
                    <a:pt x="2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4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6" name="Freeform 338"/>
            <p:cNvSpPr/>
            <p:nvPr/>
          </p:nvSpPr>
          <p:spPr bwMode="auto">
            <a:xfrm>
              <a:off x="3030601" y="4508538"/>
              <a:ext cx="6350" cy="15875"/>
            </a:xfrm>
            <a:custGeom>
              <a:avLst/>
              <a:gdLst>
                <a:gd name="T0" fmla="*/ 2 w 4"/>
                <a:gd name="T1" fmla="*/ 0 h 10"/>
                <a:gd name="T2" fmla="*/ 0 w 4"/>
                <a:gd name="T3" fmla="*/ 0 h 10"/>
                <a:gd name="T4" fmla="*/ 2 w 4"/>
                <a:gd name="T5" fmla="*/ 10 h 10"/>
                <a:gd name="T6" fmla="*/ 4 w 4"/>
                <a:gd name="T7" fmla="*/ 1 h 10"/>
                <a:gd name="T8" fmla="*/ 2 w 4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0">
                  <a:moveTo>
                    <a:pt x="2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4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7" name="Freeform 339"/>
            <p:cNvSpPr/>
            <p:nvPr/>
          </p:nvSpPr>
          <p:spPr bwMode="auto">
            <a:xfrm>
              <a:off x="3033776" y="4506950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8" name="Freeform 340"/>
            <p:cNvSpPr/>
            <p:nvPr/>
          </p:nvSpPr>
          <p:spPr bwMode="auto">
            <a:xfrm>
              <a:off x="3033776" y="4506950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9" name="Freeform 341"/>
            <p:cNvSpPr>
              <a:spLocks noEditPoints="1"/>
            </p:cNvSpPr>
            <p:nvPr/>
          </p:nvSpPr>
          <p:spPr bwMode="auto">
            <a:xfrm>
              <a:off x="3030601" y="4499013"/>
              <a:ext cx="7938" cy="7938"/>
            </a:xfrm>
            <a:custGeom>
              <a:avLst/>
              <a:gdLst>
                <a:gd name="T0" fmla="*/ 4 w 5"/>
                <a:gd name="T1" fmla="*/ 3 h 5"/>
                <a:gd name="T2" fmla="*/ 4 w 5"/>
                <a:gd name="T3" fmla="*/ 5 h 5"/>
                <a:gd name="T4" fmla="*/ 5 w 5"/>
                <a:gd name="T5" fmla="*/ 5 h 5"/>
                <a:gd name="T6" fmla="*/ 4 w 5"/>
                <a:gd name="T7" fmla="*/ 3 h 5"/>
                <a:gd name="T8" fmla="*/ 0 w 5"/>
                <a:gd name="T9" fmla="*/ 0 h 5"/>
                <a:gd name="T10" fmla="*/ 0 w 5"/>
                <a:gd name="T11" fmla="*/ 1 h 5"/>
                <a:gd name="T12" fmla="*/ 2 w 5"/>
                <a:gd name="T13" fmla="*/ 1 h 5"/>
                <a:gd name="T14" fmla="*/ 2 w 5"/>
                <a:gd name="T15" fmla="*/ 1 h 5"/>
                <a:gd name="T16" fmla="*/ 0 w 5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lnTo>
                    <a:pt x="4" y="5"/>
                  </a:lnTo>
                  <a:lnTo>
                    <a:pt x="5" y="5"/>
                  </a:lnTo>
                  <a:lnTo>
                    <a:pt x="4" y="3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0" name="Freeform 342"/>
            <p:cNvSpPr>
              <a:spLocks noEditPoints="1"/>
            </p:cNvSpPr>
            <p:nvPr/>
          </p:nvSpPr>
          <p:spPr bwMode="auto">
            <a:xfrm>
              <a:off x="3030601" y="4499013"/>
              <a:ext cx="7938" cy="7938"/>
            </a:xfrm>
            <a:custGeom>
              <a:avLst/>
              <a:gdLst>
                <a:gd name="T0" fmla="*/ 4 w 5"/>
                <a:gd name="T1" fmla="*/ 3 h 5"/>
                <a:gd name="T2" fmla="*/ 4 w 5"/>
                <a:gd name="T3" fmla="*/ 5 h 5"/>
                <a:gd name="T4" fmla="*/ 5 w 5"/>
                <a:gd name="T5" fmla="*/ 5 h 5"/>
                <a:gd name="T6" fmla="*/ 4 w 5"/>
                <a:gd name="T7" fmla="*/ 3 h 5"/>
                <a:gd name="T8" fmla="*/ 0 w 5"/>
                <a:gd name="T9" fmla="*/ 0 h 5"/>
                <a:gd name="T10" fmla="*/ 0 w 5"/>
                <a:gd name="T11" fmla="*/ 1 h 5"/>
                <a:gd name="T12" fmla="*/ 2 w 5"/>
                <a:gd name="T13" fmla="*/ 1 h 5"/>
                <a:gd name="T14" fmla="*/ 2 w 5"/>
                <a:gd name="T15" fmla="*/ 1 h 5"/>
                <a:gd name="T16" fmla="*/ 0 w 5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lnTo>
                    <a:pt x="4" y="5"/>
                  </a:lnTo>
                  <a:lnTo>
                    <a:pt x="5" y="5"/>
                  </a:lnTo>
                  <a:lnTo>
                    <a:pt x="4" y="3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1" name="Freeform 343"/>
            <p:cNvSpPr>
              <a:spLocks noEditPoints="1"/>
            </p:cNvSpPr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2 h 5"/>
                <a:gd name="T2" fmla="*/ 2 w 4"/>
                <a:gd name="T3" fmla="*/ 2 h 5"/>
                <a:gd name="T4" fmla="*/ 1 w 4"/>
                <a:gd name="T5" fmla="*/ 4 h 5"/>
                <a:gd name="T6" fmla="*/ 1 w 4"/>
                <a:gd name="T7" fmla="*/ 4 h 5"/>
                <a:gd name="T8" fmla="*/ 0 w 4"/>
                <a:gd name="T9" fmla="*/ 3 h 5"/>
                <a:gd name="T10" fmla="*/ 0 w 4"/>
                <a:gd name="T11" fmla="*/ 5 h 5"/>
                <a:gd name="T12" fmla="*/ 2 w 4"/>
                <a:gd name="T13" fmla="*/ 5 h 5"/>
                <a:gd name="T14" fmla="*/ 1 w 4"/>
                <a:gd name="T15" fmla="*/ 4 h 5"/>
                <a:gd name="T16" fmla="*/ 2 w 4"/>
                <a:gd name="T17" fmla="*/ 2 h 5"/>
                <a:gd name="T18" fmla="*/ 4 w 4"/>
                <a:gd name="T19" fmla="*/ 0 h 5"/>
                <a:gd name="T20" fmla="*/ 4 w 4"/>
                <a:gd name="T21" fmla="*/ 0 h 5"/>
                <a:gd name="T22" fmla="*/ 4 w 4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lnTo>
                    <a:pt x="2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1" y="4"/>
                  </a:lnTo>
                  <a:lnTo>
                    <a:pt x="2" y="2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2" name="Freeform 344"/>
            <p:cNvSpPr>
              <a:spLocks noEditPoints="1"/>
            </p:cNvSpPr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2 h 5"/>
                <a:gd name="T2" fmla="*/ 2 w 4"/>
                <a:gd name="T3" fmla="*/ 2 h 5"/>
                <a:gd name="T4" fmla="*/ 1 w 4"/>
                <a:gd name="T5" fmla="*/ 4 h 5"/>
                <a:gd name="T6" fmla="*/ 1 w 4"/>
                <a:gd name="T7" fmla="*/ 4 h 5"/>
                <a:gd name="T8" fmla="*/ 0 w 4"/>
                <a:gd name="T9" fmla="*/ 3 h 5"/>
                <a:gd name="T10" fmla="*/ 0 w 4"/>
                <a:gd name="T11" fmla="*/ 5 h 5"/>
                <a:gd name="T12" fmla="*/ 2 w 4"/>
                <a:gd name="T13" fmla="*/ 5 h 5"/>
                <a:gd name="T14" fmla="*/ 1 w 4"/>
                <a:gd name="T15" fmla="*/ 4 h 5"/>
                <a:gd name="T16" fmla="*/ 2 w 4"/>
                <a:gd name="T17" fmla="*/ 2 h 5"/>
                <a:gd name="T18" fmla="*/ 4 w 4"/>
                <a:gd name="T19" fmla="*/ 0 h 5"/>
                <a:gd name="T20" fmla="*/ 4 w 4"/>
                <a:gd name="T21" fmla="*/ 0 h 5"/>
                <a:gd name="T22" fmla="*/ 4 w 4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lnTo>
                    <a:pt x="2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1" y="4"/>
                  </a:lnTo>
                  <a:lnTo>
                    <a:pt x="2" y="2"/>
                  </a:lnTo>
                  <a:moveTo>
                    <a:pt x="4" y="0"/>
                  </a:move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3" name="Freeform 345"/>
            <p:cNvSpPr/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0 w 4"/>
                <a:gd name="T11" fmla="*/ 3 h 5"/>
                <a:gd name="T12" fmla="*/ 2 w 4"/>
                <a:gd name="T13" fmla="*/ 2 h 5"/>
                <a:gd name="T14" fmla="*/ 0 w 4"/>
                <a:gd name="T15" fmla="*/ 2 h 5"/>
                <a:gd name="T16" fmla="*/ 2 w 4"/>
                <a:gd name="T17" fmla="*/ 2 h 5"/>
                <a:gd name="T18" fmla="*/ 0 w 4"/>
                <a:gd name="T19" fmla="*/ 3 h 5"/>
                <a:gd name="T20" fmla="*/ 0 w 4"/>
                <a:gd name="T21" fmla="*/ 3 h 5"/>
                <a:gd name="T22" fmla="*/ 1 w 4"/>
                <a:gd name="T23" fmla="*/ 4 h 5"/>
                <a:gd name="T24" fmla="*/ 1 w 4"/>
                <a:gd name="T25" fmla="*/ 4 h 5"/>
                <a:gd name="T26" fmla="*/ 2 w 4"/>
                <a:gd name="T27" fmla="*/ 2 h 5"/>
                <a:gd name="T28" fmla="*/ 1 w 4"/>
                <a:gd name="T29" fmla="*/ 4 h 5"/>
                <a:gd name="T30" fmla="*/ 2 w 4"/>
                <a:gd name="T31" fmla="*/ 5 h 5"/>
                <a:gd name="T32" fmla="*/ 4 w 4"/>
                <a:gd name="T33" fmla="*/ 4 h 5"/>
                <a:gd name="T34" fmla="*/ 4 w 4"/>
                <a:gd name="T35" fmla="*/ 2 h 5"/>
                <a:gd name="T36" fmla="*/ 4 w 4"/>
                <a:gd name="T37" fmla="*/ 1 h 5"/>
                <a:gd name="T38" fmla="*/ 4 w 4"/>
                <a:gd name="T39" fmla="*/ 1 h 5"/>
                <a:gd name="T40" fmla="*/ 4 w 4"/>
                <a:gd name="T41" fmla="*/ 0 h 5"/>
                <a:gd name="T42" fmla="*/ 4 w 4"/>
                <a:gd name="T43" fmla="*/ 0 h 5"/>
                <a:gd name="T44" fmla="*/ 2 w 4"/>
                <a:gd name="T4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4"/>
                  </a:lnTo>
                  <a:lnTo>
                    <a:pt x="2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4" name="Freeform 346"/>
            <p:cNvSpPr/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0 w 4"/>
                <a:gd name="T11" fmla="*/ 3 h 5"/>
                <a:gd name="T12" fmla="*/ 2 w 4"/>
                <a:gd name="T13" fmla="*/ 2 h 5"/>
                <a:gd name="T14" fmla="*/ 0 w 4"/>
                <a:gd name="T15" fmla="*/ 2 h 5"/>
                <a:gd name="T16" fmla="*/ 2 w 4"/>
                <a:gd name="T17" fmla="*/ 2 h 5"/>
                <a:gd name="T18" fmla="*/ 0 w 4"/>
                <a:gd name="T19" fmla="*/ 3 h 5"/>
                <a:gd name="T20" fmla="*/ 0 w 4"/>
                <a:gd name="T21" fmla="*/ 3 h 5"/>
                <a:gd name="T22" fmla="*/ 1 w 4"/>
                <a:gd name="T23" fmla="*/ 4 h 5"/>
                <a:gd name="T24" fmla="*/ 1 w 4"/>
                <a:gd name="T25" fmla="*/ 4 h 5"/>
                <a:gd name="T26" fmla="*/ 2 w 4"/>
                <a:gd name="T27" fmla="*/ 2 h 5"/>
                <a:gd name="T28" fmla="*/ 1 w 4"/>
                <a:gd name="T29" fmla="*/ 4 h 5"/>
                <a:gd name="T30" fmla="*/ 2 w 4"/>
                <a:gd name="T31" fmla="*/ 5 h 5"/>
                <a:gd name="T32" fmla="*/ 4 w 4"/>
                <a:gd name="T33" fmla="*/ 4 h 5"/>
                <a:gd name="T34" fmla="*/ 4 w 4"/>
                <a:gd name="T35" fmla="*/ 2 h 5"/>
                <a:gd name="T36" fmla="*/ 4 w 4"/>
                <a:gd name="T37" fmla="*/ 1 h 5"/>
                <a:gd name="T38" fmla="*/ 4 w 4"/>
                <a:gd name="T39" fmla="*/ 1 h 5"/>
                <a:gd name="T40" fmla="*/ 4 w 4"/>
                <a:gd name="T41" fmla="*/ 0 h 5"/>
                <a:gd name="T42" fmla="*/ 4 w 4"/>
                <a:gd name="T43" fmla="*/ 0 h 5"/>
                <a:gd name="T44" fmla="*/ 2 w 4"/>
                <a:gd name="T4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4"/>
                  </a:lnTo>
                  <a:lnTo>
                    <a:pt x="2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5" name="Freeform 347"/>
            <p:cNvSpPr>
              <a:spLocks noEditPoints="1"/>
            </p:cNvSpPr>
            <p:nvPr/>
          </p:nvSpPr>
          <p:spPr bwMode="auto">
            <a:xfrm>
              <a:off x="435039" y="3635413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6" name="Freeform 348"/>
            <p:cNvSpPr>
              <a:spLocks noEditPoints="1"/>
            </p:cNvSpPr>
            <p:nvPr/>
          </p:nvSpPr>
          <p:spPr bwMode="auto">
            <a:xfrm>
              <a:off x="435039" y="3635413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7" name="Freeform 349"/>
            <p:cNvSpPr/>
            <p:nvPr/>
          </p:nvSpPr>
          <p:spPr bwMode="auto">
            <a:xfrm>
              <a:off x="1063689" y="3638588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8" name="Freeform 350"/>
            <p:cNvSpPr/>
            <p:nvPr/>
          </p:nvSpPr>
          <p:spPr bwMode="auto">
            <a:xfrm>
              <a:off x="1063689" y="3638588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9" name="Freeform 351"/>
            <p:cNvSpPr>
              <a:spLocks noEditPoints="1"/>
            </p:cNvSpPr>
            <p:nvPr/>
          </p:nvSpPr>
          <p:spPr bwMode="auto">
            <a:xfrm>
              <a:off x="431864" y="3649700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0" name="Freeform 352"/>
            <p:cNvSpPr>
              <a:spLocks noEditPoints="1"/>
            </p:cNvSpPr>
            <p:nvPr/>
          </p:nvSpPr>
          <p:spPr bwMode="auto">
            <a:xfrm>
              <a:off x="431864" y="3649700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1" name="Freeform 353"/>
            <p:cNvSpPr/>
            <p:nvPr/>
          </p:nvSpPr>
          <p:spPr bwMode="auto">
            <a:xfrm>
              <a:off x="850964" y="3644938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2" name="Freeform 354"/>
            <p:cNvSpPr/>
            <p:nvPr/>
          </p:nvSpPr>
          <p:spPr bwMode="auto">
            <a:xfrm>
              <a:off x="850964" y="3644938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3" name="Freeform 355"/>
            <p:cNvSpPr/>
            <p:nvPr/>
          </p:nvSpPr>
          <p:spPr bwMode="auto">
            <a:xfrm>
              <a:off x="854139" y="4813338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4" name="Freeform 356"/>
            <p:cNvSpPr/>
            <p:nvPr/>
          </p:nvSpPr>
          <p:spPr bwMode="auto">
            <a:xfrm>
              <a:off x="854139" y="4813338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5" name="Freeform 357"/>
            <p:cNvSpPr/>
            <p:nvPr/>
          </p:nvSpPr>
          <p:spPr bwMode="auto">
            <a:xfrm>
              <a:off x="852551" y="48133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6" name="Freeform 358"/>
            <p:cNvSpPr/>
            <p:nvPr/>
          </p:nvSpPr>
          <p:spPr bwMode="auto">
            <a:xfrm>
              <a:off x="852551" y="48133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7" name="Freeform 359"/>
            <p:cNvSpPr>
              <a:spLocks noEditPoints="1"/>
            </p:cNvSpPr>
            <p:nvPr/>
          </p:nvSpPr>
          <p:spPr bwMode="auto">
            <a:xfrm>
              <a:off x="849376" y="4808575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8" name="Freeform 360"/>
            <p:cNvSpPr>
              <a:spLocks noEditPoints="1"/>
            </p:cNvSpPr>
            <p:nvPr/>
          </p:nvSpPr>
          <p:spPr bwMode="auto">
            <a:xfrm>
              <a:off x="849376" y="4808575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9" name="Freeform 361"/>
            <p:cNvSpPr/>
            <p:nvPr/>
          </p:nvSpPr>
          <p:spPr bwMode="auto">
            <a:xfrm>
              <a:off x="849376" y="4795875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0" name="Freeform 362"/>
            <p:cNvSpPr/>
            <p:nvPr/>
          </p:nvSpPr>
          <p:spPr bwMode="auto">
            <a:xfrm>
              <a:off x="849376" y="4795875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1" name="Freeform 363"/>
            <p:cNvSpPr>
              <a:spLocks noEditPoints="1"/>
            </p:cNvSpPr>
            <p:nvPr/>
          </p:nvSpPr>
          <p:spPr bwMode="auto">
            <a:xfrm>
              <a:off x="262001" y="3271875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2" name="Freeform 364"/>
            <p:cNvSpPr>
              <a:spLocks noEditPoints="1"/>
            </p:cNvSpPr>
            <p:nvPr/>
          </p:nvSpPr>
          <p:spPr bwMode="auto">
            <a:xfrm>
              <a:off x="262001" y="3271875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3" name="Freeform 365"/>
            <p:cNvSpPr>
              <a:spLocks noEditPoints="1"/>
            </p:cNvSpPr>
            <p:nvPr/>
          </p:nvSpPr>
          <p:spPr bwMode="auto">
            <a:xfrm>
              <a:off x="1058926" y="3638588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4" name="Freeform 366"/>
            <p:cNvSpPr>
              <a:spLocks noEditPoints="1"/>
            </p:cNvSpPr>
            <p:nvPr/>
          </p:nvSpPr>
          <p:spPr bwMode="auto">
            <a:xfrm>
              <a:off x="1058926" y="3638588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5" name="Freeform 367"/>
            <p:cNvSpPr>
              <a:spLocks noEditPoints="1"/>
            </p:cNvSpPr>
            <p:nvPr/>
          </p:nvSpPr>
          <p:spPr bwMode="auto">
            <a:xfrm>
              <a:off x="435039" y="3638588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6" name="Freeform 368"/>
            <p:cNvSpPr>
              <a:spLocks noEditPoints="1"/>
            </p:cNvSpPr>
            <p:nvPr/>
          </p:nvSpPr>
          <p:spPr bwMode="auto">
            <a:xfrm>
              <a:off x="435039" y="3638588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7" name="Freeform 369"/>
            <p:cNvSpPr/>
            <p:nvPr/>
          </p:nvSpPr>
          <p:spPr bwMode="auto">
            <a:xfrm>
              <a:off x="1057339" y="3638588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8" name="Freeform 370"/>
            <p:cNvSpPr/>
            <p:nvPr/>
          </p:nvSpPr>
          <p:spPr bwMode="auto">
            <a:xfrm>
              <a:off x="1057339" y="3638588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9" name="Freeform 372"/>
            <p:cNvSpPr/>
            <p:nvPr/>
          </p:nvSpPr>
          <p:spPr bwMode="auto">
            <a:xfrm>
              <a:off x="430276" y="4037050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0" name="Freeform 373"/>
            <p:cNvSpPr/>
            <p:nvPr/>
          </p:nvSpPr>
          <p:spPr bwMode="auto">
            <a:xfrm>
              <a:off x="430276" y="4037050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1" name="Freeform 374"/>
            <p:cNvSpPr/>
            <p:nvPr/>
          </p:nvSpPr>
          <p:spPr bwMode="auto">
            <a:xfrm>
              <a:off x="430276" y="4037050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2" name="Freeform 375"/>
            <p:cNvSpPr/>
            <p:nvPr/>
          </p:nvSpPr>
          <p:spPr bwMode="auto">
            <a:xfrm>
              <a:off x="430276" y="4037050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3" name="Freeform 376"/>
            <p:cNvSpPr>
              <a:spLocks noEditPoints="1"/>
            </p:cNvSpPr>
            <p:nvPr/>
          </p:nvSpPr>
          <p:spPr bwMode="auto">
            <a:xfrm>
              <a:off x="15939" y="326711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4" name="Freeform 377"/>
            <p:cNvSpPr>
              <a:spLocks noEditPoints="1"/>
            </p:cNvSpPr>
            <p:nvPr/>
          </p:nvSpPr>
          <p:spPr bwMode="auto">
            <a:xfrm>
              <a:off x="15939" y="326711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5" name="Freeform 378"/>
            <p:cNvSpPr>
              <a:spLocks noEditPoints="1"/>
            </p:cNvSpPr>
            <p:nvPr/>
          </p:nvSpPr>
          <p:spPr bwMode="auto">
            <a:xfrm>
              <a:off x="428689" y="4032287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6" name="Freeform 379"/>
            <p:cNvSpPr>
              <a:spLocks noEditPoints="1"/>
            </p:cNvSpPr>
            <p:nvPr/>
          </p:nvSpPr>
          <p:spPr bwMode="auto">
            <a:xfrm>
              <a:off x="428689" y="4032287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7" name="Freeform 380"/>
            <p:cNvSpPr>
              <a:spLocks noEditPoints="1"/>
            </p:cNvSpPr>
            <p:nvPr/>
          </p:nvSpPr>
          <p:spPr bwMode="auto">
            <a:xfrm>
              <a:off x="263589" y="327346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8" name="Freeform 381"/>
            <p:cNvSpPr>
              <a:spLocks noEditPoints="1"/>
            </p:cNvSpPr>
            <p:nvPr/>
          </p:nvSpPr>
          <p:spPr bwMode="auto">
            <a:xfrm>
              <a:off x="263589" y="327346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9" name="Freeform 382"/>
            <p:cNvSpPr>
              <a:spLocks noEditPoints="1"/>
            </p:cNvSpPr>
            <p:nvPr/>
          </p:nvSpPr>
          <p:spPr bwMode="auto">
            <a:xfrm>
              <a:off x="428689" y="4027525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0" name="Freeform 383"/>
            <p:cNvSpPr>
              <a:spLocks noEditPoints="1"/>
            </p:cNvSpPr>
            <p:nvPr/>
          </p:nvSpPr>
          <p:spPr bwMode="auto">
            <a:xfrm>
              <a:off x="428689" y="4027525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1" name="Freeform 384"/>
            <p:cNvSpPr/>
            <p:nvPr/>
          </p:nvSpPr>
          <p:spPr bwMode="auto">
            <a:xfrm>
              <a:off x="2294001" y="3456025"/>
              <a:ext cx="4762" cy="7938"/>
            </a:xfrm>
            <a:custGeom>
              <a:avLst/>
              <a:gdLst>
                <a:gd name="T0" fmla="*/ 2 w 3"/>
                <a:gd name="T1" fmla="*/ 0 h 5"/>
                <a:gd name="T2" fmla="*/ 0 w 3"/>
                <a:gd name="T3" fmla="*/ 5 h 5"/>
                <a:gd name="T4" fmla="*/ 1 w 3"/>
                <a:gd name="T5" fmla="*/ 5 h 5"/>
                <a:gd name="T6" fmla="*/ 3 w 3"/>
                <a:gd name="T7" fmla="*/ 3 h 5"/>
                <a:gd name="T8" fmla="*/ 2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2" name="Freeform 385"/>
            <p:cNvSpPr/>
            <p:nvPr/>
          </p:nvSpPr>
          <p:spPr bwMode="auto">
            <a:xfrm>
              <a:off x="2294001" y="3456025"/>
              <a:ext cx="4762" cy="7938"/>
            </a:xfrm>
            <a:custGeom>
              <a:avLst/>
              <a:gdLst>
                <a:gd name="T0" fmla="*/ 2 w 3"/>
                <a:gd name="T1" fmla="*/ 0 h 5"/>
                <a:gd name="T2" fmla="*/ 0 w 3"/>
                <a:gd name="T3" fmla="*/ 5 h 5"/>
                <a:gd name="T4" fmla="*/ 1 w 3"/>
                <a:gd name="T5" fmla="*/ 5 h 5"/>
                <a:gd name="T6" fmla="*/ 3 w 3"/>
                <a:gd name="T7" fmla="*/ 3 h 5"/>
                <a:gd name="T8" fmla="*/ 2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3" name="Freeform 386"/>
            <p:cNvSpPr/>
            <p:nvPr/>
          </p:nvSpPr>
          <p:spPr bwMode="auto">
            <a:xfrm>
              <a:off x="2294001" y="34639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0 w 2"/>
                <a:gd name="T5" fmla="*/ 1 h 2"/>
                <a:gd name="T6" fmla="*/ 0 w 2"/>
                <a:gd name="T7" fmla="*/ 0 h 2"/>
                <a:gd name="T8" fmla="*/ 2 w 2"/>
                <a:gd name="T9" fmla="*/ 2 h 2"/>
                <a:gd name="T10" fmla="*/ 0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4" name="Freeform 387"/>
            <p:cNvSpPr/>
            <p:nvPr/>
          </p:nvSpPr>
          <p:spPr bwMode="auto">
            <a:xfrm>
              <a:off x="2294001" y="34639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0 w 2"/>
                <a:gd name="T5" fmla="*/ 1 h 2"/>
                <a:gd name="T6" fmla="*/ 0 w 2"/>
                <a:gd name="T7" fmla="*/ 0 h 2"/>
                <a:gd name="T8" fmla="*/ 2 w 2"/>
                <a:gd name="T9" fmla="*/ 2 h 2"/>
                <a:gd name="T10" fmla="*/ 0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5" name="Freeform 388"/>
            <p:cNvSpPr/>
            <p:nvPr/>
          </p:nvSpPr>
          <p:spPr bwMode="auto">
            <a:xfrm>
              <a:off x="2152714" y="3468725"/>
              <a:ext cx="252412" cy="430213"/>
            </a:xfrm>
            <a:custGeom>
              <a:avLst/>
              <a:gdLst>
                <a:gd name="T0" fmla="*/ 93 w 159"/>
                <a:gd name="T1" fmla="*/ 0 h 271"/>
                <a:gd name="T2" fmla="*/ 93 w 159"/>
                <a:gd name="T3" fmla="*/ 0 h 271"/>
                <a:gd name="T4" fmla="*/ 90 w 159"/>
                <a:gd name="T5" fmla="*/ 6 h 271"/>
                <a:gd name="T6" fmla="*/ 154 w 159"/>
                <a:gd name="T7" fmla="*/ 269 h 271"/>
                <a:gd name="T8" fmla="*/ 0 w 159"/>
                <a:gd name="T9" fmla="*/ 209 h 271"/>
                <a:gd name="T10" fmla="*/ 0 w 159"/>
                <a:gd name="T11" fmla="*/ 209 h 271"/>
                <a:gd name="T12" fmla="*/ 156 w 159"/>
                <a:gd name="T13" fmla="*/ 270 h 271"/>
                <a:gd name="T14" fmla="*/ 156 w 159"/>
                <a:gd name="T15" fmla="*/ 269 h 271"/>
                <a:gd name="T16" fmla="*/ 158 w 159"/>
                <a:gd name="T17" fmla="*/ 271 h 271"/>
                <a:gd name="T18" fmla="*/ 159 w 159"/>
                <a:gd name="T19" fmla="*/ 271 h 271"/>
                <a:gd name="T20" fmla="*/ 93 w 159"/>
                <a:gd name="T21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9" h="271">
                  <a:moveTo>
                    <a:pt x="93" y="0"/>
                  </a:moveTo>
                  <a:lnTo>
                    <a:pt x="93" y="0"/>
                  </a:lnTo>
                  <a:lnTo>
                    <a:pt x="90" y="6"/>
                  </a:lnTo>
                  <a:lnTo>
                    <a:pt x="154" y="269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156" y="270"/>
                  </a:lnTo>
                  <a:lnTo>
                    <a:pt x="156" y="269"/>
                  </a:lnTo>
                  <a:lnTo>
                    <a:pt x="158" y="271"/>
                  </a:lnTo>
                  <a:lnTo>
                    <a:pt x="159" y="271"/>
                  </a:lnTo>
                  <a:lnTo>
                    <a:pt x="9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6" name="Freeform 389"/>
            <p:cNvSpPr/>
            <p:nvPr/>
          </p:nvSpPr>
          <p:spPr bwMode="auto">
            <a:xfrm>
              <a:off x="2152714" y="3468725"/>
              <a:ext cx="252412" cy="430213"/>
            </a:xfrm>
            <a:custGeom>
              <a:avLst/>
              <a:gdLst>
                <a:gd name="T0" fmla="*/ 93 w 159"/>
                <a:gd name="T1" fmla="*/ 0 h 271"/>
                <a:gd name="T2" fmla="*/ 93 w 159"/>
                <a:gd name="T3" fmla="*/ 0 h 271"/>
                <a:gd name="T4" fmla="*/ 90 w 159"/>
                <a:gd name="T5" fmla="*/ 6 h 271"/>
                <a:gd name="T6" fmla="*/ 154 w 159"/>
                <a:gd name="T7" fmla="*/ 269 h 271"/>
                <a:gd name="T8" fmla="*/ 0 w 159"/>
                <a:gd name="T9" fmla="*/ 209 h 271"/>
                <a:gd name="T10" fmla="*/ 0 w 159"/>
                <a:gd name="T11" fmla="*/ 209 h 271"/>
                <a:gd name="T12" fmla="*/ 156 w 159"/>
                <a:gd name="T13" fmla="*/ 270 h 271"/>
                <a:gd name="T14" fmla="*/ 156 w 159"/>
                <a:gd name="T15" fmla="*/ 269 h 271"/>
                <a:gd name="T16" fmla="*/ 158 w 159"/>
                <a:gd name="T17" fmla="*/ 271 h 271"/>
                <a:gd name="T18" fmla="*/ 159 w 159"/>
                <a:gd name="T19" fmla="*/ 271 h 271"/>
                <a:gd name="T20" fmla="*/ 93 w 159"/>
                <a:gd name="T21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9" h="271">
                  <a:moveTo>
                    <a:pt x="93" y="0"/>
                  </a:moveTo>
                  <a:lnTo>
                    <a:pt x="93" y="0"/>
                  </a:lnTo>
                  <a:lnTo>
                    <a:pt x="90" y="6"/>
                  </a:lnTo>
                  <a:lnTo>
                    <a:pt x="154" y="269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156" y="270"/>
                  </a:lnTo>
                  <a:lnTo>
                    <a:pt x="156" y="269"/>
                  </a:lnTo>
                  <a:lnTo>
                    <a:pt x="158" y="271"/>
                  </a:lnTo>
                  <a:lnTo>
                    <a:pt x="159" y="271"/>
                  </a:lnTo>
                  <a:lnTo>
                    <a:pt x="9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7" name="Rectangle 390"/>
            <p:cNvSpPr>
              <a:spLocks noChangeArrowheads="1"/>
            </p:cNvSpPr>
            <p:nvPr/>
          </p:nvSpPr>
          <p:spPr bwMode="auto">
            <a:xfrm>
              <a:off x="2300351" y="34671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8" name="Freeform 391"/>
            <p:cNvSpPr/>
            <p:nvPr/>
          </p:nvSpPr>
          <p:spPr bwMode="auto">
            <a:xfrm flipH="1">
              <a:off x="2300351" y="34671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9" name="Freeform 392"/>
            <p:cNvSpPr/>
            <p:nvPr/>
          </p:nvSpPr>
          <p:spPr bwMode="auto">
            <a:xfrm>
              <a:off x="2400364" y="38957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0" name="Freeform 393"/>
            <p:cNvSpPr/>
            <p:nvPr/>
          </p:nvSpPr>
          <p:spPr bwMode="auto">
            <a:xfrm>
              <a:off x="2400364" y="38957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1" name="Freeform 394"/>
            <p:cNvSpPr>
              <a:spLocks noEditPoints="1"/>
            </p:cNvSpPr>
            <p:nvPr/>
          </p:nvSpPr>
          <p:spPr bwMode="auto">
            <a:xfrm>
              <a:off x="2143189" y="3600487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2" name="Freeform 395"/>
            <p:cNvSpPr>
              <a:spLocks noEditPoints="1"/>
            </p:cNvSpPr>
            <p:nvPr/>
          </p:nvSpPr>
          <p:spPr bwMode="auto">
            <a:xfrm>
              <a:off x="2143189" y="3600487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3" name="Freeform 396"/>
            <p:cNvSpPr/>
            <p:nvPr/>
          </p:nvSpPr>
          <p:spPr bwMode="auto">
            <a:xfrm>
              <a:off x="2405126" y="3902112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2 w 2"/>
                <a:gd name="T5" fmla="*/ 4 h 4"/>
                <a:gd name="T6" fmla="*/ 1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2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4" name="Freeform 397"/>
            <p:cNvSpPr/>
            <p:nvPr/>
          </p:nvSpPr>
          <p:spPr bwMode="auto">
            <a:xfrm>
              <a:off x="2405126" y="3902112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2 w 2"/>
                <a:gd name="T5" fmla="*/ 4 h 4"/>
                <a:gd name="T6" fmla="*/ 1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2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5" name="Freeform 398"/>
            <p:cNvSpPr>
              <a:spLocks noEditPoints="1"/>
            </p:cNvSpPr>
            <p:nvPr/>
          </p:nvSpPr>
          <p:spPr bwMode="auto">
            <a:xfrm>
              <a:off x="2125726" y="3848137"/>
              <a:ext cx="271462" cy="685800"/>
            </a:xfrm>
            <a:custGeom>
              <a:avLst/>
              <a:gdLst>
                <a:gd name="T0" fmla="*/ 36 w 171"/>
                <a:gd name="T1" fmla="*/ 353 h 432"/>
                <a:gd name="T2" fmla="*/ 2 w 171"/>
                <a:gd name="T3" fmla="*/ 432 h 432"/>
                <a:gd name="T4" fmla="*/ 2 w 171"/>
                <a:gd name="T5" fmla="*/ 432 h 432"/>
                <a:gd name="T6" fmla="*/ 36 w 171"/>
                <a:gd name="T7" fmla="*/ 353 h 432"/>
                <a:gd name="T8" fmla="*/ 9 w 171"/>
                <a:gd name="T9" fmla="*/ 180 h 432"/>
                <a:gd name="T10" fmla="*/ 0 w 171"/>
                <a:gd name="T11" fmla="*/ 424 h 432"/>
                <a:gd name="T12" fmla="*/ 0 w 171"/>
                <a:gd name="T13" fmla="*/ 424 h 432"/>
                <a:gd name="T14" fmla="*/ 9 w 171"/>
                <a:gd name="T15" fmla="*/ 180 h 432"/>
                <a:gd name="T16" fmla="*/ 81 w 171"/>
                <a:gd name="T17" fmla="*/ 0 h 432"/>
                <a:gd name="T18" fmla="*/ 171 w 171"/>
                <a:gd name="T19" fmla="*/ 35 h 432"/>
                <a:gd name="T20" fmla="*/ 171 w 171"/>
                <a:gd name="T21" fmla="*/ 35 h 432"/>
                <a:gd name="T22" fmla="*/ 81 w 171"/>
                <a:gd name="T23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1" h="432">
                  <a:moveTo>
                    <a:pt x="36" y="353"/>
                  </a:moveTo>
                  <a:lnTo>
                    <a:pt x="2" y="432"/>
                  </a:lnTo>
                  <a:lnTo>
                    <a:pt x="2" y="432"/>
                  </a:lnTo>
                  <a:lnTo>
                    <a:pt x="36" y="353"/>
                  </a:lnTo>
                  <a:close/>
                  <a:moveTo>
                    <a:pt x="9" y="180"/>
                  </a:moveTo>
                  <a:lnTo>
                    <a:pt x="0" y="424"/>
                  </a:lnTo>
                  <a:lnTo>
                    <a:pt x="0" y="424"/>
                  </a:lnTo>
                  <a:lnTo>
                    <a:pt x="9" y="180"/>
                  </a:lnTo>
                  <a:close/>
                  <a:moveTo>
                    <a:pt x="81" y="0"/>
                  </a:moveTo>
                  <a:lnTo>
                    <a:pt x="171" y="35"/>
                  </a:lnTo>
                  <a:lnTo>
                    <a:pt x="171" y="35"/>
                  </a:lnTo>
                  <a:lnTo>
                    <a:pt x="8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6" name="Freeform 399"/>
            <p:cNvSpPr>
              <a:spLocks noEditPoints="1"/>
            </p:cNvSpPr>
            <p:nvPr/>
          </p:nvSpPr>
          <p:spPr bwMode="auto">
            <a:xfrm>
              <a:off x="2125726" y="3848137"/>
              <a:ext cx="271462" cy="685800"/>
            </a:xfrm>
            <a:custGeom>
              <a:avLst/>
              <a:gdLst>
                <a:gd name="T0" fmla="*/ 36 w 171"/>
                <a:gd name="T1" fmla="*/ 353 h 432"/>
                <a:gd name="T2" fmla="*/ 2 w 171"/>
                <a:gd name="T3" fmla="*/ 432 h 432"/>
                <a:gd name="T4" fmla="*/ 2 w 171"/>
                <a:gd name="T5" fmla="*/ 432 h 432"/>
                <a:gd name="T6" fmla="*/ 36 w 171"/>
                <a:gd name="T7" fmla="*/ 353 h 432"/>
                <a:gd name="T8" fmla="*/ 9 w 171"/>
                <a:gd name="T9" fmla="*/ 180 h 432"/>
                <a:gd name="T10" fmla="*/ 0 w 171"/>
                <a:gd name="T11" fmla="*/ 424 h 432"/>
                <a:gd name="T12" fmla="*/ 0 w 171"/>
                <a:gd name="T13" fmla="*/ 424 h 432"/>
                <a:gd name="T14" fmla="*/ 9 w 171"/>
                <a:gd name="T15" fmla="*/ 180 h 432"/>
                <a:gd name="T16" fmla="*/ 81 w 171"/>
                <a:gd name="T17" fmla="*/ 0 h 432"/>
                <a:gd name="T18" fmla="*/ 171 w 171"/>
                <a:gd name="T19" fmla="*/ 35 h 432"/>
                <a:gd name="T20" fmla="*/ 171 w 171"/>
                <a:gd name="T21" fmla="*/ 35 h 432"/>
                <a:gd name="T22" fmla="*/ 81 w 171"/>
                <a:gd name="T23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1" h="432">
                  <a:moveTo>
                    <a:pt x="36" y="353"/>
                  </a:moveTo>
                  <a:lnTo>
                    <a:pt x="2" y="432"/>
                  </a:lnTo>
                  <a:lnTo>
                    <a:pt x="2" y="432"/>
                  </a:lnTo>
                  <a:lnTo>
                    <a:pt x="36" y="353"/>
                  </a:lnTo>
                  <a:moveTo>
                    <a:pt x="9" y="180"/>
                  </a:moveTo>
                  <a:lnTo>
                    <a:pt x="0" y="424"/>
                  </a:lnTo>
                  <a:lnTo>
                    <a:pt x="0" y="424"/>
                  </a:lnTo>
                  <a:lnTo>
                    <a:pt x="9" y="180"/>
                  </a:lnTo>
                  <a:moveTo>
                    <a:pt x="81" y="0"/>
                  </a:moveTo>
                  <a:lnTo>
                    <a:pt x="171" y="35"/>
                  </a:lnTo>
                  <a:lnTo>
                    <a:pt x="171" y="35"/>
                  </a:lnTo>
                  <a:lnTo>
                    <a:pt x="8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7" name="Rectangle 400"/>
            <p:cNvSpPr>
              <a:spLocks noChangeArrowheads="1"/>
            </p:cNvSpPr>
            <p:nvPr/>
          </p:nvSpPr>
          <p:spPr bwMode="auto">
            <a:xfrm>
              <a:off x="2128901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8" name="Freeform 401"/>
            <p:cNvSpPr/>
            <p:nvPr/>
          </p:nvSpPr>
          <p:spPr bwMode="auto">
            <a:xfrm flipH="1">
              <a:off x="2128901" y="45339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9" name="Freeform 402"/>
            <p:cNvSpPr/>
            <p:nvPr/>
          </p:nvSpPr>
          <p:spPr bwMode="auto">
            <a:xfrm>
              <a:off x="2125726" y="3903700"/>
              <a:ext cx="279400" cy="630238"/>
            </a:xfrm>
            <a:custGeom>
              <a:avLst/>
              <a:gdLst>
                <a:gd name="T0" fmla="*/ 171 w 176"/>
                <a:gd name="T1" fmla="*/ 0 h 397"/>
                <a:gd name="T2" fmla="*/ 171 w 176"/>
                <a:gd name="T3" fmla="*/ 0 h 397"/>
                <a:gd name="T4" fmla="*/ 171 w 176"/>
                <a:gd name="T5" fmla="*/ 0 h 397"/>
                <a:gd name="T6" fmla="*/ 0 w 176"/>
                <a:gd name="T7" fmla="*/ 389 h 397"/>
                <a:gd name="T8" fmla="*/ 0 w 176"/>
                <a:gd name="T9" fmla="*/ 389 h 397"/>
                <a:gd name="T10" fmla="*/ 0 w 176"/>
                <a:gd name="T11" fmla="*/ 397 h 397"/>
                <a:gd name="T12" fmla="*/ 2 w 176"/>
                <a:gd name="T13" fmla="*/ 397 h 397"/>
                <a:gd name="T14" fmla="*/ 36 w 176"/>
                <a:gd name="T15" fmla="*/ 318 h 397"/>
                <a:gd name="T16" fmla="*/ 176 w 176"/>
                <a:gd name="T17" fmla="*/ 2 h 397"/>
                <a:gd name="T18" fmla="*/ 171 w 176"/>
                <a:gd name="T1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397">
                  <a:moveTo>
                    <a:pt x="171" y="0"/>
                  </a:moveTo>
                  <a:lnTo>
                    <a:pt x="171" y="0"/>
                  </a:lnTo>
                  <a:lnTo>
                    <a:pt x="171" y="0"/>
                  </a:lnTo>
                  <a:lnTo>
                    <a:pt x="0" y="389"/>
                  </a:lnTo>
                  <a:lnTo>
                    <a:pt x="0" y="389"/>
                  </a:lnTo>
                  <a:lnTo>
                    <a:pt x="0" y="397"/>
                  </a:lnTo>
                  <a:lnTo>
                    <a:pt x="2" y="397"/>
                  </a:lnTo>
                  <a:lnTo>
                    <a:pt x="36" y="318"/>
                  </a:lnTo>
                  <a:lnTo>
                    <a:pt x="176" y="2"/>
                  </a:lnTo>
                  <a:lnTo>
                    <a:pt x="17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0" name="Freeform 403"/>
            <p:cNvSpPr/>
            <p:nvPr/>
          </p:nvSpPr>
          <p:spPr bwMode="auto">
            <a:xfrm>
              <a:off x="2125726" y="3903700"/>
              <a:ext cx="279400" cy="630238"/>
            </a:xfrm>
            <a:custGeom>
              <a:avLst/>
              <a:gdLst>
                <a:gd name="T0" fmla="*/ 171 w 176"/>
                <a:gd name="T1" fmla="*/ 0 h 397"/>
                <a:gd name="T2" fmla="*/ 171 w 176"/>
                <a:gd name="T3" fmla="*/ 0 h 397"/>
                <a:gd name="T4" fmla="*/ 171 w 176"/>
                <a:gd name="T5" fmla="*/ 0 h 397"/>
                <a:gd name="T6" fmla="*/ 0 w 176"/>
                <a:gd name="T7" fmla="*/ 389 h 397"/>
                <a:gd name="T8" fmla="*/ 0 w 176"/>
                <a:gd name="T9" fmla="*/ 389 h 397"/>
                <a:gd name="T10" fmla="*/ 0 w 176"/>
                <a:gd name="T11" fmla="*/ 397 h 397"/>
                <a:gd name="T12" fmla="*/ 2 w 176"/>
                <a:gd name="T13" fmla="*/ 397 h 397"/>
                <a:gd name="T14" fmla="*/ 36 w 176"/>
                <a:gd name="T15" fmla="*/ 318 h 397"/>
                <a:gd name="T16" fmla="*/ 176 w 176"/>
                <a:gd name="T17" fmla="*/ 2 h 397"/>
                <a:gd name="T18" fmla="*/ 171 w 176"/>
                <a:gd name="T1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397">
                  <a:moveTo>
                    <a:pt x="171" y="0"/>
                  </a:moveTo>
                  <a:lnTo>
                    <a:pt x="171" y="0"/>
                  </a:lnTo>
                  <a:lnTo>
                    <a:pt x="171" y="0"/>
                  </a:lnTo>
                  <a:lnTo>
                    <a:pt x="0" y="389"/>
                  </a:lnTo>
                  <a:lnTo>
                    <a:pt x="0" y="389"/>
                  </a:lnTo>
                  <a:lnTo>
                    <a:pt x="0" y="397"/>
                  </a:lnTo>
                  <a:lnTo>
                    <a:pt x="2" y="397"/>
                  </a:lnTo>
                  <a:lnTo>
                    <a:pt x="36" y="318"/>
                  </a:lnTo>
                  <a:lnTo>
                    <a:pt x="176" y="2"/>
                  </a:lnTo>
                  <a:lnTo>
                    <a:pt x="17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1" name="Freeform 404"/>
            <p:cNvSpPr/>
            <p:nvPr/>
          </p:nvSpPr>
          <p:spPr bwMode="auto">
            <a:xfrm>
              <a:off x="2125726" y="453393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2" name="Freeform 405"/>
            <p:cNvSpPr/>
            <p:nvPr/>
          </p:nvSpPr>
          <p:spPr bwMode="auto">
            <a:xfrm>
              <a:off x="2125726" y="453393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3" name="Freeform 406"/>
            <p:cNvSpPr/>
            <p:nvPr/>
          </p:nvSpPr>
          <p:spPr bwMode="auto">
            <a:xfrm>
              <a:off x="2125726" y="453552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4" name="Freeform 407"/>
            <p:cNvSpPr/>
            <p:nvPr/>
          </p:nvSpPr>
          <p:spPr bwMode="auto">
            <a:xfrm>
              <a:off x="2125726" y="453552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5" name="Freeform 408"/>
            <p:cNvSpPr/>
            <p:nvPr/>
          </p:nvSpPr>
          <p:spPr bwMode="auto">
            <a:xfrm>
              <a:off x="2405126" y="3898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6" name="Freeform 409"/>
            <p:cNvSpPr/>
            <p:nvPr/>
          </p:nvSpPr>
          <p:spPr bwMode="auto">
            <a:xfrm>
              <a:off x="2405126" y="3898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7" name="Freeform 410"/>
            <p:cNvSpPr/>
            <p:nvPr/>
          </p:nvSpPr>
          <p:spPr bwMode="auto">
            <a:xfrm>
              <a:off x="2405126" y="389893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8" name="Freeform 411"/>
            <p:cNvSpPr/>
            <p:nvPr/>
          </p:nvSpPr>
          <p:spPr bwMode="auto">
            <a:xfrm>
              <a:off x="2405126" y="389893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9" name="Freeform 412"/>
            <p:cNvSpPr/>
            <p:nvPr/>
          </p:nvSpPr>
          <p:spPr bwMode="auto">
            <a:xfrm>
              <a:off x="2119376" y="417516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0" name="Freeform 413"/>
            <p:cNvSpPr/>
            <p:nvPr/>
          </p:nvSpPr>
          <p:spPr bwMode="auto">
            <a:xfrm>
              <a:off x="2119376" y="417516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1" name="Rectangle 414"/>
            <p:cNvSpPr>
              <a:spLocks noChangeArrowheads="1"/>
            </p:cNvSpPr>
            <p:nvPr/>
          </p:nvSpPr>
          <p:spPr bwMode="auto">
            <a:xfrm>
              <a:off x="2119376" y="44879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2" name="Rectangle 415"/>
            <p:cNvSpPr>
              <a:spLocks noChangeArrowheads="1"/>
            </p:cNvSpPr>
            <p:nvPr/>
          </p:nvSpPr>
          <p:spPr bwMode="auto">
            <a:xfrm>
              <a:off x="2119376" y="44879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3" name="Freeform 416"/>
            <p:cNvSpPr>
              <a:spLocks noEditPoints="1"/>
            </p:cNvSpPr>
            <p:nvPr/>
          </p:nvSpPr>
          <p:spPr bwMode="auto">
            <a:xfrm>
              <a:off x="2151126" y="3800512"/>
              <a:ext cx="254000" cy="103188"/>
            </a:xfrm>
            <a:custGeom>
              <a:avLst/>
              <a:gdLst>
                <a:gd name="T0" fmla="*/ 159 w 160"/>
                <a:gd name="T1" fmla="*/ 62 h 65"/>
                <a:gd name="T2" fmla="*/ 160 w 160"/>
                <a:gd name="T3" fmla="*/ 62 h 65"/>
                <a:gd name="T4" fmla="*/ 160 w 160"/>
                <a:gd name="T5" fmla="*/ 62 h 65"/>
                <a:gd name="T6" fmla="*/ 159 w 160"/>
                <a:gd name="T7" fmla="*/ 62 h 65"/>
                <a:gd name="T8" fmla="*/ 1 w 160"/>
                <a:gd name="T9" fmla="*/ 0 h 65"/>
                <a:gd name="T10" fmla="*/ 0 w 160"/>
                <a:gd name="T11" fmla="*/ 2 h 65"/>
                <a:gd name="T12" fmla="*/ 0 w 160"/>
                <a:gd name="T13" fmla="*/ 4 h 65"/>
                <a:gd name="T14" fmla="*/ 65 w 160"/>
                <a:gd name="T15" fmla="*/ 30 h 65"/>
                <a:gd name="T16" fmla="*/ 155 w 160"/>
                <a:gd name="T17" fmla="*/ 65 h 65"/>
                <a:gd name="T18" fmla="*/ 157 w 160"/>
                <a:gd name="T19" fmla="*/ 61 h 65"/>
                <a:gd name="T20" fmla="*/ 1 w 160"/>
                <a:gd name="T21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0" h="65">
                  <a:moveTo>
                    <a:pt x="159" y="62"/>
                  </a:moveTo>
                  <a:lnTo>
                    <a:pt x="160" y="62"/>
                  </a:lnTo>
                  <a:lnTo>
                    <a:pt x="160" y="62"/>
                  </a:lnTo>
                  <a:lnTo>
                    <a:pt x="159" y="62"/>
                  </a:lnTo>
                  <a:close/>
                  <a:moveTo>
                    <a:pt x="1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65" y="30"/>
                  </a:lnTo>
                  <a:lnTo>
                    <a:pt x="155" y="65"/>
                  </a:lnTo>
                  <a:lnTo>
                    <a:pt x="157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4" name="Freeform 417"/>
            <p:cNvSpPr>
              <a:spLocks noEditPoints="1"/>
            </p:cNvSpPr>
            <p:nvPr/>
          </p:nvSpPr>
          <p:spPr bwMode="auto">
            <a:xfrm>
              <a:off x="2151126" y="3800512"/>
              <a:ext cx="254000" cy="103188"/>
            </a:xfrm>
            <a:custGeom>
              <a:avLst/>
              <a:gdLst>
                <a:gd name="T0" fmla="*/ 159 w 160"/>
                <a:gd name="T1" fmla="*/ 62 h 65"/>
                <a:gd name="T2" fmla="*/ 160 w 160"/>
                <a:gd name="T3" fmla="*/ 62 h 65"/>
                <a:gd name="T4" fmla="*/ 160 w 160"/>
                <a:gd name="T5" fmla="*/ 62 h 65"/>
                <a:gd name="T6" fmla="*/ 159 w 160"/>
                <a:gd name="T7" fmla="*/ 62 h 65"/>
                <a:gd name="T8" fmla="*/ 1 w 160"/>
                <a:gd name="T9" fmla="*/ 0 h 65"/>
                <a:gd name="T10" fmla="*/ 0 w 160"/>
                <a:gd name="T11" fmla="*/ 2 h 65"/>
                <a:gd name="T12" fmla="*/ 0 w 160"/>
                <a:gd name="T13" fmla="*/ 4 h 65"/>
                <a:gd name="T14" fmla="*/ 65 w 160"/>
                <a:gd name="T15" fmla="*/ 30 h 65"/>
                <a:gd name="T16" fmla="*/ 155 w 160"/>
                <a:gd name="T17" fmla="*/ 65 h 65"/>
                <a:gd name="T18" fmla="*/ 157 w 160"/>
                <a:gd name="T19" fmla="*/ 61 h 65"/>
                <a:gd name="T20" fmla="*/ 1 w 160"/>
                <a:gd name="T21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0" h="65">
                  <a:moveTo>
                    <a:pt x="159" y="62"/>
                  </a:moveTo>
                  <a:lnTo>
                    <a:pt x="160" y="62"/>
                  </a:lnTo>
                  <a:lnTo>
                    <a:pt x="160" y="62"/>
                  </a:lnTo>
                  <a:lnTo>
                    <a:pt x="159" y="62"/>
                  </a:lnTo>
                  <a:moveTo>
                    <a:pt x="1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65" y="30"/>
                  </a:lnTo>
                  <a:lnTo>
                    <a:pt x="155" y="65"/>
                  </a:lnTo>
                  <a:lnTo>
                    <a:pt x="157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5" name="Freeform 418"/>
            <p:cNvSpPr>
              <a:spLocks noEditPoints="1"/>
            </p:cNvSpPr>
            <p:nvPr/>
          </p:nvSpPr>
          <p:spPr bwMode="auto">
            <a:xfrm>
              <a:off x="2397189" y="3897350"/>
              <a:ext cx="9525" cy="9525"/>
            </a:xfrm>
            <a:custGeom>
              <a:avLst/>
              <a:gdLst>
                <a:gd name="T0" fmla="*/ 3 w 6"/>
                <a:gd name="T1" fmla="*/ 3 h 6"/>
                <a:gd name="T2" fmla="*/ 4 w 6"/>
                <a:gd name="T3" fmla="*/ 1 h 6"/>
                <a:gd name="T4" fmla="*/ 3 w 6"/>
                <a:gd name="T5" fmla="*/ 3 h 6"/>
                <a:gd name="T6" fmla="*/ 4 w 6"/>
                <a:gd name="T7" fmla="*/ 1 h 6"/>
                <a:gd name="T8" fmla="*/ 4 w 6"/>
                <a:gd name="T9" fmla="*/ 1 h 6"/>
                <a:gd name="T10" fmla="*/ 3 w 6"/>
                <a:gd name="T11" fmla="*/ 3 h 6"/>
                <a:gd name="T12" fmla="*/ 4 w 6"/>
                <a:gd name="T13" fmla="*/ 1 h 6"/>
                <a:gd name="T14" fmla="*/ 3 w 6"/>
                <a:gd name="T15" fmla="*/ 3 h 6"/>
                <a:gd name="T16" fmla="*/ 1 w 6"/>
                <a:gd name="T17" fmla="*/ 2 h 6"/>
                <a:gd name="T18" fmla="*/ 3 w 6"/>
                <a:gd name="T19" fmla="*/ 3 h 6"/>
                <a:gd name="T20" fmla="*/ 2 w 6"/>
                <a:gd name="T21" fmla="*/ 0 h 6"/>
                <a:gd name="T22" fmla="*/ 0 w 6"/>
                <a:gd name="T23" fmla="*/ 4 h 6"/>
                <a:gd name="T24" fmla="*/ 5 w 6"/>
                <a:gd name="T25" fmla="*/ 6 h 6"/>
                <a:gd name="T26" fmla="*/ 6 w 6"/>
                <a:gd name="T27" fmla="*/ 3 h 6"/>
                <a:gd name="T28" fmla="*/ 5 w 6"/>
                <a:gd name="T29" fmla="*/ 2 h 6"/>
                <a:gd name="T30" fmla="*/ 5 w 6"/>
                <a:gd name="T31" fmla="*/ 1 h 6"/>
                <a:gd name="T32" fmla="*/ 4 w 6"/>
                <a:gd name="T33" fmla="*/ 1 h 6"/>
                <a:gd name="T34" fmla="*/ 4 w 6"/>
                <a:gd name="T35" fmla="*/ 1 h 6"/>
                <a:gd name="T36" fmla="*/ 2 w 6"/>
                <a:gd name="T3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6"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close/>
                  <a:moveTo>
                    <a:pt x="4" y="1"/>
                  </a:moveTo>
                  <a:lnTo>
                    <a:pt x="4" y="1"/>
                  </a:lnTo>
                  <a:close/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lnTo>
                    <a:pt x="1" y="2"/>
                  </a:lnTo>
                  <a:lnTo>
                    <a:pt x="3" y="3"/>
                  </a:lnTo>
                  <a:close/>
                  <a:moveTo>
                    <a:pt x="2" y="0"/>
                  </a:moveTo>
                  <a:lnTo>
                    <a:pt x="0" y="4"/>
                  </a:lnTo>
                  <a:lnTo>
                    <a:pt x="5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6" name="Freeform 419"/>
            <p:cNvSpPr>
              <a:spLocks noEditPoints="1"/>
            </p:cNvSpPr>
            <p:nvPr/>
          </p:nvSpPr>
          <p:spPr bwMode="auto">
            <a:xfrm>
              <a:off x="2397189" y="3897350"/>
              <a:ext cx="9525" cy="9525"/>
            </a:xfrm>
            <a:custGeom>
              <a:avLst/>
              <a:gdLst>
                <a:gd name="T0" fmla="*/ 3 w 6"/>
                <a:gd name="T1" fmla="*/ 3 h 6"/>
                <a:gd name="T2" fmla="*/ 4 w 6"/>
                <a:gd name="T3" fmla="*/ 1 h 6"/>
                <a:gd name="T4" fmla="*/ 3 w 6"/>
                <a:gd name="T5" fmla="*/ 3 h 6"/>
                <a:gd name="T6" fmla="*/ 4 w 6"/>
                <a:gd name="T7" fmla="*/ 1 h 6"/>
                <a:gd name="T8" fmla="*/ 4 w 6"/>
                <a:gd name="T9" fmla="*/ 1 h 6"/>
                <a:gd name="T10" fmla="*/ 3 w 6"/>
                <a:gd name="T11" fmla="*/ 3 h 6"/>
                <a:gd name="T12" fmla="*/ 4 w 6"/>
                <a:gd name="T13" fmla="*/ 1 h 6"/>
                <a:gd name="T14" fmla="*/ 3 w 6"/>
                <a:gd name="T15" fmla="*/ 3 h 6"/>
                <a:gd name="T16" fmla="*/ 1 w 6"/>
                <a:gd name="T17" fmla="*/ 2 h 6"/>
                <a:gd name="T18" fmla="*/ 3 w 6"/>
                <a:gd name="T19" fmla="*/ 3 h 6"/>
                <a:gd name="T20" fmla="*/ 2 w 6"/>
                <a:gd name="T21" fmla="*/ 0 h 6"/>
                <a:gd name="T22" fmla="*/ 0 w 6"/>
                <a:gd name="T23" fmla="*/ 4 h 6"/>
                <a:gd name="T24" fmla="*/ 5 w 6"/>
                <a:gd name="T25" fmla="*/ 6 h 6"/>
                <a:gd name="T26" fmla="*/ 6 w 6"/>
                <a:gd name="T27" fmla="*/ 3 h 6"/>
                <a:gd name="T28" fmla="*/ 5 w 6"/>
                <a:gd name="T29" fmla="*/ 2 h 6"/>
                <a:gd name="T30" fmla="*/ 5 w 6"/>
                <a:gd name="T31" fmla="*/ 1 h 6"/>
                <a:gd name="T32" fmla="*/ 4 w 6"/>
                <a:gd name="T33" fmla="*/ 1 h 6"/>
                <a:gd name="T34" fmla="*/ 4 w 6"/>
                <a:gd name="T35" fmla="*/ 1 h 6"/>
                <a:gd name="T36" fmla="*/ 2 w 6"/>
                <a:gd name="T3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6"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moveTo>
                    <a:pt x="4" y="1"/>
                  </a:moveTo>
                  <a:lnTo>
                    <a:pt x="4" y="1"/>
                  </a:lnTo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lnTo>
                    <a:pt x="1" y="2"/>
                  </a:lnTo>
                  <a:lnTo>
                    <a:pt x="3" y="3"/>
                  </a:lnTo>
                  <a:moveTo>
                    <a:pt x="2" y="0"/>
                  </a:moveTo>
                  <a:lnTo>
                    <a:pt x="0" y="4"/>
                  </a:lnTo>
                  <a:lnTo>
                    <a:pt x="5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7" name="Freeform 420"/>
            <p:cNvSpPr/>
            <p:nvPr/>
          </p:nvSpPr>
          <p:spPr bwMode="auto">
            <a:xfrm>
              <a:off x="2298764" y="3449675"/>
              <a:ext cx="9525" cy="12700"/>
            </a:xfrm>
            <a:custGeom>
              <a:avLst/>
              <a:gdLst>
                <a:gd name="T0" fmla="*/ 6 w 6"/>
                <a:gd name="T1" fmla="*/ 0 h 8"/>
                <a:gd name="T2" fmla="*/ 0 w 6"/>
                <a:gd name="T3" fmla="*/ 7 h 8"/>
                <a:gd name="T4" fmla="*/ 0 w 6"/>
                <a:gd name="T5" fmla="*/ 8 h 8"/>
                <a:gd name="T6" fmla="*/ 3 w 6"/>
                <a:gd name="T7" fmla="*/ 8 h 8"/>
                <a:gd name="T8" fmla="*/ 6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0" y="7"/>
                  </a:lnTo>
                  <a:lnTo>
                    <a:pt x="0" y="8"/>
                  </a:lnTo>
                  <a:lnTo>
                    <a:pt x="3" y="8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8" name="Freeform 421"/>
            <p:cNvSpPr/>
            <p:nvPr/>
          </p:nvSpPr>
          <p:spPr bwMode="auto">
            <a:xfrm>
              <a:off x="2298764" y="3449675"/>
              <a:ext cx="9525" cy="12700"/>
            </a:xfrm>
            <a:custGeom>
              <a:avLst/>
              <a:gdLst>
                <a:gd name="T0" fmla="*/ 6 w 6"/>
                <a:gd name="T1" fmla="*/ 0 h 8"/>
                <a:gd name="T2" fmla="*/ 0 w 6"/>
                <a:gd name="T3" fmla="*/ 7 h 8"/>
                <a:gd name="T4" fmla="*/ 0 w 6"/>
                <a:gd name="T5" fmla="*/ 8 h 8"/>
                <a:gd name="T6" fmla="*/ 3 w 6"/>
                <a:gd name="T7" fmla="*/ 8 h 8"/>
                <a:gd name="T8" fmla="*/ 6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0" y="7"/>
                  </a:lnTo>
                  <a:lnTo>
                    <a:pt x="0" y="8"/>
                  </a:lnTo>
                  <a:lnTo>
                    <a:pt x="3" y="8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9" name="Freeform 422"/>
            <p:cNvSpPr/>
            <p:nvPr/>
          </p:nvSpPr>
          <p:spPr bwMode="auto">
            <a:xfrm>
              <a:off x="2298764" y="34623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0" name="Freeform 423"/>
            <p:cNvSpPr/>
            <p:nvPr/>
          </p:nvSpPr>
          <p:spPr bwMode="auto">
            <a:xfrm>
              <a:off x="2298764" y="34623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1" name="Freeform 424"/>
            <p:cNvSpPr>
              <a:spLocks noEditPoints="1"/>
            </p:cNvSpPr>
            <p:nvPr/>
          </p:nvSpPr>
          <p:spPr bwMode="auto">
            <a:xfrm>
              <a:off x="2036826" y="3475075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2" name="Freeform 425"/>
            <p:cNvSpPr>
              <a:spLocks noEditPoints="1"/>
            </p:cNvSpPr>
            <p:nvPr/>
          </p:nvSpPr>
          <p:spPr bwMode="auto">
            <a:xfrm>
              <a:off x="2036826" y="3475075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3" name="Freeform 426"/>
            <p:cNvSpPr/>
            <p:nvPr/>
          </p:nvSpPr>
          <p:spPr bwMode="auto">
            <a:xfrm>
              <a:off x="2036826" y="3465550"/>
              <a:ext cx="257175" cy="269875"/>
            </a:xfrm>
            <a:custGeom>
              <a:avLst/>
              <a:gdLst>
                <a:gd name="T0" fmla="*/ 162 w 162"/>
                <a:gd name="T1" fmla="*/ 0 h 170"/>
                <a:gd name="T2" fmla="*/ 156 w 162"/>
                <a:gd name="T3" fmla="*/ 6 h 170"/>
                <a:gd name="T4" fmla="*/ 0 w 162"/>
                <a:gd name="T5" fmla="*/ 168 h 170"/>
                <a:gd name="T6" fmla="*/ 1 w 162"/>
                <a:gd name="T7" fmla="*/ 168 h 170"/>
                <a:gd name="T8" fmla="*/ 2 w 162"/>
                <a:gd name="T9" fmla="*/ 169 h 170"/>
                <a:gd name="T10" fmla="*/ 2 w 162"/>
                <a:gd name="T11" fmla="*/ 169 h 170"/>
                <a:gd name="T12" fmla="*/ 4 w 162"/>
                <a:gd name="T13" fmla="*/ 170 h 170"/>
                <a:gd name="T14" fmla="*/ 156 w 162"/>
                <a:gd name="T15" fmla="*/ 12 h 170"/>
                <a:gd name="T16" fmla="*/ 162 w 162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" h="170">
                  <a:moveTo>
                    <a:pt x="162" y="0"/>
                  </a:moveTo>
                  <a:lnTo>
                    <a:pt x="156" y="6"/>
                  </a:lnTo>
                  <a:lnTo>
                    <a:pt x="0" y="168"/>
                  </a:lnTo>
                  <a:lnTo>
                    <a:pt x="1" y="168"/>
                  </a:lnTo>
                  <a:lnTo>
                    <a:pt x="2" y="169"/>
                  </a:lnTo>
                  <a:lnTo>
                    <a:pt x="2" y="169"/>
                  </a:lnTo>
                  <a:lnTo>
                    <a:pt x="4" y="170"/>
                  </a:lnTo>
                  <a:lnTo>
                    <a:pt x="156" y="12"/>
                  </a:lnTo>
                  <a:lnTo>
                    <a:pt x="16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4" name="Freeform 427"/>
            <p:cNvSpPr/>
            <p:nvPr/>
          </p:nvSpPr>
          <p:spPr bwMode="auto">
            <a:xfrm>
              <a:off x="2036826" y="3465550"/>
              <a:ext cx="257175" cy="269875"/>
            </a:xfrm>
            <a:custGeom>
              <a:avLst/>
              <a:gdLst>
                <a:gd name="T0" fmla="*/ 162 w 162"/>
                <a:gd name="T1" fmla="*/ 0 h 170"/>
                <a:gd name="T2" fmla="*/ 156 w 162"/>
                <a:gd name="T3" fmla="*/ 6 h 170"/>
                <a:gd name="T4" fmla="*/ 0 w 162"/>
                <a:gd name="T5" fmla="*/ 168 h 170"/>
                <a:gd name="T6" fmla="*/ 1 w 162"/>
                <a:gd name="T7" fmla="*/ 168 h 170"/>
                <a:gd name="T8" fmla="*/ 2 w 162"/>
                <a:gd name="T9" fmla="*/ 169 h 170"/>
                <a:gd name="T10" fmla="*/ 2 w 162"/>
                <a:gd name="T11" fmla="*/ 169 h 170"/>
                <a:gd name="T12" fmla="*/ 4 w 162"/>
                <a:gd name="T13" fmla="*/ 170 h 170"/>
                <a:gd name="T14" fmla="*/ 156 w 162"/>
                <a:gd name="T15" fmla="*/ 12 h 170"/>
                <a:gd name="T16" fmla="*/ 162 w 162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" h="170">
                  <a:moveTo>
                    <a:pt x="162" y="0"/>
                  </a:moveTo>
                  <a:lnTo>
                    <a:pt x="156" y="6"/>
                  </a:lnTo>
                  <a:lnTo>
                    <a:pt x="0" y="168"/>
                  </a:lnTo>
                  <a:lnTo>
                    <a:pt x="1" y="168"/>
                  </a:lnTo>
                  <a:lnTo>
                    <a:pt x="2" y="169"/>
                  </a:lnTo>
                  <a:lnTo>
                    <a:pt x="2" y="169"/>
                  </a:lnTo>
                  <a:lnTo>
                    <a:pt x="4" y="170"/>
                  </a:lnTo>
                  <a:lnTo>
                    <a:pt x="156" y="12"/>
                  </a:lnTo>
                  <a:lnTo>
                    <a:pt x="16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5" name="Freeform 428"/>
            <p:cNvSpPr/>
            <p:nvPr/>
          </p:nvSpPr>
          <p:spPr bwMode="auto">
            <a:xfrm>
              <a:off x="2038414" y="373225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6" name="Freeform 429"/>
            <p:cNvSpPr/>
            <p:nvPr/>
          </p:nvSpPr>
          <p:spPr bwMode="auto">
            <a:xfrm>
              <a:off x="2038414" y="373225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7" name="Freeform 430"/>
            <p:cNvSpPr/>
            <p:nvPr/>
          </p:nvSpPr>
          <p:spPr bwMode="auto">
            <a:xfrm>
              <a:off x="2152714" y="3478250"/>
              <a:ext cx="142875" cy="322263"/>
            </a:xfrm>
            <a:custGeom>
              <a:avLst/>
              <a:gdLst>
                <a:gd name="T0" fmla="*/ 90 w 90"/>
                <a:gd name="T1" fmla="*/ 0 h 203"/>
                <a:gd name="T2" fmla="*/ 0 w 90"/>
                <a:gd name="T3" fmla="*/ 203 h 203"/>
                <a:gd name="T4" fmla="*/ 90 w 90"/>
                <a:gd name="T5" fmla="*/ 0 h 203"/>
                <a:gd name="T6" fmla="*/ 90 w 90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203">
                  <a:moveTo>
                    <a:pt x="90" y="0"/>
                  </a:moveTo>
                  <a:lnTo>
                    <a:pt x="0" y="203"/>
                  </a:lnTo>
                  <a:lnTo>
                    <a:pt x="90" y="0"/>
                  </a:lnTo>
                  <a:lnTo>
                    <a:pt x="9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8" name="Freeform 431"/>
            <p:cNvSpPr/>
            <p:nvPr/>
          </p:nvSpPr>
          <p:spPr bwMode="auto">
            <a:xfrm>
              <a:off x="2152714" y="3478250"/>
              <a:ext cx="142875" cy="322263"/>
            </a:xfrm>
            <a:custGeom>
              <a:avLst/>
              <a:gdLst>
                <a:gd name="T0" fmla="*/ 90 w 90"/>
                <a:gd name="T1" fmla="*/ 0 h 203"/>
                <a:gd name="T2" fmla="*/ 0 w 90"/>
                <a:gd name="T3" fmla="*/ 203 h 203"/>
                <a:gd name="T4" fmla="*/ 90 w 90"/>
                <a:gd name="T5" fmla="*/ 0 h 203"/>
                <a:gd name="T6" fmla="*/ 90 w 90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203">
                  <a:moveTo>
                    <a:pt x="90" y="0"/>
                  </a:moveTo>
                  <a:lnTo>
                    <a:pt x="0" y="203"/>
                  </a:lnTo>
                  <a:lnTo>
                    <a:pt x="90" y="0"/>
                  </a:lnTo>
                  <a:lnTo>
                    <a:pt x="9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9" name="Freeform 432"/>
            <p:cNvSpPr>
              <a:spLocks noEditPoints="1"/>
            </p:cNvSpPr>
            <p:nvPr/>
          </p:nvSpPr>
          <p:spPr bwMode="auto">
            <a:xfrm>
              <a:off x="2146364" y="3460787"/>
              <a:ext cx="153987" cy="339725"/>
            </a:xfrm>
            <a:custGeom>
              <a:avLst/>
              <a:gdLst>
                <a:gd name="T0" fmla="*/ 97 w 97"/>
                <a:gd name="T1" fmla="*/ 5 h 214"/>
                <a:gd name="T2" fmla="*/ 87 w 97"/>
                <a:gd name="T3" fmla="*/ 15 h 214"/>
                <a:gd name="T4" fmla="*/ 55 w 97"/>
                <a:gd name="T5" fmla="*/ 88 h 214"/>
                <a:gd name="T6" fmla="*/ 0 w 97"/>
                <a:gd name="T7" fmla="*/ 212 h 214"/>
                <a:gd name="T8" fmla="*/ 2 w 97"/>
                <a:gd name="T9" fmla="*/ 213 h 214"/>
                <a:gd name="T10" fmla="*/ 4 w 97"/>
                <a:gd name="T11" fmla="*/ 214 h 214"/>
                <a:gd name="T12" fmla="*/ 4 w 97"/>
                <a:gd name="T13" fmla="*/ 214 h 214"/>
                <a:gd name="T14" fmla="*/ 4 w 97"/>
                <a:gd name="T15" fmla="*/ 214 h 214"/>
                <a:gd name="T16" fmla="*/ 94 w 97"/>
                <a:gd name="T17" fmla="*/ 11 h 214"/>
                <a:gd name="T18" fmla="*/ 97 w 97"/>
                <a:gd name="T19" fmla="*/ 5 h 214"/>
                <a:gd name="T20" fmla="*/ 96 w 97"/>
                <a:gd name="T21" fmla="*/ 0 h 214"/>
                <a:gd name="T22" fmla="*/ 94 w 97"/>
                <a:gd name="T23" fmla="*/ 2 h 214"/>
                <a:gd name="T24" fmla="*/ 96 w 97"/>
                <a:gd name="T25" fmla="*/ 1 h 214"/>
                <a:gd name="T26" fmla="*/ 96 w 97"/>
                <a:gd name="T27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214">
                  <a:moveTo>
                    <a:pt x="97" y="5"/>
                  </a:moveTo>
                  <a:lnTo>
                    <a:pt x="87" y="15"/>
                  </a:lnTo>
                  <a:lnTo>
                    <a:pt x="55" y="88"/>
                  </a:lnTo>
                  <a:lnTo>
                    <a:pt x="0" y="212"/>
                  </a:lnTo>
                  <a:lnTo>
                    <a:pt x="2" y="213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94" y="11"/>
                  </a:lnTo>
                  <a:lnTo>
                    <a:pt x="97" y="5"/>
                  </a:lnTo>
                  <a:close/>
                  <a:moveTo>
                    <a:pt x="96" y="0"/>
                  </a:moveTo>
                  <a:lnTo>
                    <a:pt x="94" y="2"/>
                  </a:lnTo>
                  <a:lnTo>
                    <a:pt x="96" y="1"/>
                  </a:lnTo>
                  <a:lnTo>
                    <a:pt x="9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0" name="Freeform 433"/>
            <p:cNvSpPr>
              <a:spLocks noEditPoints="1"/>
            </p:cNvSpPr>
            <p:nvPr/>
          </p:nvSpPr>
          <p:spPr bwMode="auto">
            <a:xfrm>
              <a:off x="2146364" y="3460787"/>
              <a:ext cx="153987" cy="339725"/>
            </a:xfrm>
            <a:custGeom>
              <a:avLst/>
              <a:gdLst>
                <a:gd name="T0" fmla="*/ 97 w 97"/>
                <a:gd name="T1" fmla="*/ 5 h 214"/>
                <a:gd name="T2" fmla="*/ 87 w 97"/>
                <a:gd name="T3" fmla="*/ 15 h 214"/>
                <a:gd name="T4" fmla="*/ 55 w 97"/>
                <a:gd name="T5" fmla="*/ 88 h 214"/>
                <a:gd name="T6" fmla="*/ 0 w 97"/>
                <a:gd name="T7" fmla="*/ 212 h 214"/>
                <a:gd name="T8" fmla="*/ 2 w 97"/>
                <a:gd name="T9" fmla="*/ 213 h 214"/>
                <a:gd name="T10" fmla="*/ 4 w 97"/>
                <a:gd name="T11" fmla="*/ 214 h 214"/>
                <a:gd name="T12" fmla="*/ 4 w 97"/>
                <a:gd name="T13" fmla="*/ 214 h 214"/>
                <a:gd name="T14" fmla="*/ 4 w 97"/>
                <a:gd name="T15" fmla="*/ 214 h 214"/>
                <a:gd name="T16" fmla="*/ 94 w 97"/>
                <a:gd name="T17" fmla="*/ 11 h 214"/>
                <a:gd name="T18" fmla="*/ 97 w 97"/>
                <a:gd name="T19" fmla="*/ 5 h 214"/>
                <a:gd name="T20" fmla="*/ 96 w 97"/>
                <a:gd name="T21" fmla="*/ 0 h 214"/>
                <a:gd name="T22" fmla="*/ 94 w 97"/>
                <a:gd name="T23" fmla="*/ 2 h 214"/>
                <a:gd name="T24" fmla="*/ 96 w 97"/>
                <a:gd name="T25" fmla="*/ 1 h 214"/>
                <a:gd name="T26" fmla="*/ 96 w 97"/>
                <a:gd name="T27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214">
                  <a:moveTo>
                    <a:pt x="97" y="5"/>
                  </a:moveTo>
                  <a:lnTo>
                    <a:pt x="87" y="15"/>
                  </a:lnTo>
                  <a:lnTo>
                    <a:pt x="55" y="88"/>
                  </a:lnTo>
                  <a:lnTo>
                    <a:pt x="0" y="212"/>
                  </a:lnTo>
                  <a:lnTo>
                    <a:pt x="2" y="213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94" y="11"/>
                  </a:lnTo>
                  <a:lnTo>
                    <a:pt x="97" y="5"/>
                  </a:lnTo>
                  <a:moveTo>
                    <a:pt x="96" y="0"/>
                  </a:moveTo>
                  <a:lnTo>
                    <a:pt x="94" y="2"/>
                  </a:lnTo>
                  <a:lnTo>
                    <a:pt x="96" y="1"/>
                  </a:lnTo>
                  <a:lnTo>
                    <a:pt x="9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1" name="Freeform 434"/>
            <p:cNvSpPr/>
            <p:nvPr/>
          </p:nvSpPr>
          <p:spPr bwMode="auto">
            <a:xfrm>
              <a:off x="2284476" y="3462375"/>
              <a:ext cx="15875" cy="22225"/>
            </a:xfrm>
            <a:custGeom>
              <a:avLst/>
              <a:gdLst>
                <a:gd name="T0" fmla="*/ 9 w 10"/>
                <a:gd name="T1" fmla="*/ 0 h 14"/>
                <a:gd name="T2" fmla="*/ 7 w 10"/>
                <a:gd name="T3" fmla="*/ 1 h 14"/>
                <a:gd name="T4" fmla="*/ 6 w 10"/>
                <a:gd name="T5" fmla="*/ 1 h 14"/>
                <a:gd name="T6" fmla="*/ 8 w 10"/>
                <a:gd name="T7" fmla="*/ 3 h 14"/>
                <a:gd name="T8" fmla="*/ 6 w 10"/>
                <a:gd name="T9" fmla="*/ 1 h 14"/>
                <a:gd name="T10" fmla="*/ 6 w 10"/>
                <a:gd name="T11" fmla="*/ 2 h 14"/>
                <a:gd name="T12" fmla="*/ 0 w 10"/>
                <a:gd name="T13" fmla="*/ 14 h 14"/>
                <a:gd name="T14" fmla="*/ 10 w 10"/>
                <a:gd name="T15" fmla="*/ 4 h 14"/>
                <a:gd name="T16" fmla="*/ 10 w 10"/>
                <a:gd name="T17" fmla="*/ 3 h 14"/>
                <a:gd name="T18" fmla="*/ 9 w 10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4">
                  <a:moveTo>
                    <a:pt x="9" y="0"/>
                  </a:moveTo>
                  <a:lnTo>
                    <a:pt x="7" y="1"/>
                  </a:lnTo>
                  <a:lnTo>
                    <a:pt x="6" y="1"/>
                  </a:lnTo>
                  <a:lnTo>
                    <a:pt x="8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0" y="14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2" name="Freeform 435"/>
            <p:cNvSpPr/>
            <p:nvPr/>
          </p:nvSpPr>
          <p:spPr bwMode="auto">
            <a:xfrm>
              <a:off x="2284476" y="3462375"/>
              <a:ext cx="15875" cy="22225"/>
            </a:xfrm>
            <a:custGeom>
              <a:avLst/>
              <a:gdLst>
                <a:gd name="T0" fmla="*/ 9 w 10"/>
                <a:gd name="T1" fmla="*/ 0 h 14"/>
                <a:gd name="T2" fmla="*/ 7 w 10"/>
                <a:gd name="T3" fmla="*/ 1 h 14"/>
                <a:gd name="T4" fmla="*/ 6 w 10"/>
                <a:gd name="T5" fmla="*/ 1 h 14"/>
                <a:gd name="T6" fmla="*/ 8 w 10"/>
                <a:gd name="T7" fmla="*/ 3 h 14"/>
                <a:gd name="T8" fmla="*/ 6 w 10"/>
                <a:gd name="T9" fmla="*/ 1 h 14"/>
                <a:gd name="T10" fmla="*/ 6 w 10"/>
                <a:gd name="T11" fmla="*/ 2 h 14"/>
                <a:gd name="T12" fmla="*/ 0 w 10"/>
                <a:gd name="T13" fmla="*/ 14 h 14"/>
                <a:gd name="T14" fmla="*/ 10 w 10"/>
                <a:gd name="T15" fmla="*/ 4 h 14"/>
                <a:gd name="T16" fmla="*/ 10 w 10"/>
                <a:gd name="T17" fmla="*/ 3 h 14"/>
                <a:gd name="T18" fmla="*/ 9 w 10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4">
                  <a:moveTo>
                    <a:pt x="9" y="0"/>
                  </a:moveTo>
                  <a:lnTo>
                    <a:pt x="7" y="1"/>
                  </a:lnTo>
                  <a:lnTo>
                    <a:pt x="6" y="1"/>
                  </a:lnTo>
                  <a:lnTo>
                    <a:pt x="8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0" y="14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3" name="Freeform 436"/>
            <p:cNvSpPr/>
            <p:nvPr/>
          </p:nvSpPr>
          <p:spPr bwMode="auto">
            <a:xfrm>
              <a:off x="2149539" y="3798925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4" name="Freeform 437"/>
            <p:cNvSpPr/>
            <p:nvPr/>
          </p:nvSpPr>
          <p:spPr bwMode="auto">
            <a:xfrm>
              <a:off x="2149539" y="3798925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5" name="Freeform 438"/>
            <p:cNvSpPr/>
            <p:nvPr/>
          </p:nvSpPr>
          <p:spPr bwMode="auto">
            <a:xfrm>
              <a:off x="2030476" y="3735425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6" name="Freeform 439"/>
            <p:cNvSpPr/>
            <p:nvPr/>
          </p:nvSpPr>
          <p:spPr bwMode="auto">
            <a:xfrm>
              <a:off x="2030476" y="3735425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7" name="Freeform 440"/>
            <p:cNvSpPr/>
            <p:nvPr/>
          </p:nvSpPr>
          <p:spPr bwMode="auto">
            <a:xfrm>
              <a:off x="2032064" y="3729075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8" name="Freeform 441"/>
            <p:cNvSpPr/>
            <p:nvPr/>
          </p:nvSpPr>
          <p:spPr bwMode="auto">
            <a:xfrm>
              <a:off x="2032064" y="3729075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9" name="Freeform 442"/>
            <p:cNvSpPr/>
            <p:nvPr/>
          </p:nvSpPr>
          <p:spPr bwMode="auto">
            <a:xfrm>
              <a:off x="2032064" y="373066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0" name="Freeform 443"/>
            <p:cNvSpPr/>
            <p:nvPr/>
          </p:nvSpPr>
          <p:spPr bwMode="auto">
            <a:xfrm>
              <a:off x="2032064" y="373066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1" name="Freeform 444"/>
            <p:cNvSpPr/>
            <p:nvPr/>
          </p:nvSpPr>
          <p:spPr bwMode="auto">
            <a:xfrm>
              <a:off x="2032064" y="3730662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2" name="Freeform 445"/>
            <p:cNvSpPr/>
            <p:nvPr/>
          </p:nvSpPr>
          <p:spPr bwMode="auto">
            <a:xfrm>
              <a:off x="2032064" y="3730662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3" name="Freeform 446"/>
            <p:cNvSpPr/>
            <p:nvPr/>
          </p:nvSpPr>
          <p:spPr bwMode="auto">
            <a:xfrm>
              <a:off x="2043176" y="3735425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4" name="Freeform 447"/>
            <p:cNvSpPr/>
            <p:nvPr/>
          </p:nvSpPr>
          <p:spPr bwMode="auto">
            <a:xfrm>
              <a:off x="2043176" y="3735425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5" name="Rectangle 448"/>
            <p:cNvSpPr>
              <a:spLocks noChangeArrowheads="1"/>
            </p:cNvSpPr>
            <p:nvPr/>
          </p:nvSpPr>
          <p:spPr bwMode="auto">
            <a:xfrm>
              <a:off x="2146364" y="37973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6" name="Freeform 449"/>
            <p:cNvSpPr/>
            <p:nvPr/>
          </p:nvSpPr>
          <p:spPr bwMode="auto">
            <a:xfrm flipH="1">
              <a:off x="2146364" y="37973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7" name="Freeform 450"/>
            <p:cNvSpPr/>
            <p:nvPr/>
          </p:nvSpPr>
          <p:spPr bwMode="auto">
            <a:xfrm>
              <a:off x="2041589" y="3743362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8" name="Freeform 451"/>
            <p:cNvSpPr/>
            <p:nvPr/>
          </p:nvSpPr>
          <p:spPr bwMode="auto">
            <a:xfrm>
              <a:off x="2041589" y="3743362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9" name="Freeform 452"/>
            <p:cNvSpPr/>
            <p:nvPr/>
          </p:nvSpPr>
          <p:spPr bwMode="auto">
            <a:xfrm>
              <a:off x="2033651" y="3738600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0" name="Freeform 453"/>
            <p:cNvSpPr/>
            <p:nvPr/>
          </p:nvSpPr>
          <p:spPr bwMode="auto">
            <a:xfrm>
              <a:off x="2033651" y="3738600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1" name="Freeform 454"/>
            <p:cNvSpPr/>
            <p:nvPr/>
          </p:nvSpPr>
          <p:spPr bwMode="auto">
            <a:xfrm>
              <a:off x="2033651" y="373860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2" name="Freeform 455"/>
            <p:cNvSpPr/>
            <p:nvPr/>
          </p:nvSpPr>
          <p:spPr bwMode="auto">
            <a:xfrm>
              <a:off x="2033651" y="373860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3" name="Freeform 456"/>
            <p:cNvSpPr/>
            <p:nvPr/>
          </p:nvSpPr>
          <p:spPr bwMode="auto">
            <a:xfrm>
              <a:off x="2114614" y="4516475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4" name="Freeform 457"/>
            <p:cNvSpPr/>
            <p:nvPr/>
          </p:nvSpPr>
          <p:spPr bwMode="auto">
            <a:xfrm>
              <a:off x="2114614" y="4516475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5" name="Rectangle 458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6" name="Rectangle 459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7" name="Rectangle 460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8" name="Rectangle 461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9" name="Rectangle 462"/>
            <p:cNvSpPr>
              <a:spLocks noChangeArrowheads="1"/>
            </p:cNvSpPr>
            <p:nvPr/>
          </p:nvSpPr>
          <p:spPr bwMode="auto">
            <a:xfrm>
              <a:off x="2117789" y="45387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0" name="Rectangle 463"/>
            <p:cNvSpPr>
              <a:spLocks noChangeArrowheads="1"/>
            </p:cNvSpPr>
            <p:nvPr/>
          </p:nvSpPr>
          <p:spPr bwMode="auto">
            <a:xfrm>
              <a:off x="2117789" y="45387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1" name="Freeform 464"/>
            <p:cNvSpPr>
              <a:spLocks noEditPoints="1"/>
            </p:cNvSpPr>
            <p:nvPr/>
          </p:nvSpPr>
          <p:spPr bwMode="auto">
            <a:xfrm>
              <a:off x="2130489" y="3803687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2" name="Freeform 465"/>
            <p:cNvSpPr>
              <a:spLocks noEditPoints="1"/>
            </p:cNvSpPr>
            <p:nvPr/>
          </p:nvSpPr>
          <p:spPr bwMode="auto">
            <a:xfrm>
              <a:off x="2130489" y="3803687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3" name="Freeform 466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4" name="Freeform 467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5" name="Freeform 468"/>
            <p:cNvSpPr/>
            <p:nvPr/>
          </p:nvSpPr>
          <p:spPr bwMode="auto">
            <a:xfrm>
              <a:off x="2119376" y="3803687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6" name="Freeform 469"/>
            <p:cNvSpPr/>
            <p:nvPr/>
          </p:nvSpPr>
          <p:spPr bwMode="auto">
            <a:xfrm>
              <a:off x="2119376" y="3803687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7" name="Freeform 470"/>
            <p:cNvSpPr/>
            <p:nvPr/>
          </p:nvSpPr>
          <p:spPr bwMode="auto">
            <a:xfrm>
              <a:off x="2124139" y="4521237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8" name="Freeform 471"/>
            <p:cNvSpPr/>
            <p:nvPr/>
          </p:nvSpPr>
          <p:spPr bwMode="auto">
            <a:xfrm>
              <a:off x="2124139" y="4521237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9" name="Rectangle 472"/>
            <p:cNvSpPr>
              <a:spLocks noChangeArrowheads="1"/>
            </p:cNvSpPr>
            <p:nvPr/>
          </p:nvSpPr>
          <p:spPr bwMode="auto">
            <a:xfrm>
              <a:off x="2124139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0" name="Rectangle 473"/>
            <p:cNvSpPr>
              <a:spLocks noChangeArrowheads="1"/>
            </p:cNvSpPr>
            <p:nvPr/>
          </p:nvSpPr>
          <p:spPr bwMode="auto">
            <a:xfrm>
              <a:off x="2124139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1" name="Rectangle 474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2" name="Rectangle 475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3" name="Freeform 476"/>
            <p:cNvSpPr/>
            <p:nvPr/>
          </p:nvSpPr>
          <p:spPr bwMode="auto">
            <a:xfrm>
              <a:off x="2117789" y="4487900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4" name="Freeform 477"/>
            <p:cNvSpPr/>
            <p:nvPr/>
          </p:nvSpPr>
          <p:spPr bwMode="auto">
            <a:xfrm>
              <a:off x="2117789" y="4487900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5" name="Freeform 478"/>
            <p:cNvSpPr/>
            <p:nvPr/>
          </p:nvSpPr>
          <p:spPr bwMode="auto">
            <a:xfrm>
              <a:off x="2122551" y="4524412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6" name="Freeform 479"/>
            <p:cNvSpPr/>
            <p:nvPr/>
          </p:nvSpPr>
          <p:spPr bwMode="auto">
            <a:xfrm>
              <a:off x="2122551" y="4524412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7" name="Freeform 480"/>
            <p:cNvSpPr/>
            <p:nvPr/>
          </p:nvSpPr>
          <p:spPr bwMode="auto">
            <a:xfrm flipH="1">
              <a:off x="2124139" y="45339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8" name="Freeform 481"/>
            <p:cNvSpPr/>
            <p:nvPr/>
          </p:nvSpPr>
          <p:spPr bwMode="auto">
            <a:xfrm flipH="1">
              <a:off x="2124139" y="45339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9" name="Rectangle 482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0" name="Rectangle 483"/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1" name="Freeform 484"/>
            <p:cNvSpPr/>
            <p:nvPr/>
          </p:nvSpPr>
          <p:spPr bwMode="auto">
            <a:xfrm>
              <a:off x="2117789" y="4522825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2" name="Freeform 485"/>
            <p:cNvSpPr/>
            <p:nvPr/>
          </p:nvSpPr>
          <p:spPr bwMode="auto">
            <a:xfrm>
              <a:off x="2117789" y="4522825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3" name="Rectangle 486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4" name="Rectangle 487"/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5" name="Rectangle 488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6" name="Rectangle 489"/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7" name="Freeform 490"/>
            <p:cNvSpPr/>
            <p:nvPr/>
          </p:nvSpPr>
          <p:spPr bwMode="auto">
            <a:xfrm>
              <a:off x="2119376" y="4530762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8" name="Freeform 491"/>
            <p:cNvSpPr/>
            <p:nvPr/>
          </p:nvSpPr>
          <p:spPr bwMode="auto">
            <a:xfrm>
              <a:off x="2119376" y="4530762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9" name="Rectangle 492"/>
            <p:cNvSpPr>
              <a:spLocks noChangeArrowheads="1"/>
            </p:cNvSpPr>
            <p:nvPr/>
          </p:nvSpPr>
          <p:spPr bwMode="auto">
            <a:xfrm>
              <a:off x="2122551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0" name="Rectangle 493"/>
            <p:cNvSpPr>
              <a:spLocks noChangeArrowheads="1"/>
            </p:cNvSpPr>
            <p:nvPr/>
          </p:nvSpPr>
          <p:spPr bwMode="auto">
            <a:xfrm>
              <a:off x="2122551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1" name="Freeform 494"/>
            <p:cNvSpPr>
              <a:spLocks noEditPoints="1"/>
            </p:cNvSpPr>
            <p:nvPr/>
          </p:nvSpPr>
          <p:spPr bwMode="auto">
            <a:xfrm>
              <a:off x="2117789" y="4535525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2" name="Freeform 495"/>
            <p:cNvSpPr>
              <a:spLocks noEditPoints="1"/>
            </p:cNvSpPr>
            <p:nvPr/>
          </p:nvSpPr>
          <p:spPr bwMode="auto">
            <a:xfrm>
              <a:off x="2117789" y="4535525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3" name="Freeform 496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4" name="Freeform 497"/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5" name="Freeform 498"/>
            <p:cNvSpPr>
              <a:spLocks noEditPoints="1"/>
            </p:cNvSpPr>
            <p:nvPr/>
          </p:nvSpPr>
          <p:spPr bwMode="auto">
            <a:xfrm>
              <a:off x="2036826" y="3732250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6" name="Freeform 499"/>
            <p:cNvSpPr>
              <a:spLocks noEditPoints="1"/>
            </p:cNvSpPr>
            <p:nvPr/>
          </p:nvSpPr>
          <p:spPr bwMode="auto">
            <a:xfrm>
              <a:off x="2036826" y="3732250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7" name="Freeform 500"/>
            <p:cNvSpPr>
              <a:spLocks noEditPoints="1"/>
            </p:cNvSpPr>
            <p:nvPr/>
          </p:nvSpPr>
          <p:spPr bwMode="auto">
            <a:xfrm>
              <a:off x="2033651" y="3732250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8" name="Freeform 501"/>
            <p:cNvSpPr>
              <a:spLocks noEditPoints="1"/>
            </p:cNvSpPr>
            <p:nvPr/>
          </p:nvSpPr>
          <p:spPr bwMode="auto">
            <a:xfrm>
              <a:off x="2033651" y="3732250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9" name="Freeform 502"/>
            <p:cNvSpPr/>
            <p:nvPr/>
          </p:nvSpPr>
          <p:spPr bwMode="auto">
            <a:xfrm>
              <a:off x="2035239" y="3737012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0" name="Freeform 503"/>
            <p:cNvSpPr/>
            <p:nvPr/>
          </p:nvSpPr>
          <p:spPr bwMode="auto">
            <a:xfrm>
              <a:off x="2035239" y="3737012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1" name="Freeform 504"/>
            <p:cNvSpPr>
              <a:spLocks noEditPoints="1"/>
            </p:cNvSpPr>
            <p:nvPr/>
          </p:nvSpPr>
          <p:spPr bwMode="auto">
            <a:xfrm>
              <a:off x="2033651" y="3732250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2" name="Freeform 505"/>
            <p:cNvSpPr>
              <a:spLocks noEditPoints="1"/>
            </p:cNvSpPr>
            <p:nvPr/>
          </p:nvSpPr>
          <p:spPr bwMode="auto">
            <a:xfrm>
              <a:off x="2033651" y="3732250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3" name="Freeform 506"/>
            <p:cNvSpPr>
              <a:spLocks noEditPoints="1"/>
            </p:cNvSpPr>
            <p:nvPr/>
          </p:nvSpPr>
          <p:spPr bwMode="auto">
            <a:xfrm>
              <a:off x="2143189" y="3797337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4" name="Freeform 507"/>
            <p:cNvSpPr>
              <a:spLocks noEditPoints="1"/>
            </p:cNvSpPr>
            <p:nvPr/>
          </p:nvSpPr>
          <p:spPr bwMode="auto">
            <a:xfrm>
              <a:off x="2143189" y="3797337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5" name="Freeform 508"/>
            <p:cNvSpPr>
              <a:spLocks noEditPoints="1"/>
            </p:cNvSpPr>
            <p:nvPr/>
          </p:nvSpPr>
          <p:spPr bwMode="auto">
            <a:xfrm>
              <a:off x="2144776" y="3797337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6" name="Freeform 509"/>
            <p:cNvSpPr>
              <a:spLocks noEditPoints="1"/>
            </p:cNvSpPr>
            <p:nvPr/>
          </p:nvSpPr>
          <p:spPr bwMode="auto">
            <a:xfrm>
              <a:off x="2144776" y="3797337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7" name="Freeform 510"/>
            <p:cNvSpPr/>
            <p:nvPr/>
          </p:nvSpPr>
          <p:spPr bwMode="auto">
            <a:xfrm>
              <a:off x="2144776" y="3797337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8" name="Freeform 511"/>
            <p:cNvSpPr/>
            <p:nvPr/>
          </p:nvSpPr>
          <p:spPr bwMode="auto">
            <a:xfrm>
              <a:off x="2144776" y="3797337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9" name="Freeform 512"/>
            <p:cNvSpPr>
              <a:spLocks noEditPoints="1"/>
            </p:cNvSpPr>
            <p:nvPr/>
          </p:nvSpPr>
          <p:spPr bwMode="auto">
            <a:xfrm>
              <a:off x="3381439" y="4611725"/>
              <a:ext cx="731837" cy="1087438"/>
            </a:xfrm>
            <a:custGeom>
              <a:avLst/>
              <a:gdLst>
                <a:gd name="T0" fmla="*/ 460 w 461"/>
                <a:gd name="T1" fmla="*/ 619 h 685"/>
                <a:gd name="T2" fmla="*/ 458 w 461"/>
                <a:gd name="T3" fmla="*/ 621 h 685"/>
                <a:gd name="T4" fmla="*/ 457 w 461"/>
                <a:gd name="T5" fmla="*/ 621 h 685"/>
                <a:gd name="T6" fmla="*/ 461 w 461"/>
                <a:gd name="T7" fmla="*/ 620 h 685"/>
                <a:gd name="T8" fmla="*/ 460 w 461"/>
                <a:gd name="T9" fmla="*/ 619 h 685"/>
                <a:gd name="T10" fmla="*/ 3 w 461"/>
                <a:gd name="T11" fmla="*/ 503 h 685"/>
                <a:gd name="T12" fmla="*/ 0 w 461"/>
                <a:gd name="T13" fmla="*/ 669 h 685"/>
                <a:gd name="T14" fmla="*/ 0 w 461"/>
                <a:gd name="T15" fmla="*/ 669 h 685"/>
                <a:gd name="T16" fmla="*/ 3 w 461"/>
                <a:gd name="T17" fmla="*/ 503 h 685"/>
                <a:gd name="T18" fmla="*/ 14 w 461"/>
                <a:gd name="T19" fmla="*/ 13 h 685"/>
                <a:gd name="T20" fmla="*/ 13 w 461"/>
                <a:gd name="T21" fmla="*/ 91 h 685"/>
                <a:gd name="T22" fmla="*/ 14 w 461"/>
                <a:gd name="T23" fmla="*/ 13 h 685"/>
                <a:gd name="T24" fmla="*/ 453 w 461"/>
                <a:gd name="T25" fmla="*/ 617 h 685"/>
                <a:gd name="T26" fmla="*/ 4 w 461"/>
                <a:gd name="T27" fmla="*/ 680 h 685"/>
                <a:gd name="T28" fmla="*/ 4 w 461"/>
                <a:gd name="T29" fmla="*/ 682 h 685"/>
                <a:gd name="T30" fmla="*/ 5 w 461"/>
                <a:gd name="T31" fmla="*/ 684 h 685"/>
                <a:gd name="T32" fmla="*/ 5 w 461"/>
                <a:gd name="T33" fmla="*/ 684 h 685"/>
                <a:gd name="T34" fmla="*/ 5 w 461"/>
                <a:gd name="T35" fmla="*/ 685 h 685"/>
                <a:gd name="T36" fmla="*/ 455 w 461"/>
                <a:gd name="T37" fmla="*/ 621 h 685"/>
                <a:gd name="T38" fmla="*/ 14 w 461"/>
                <a:gd name="T39" fmla="*/ 13 h 685"/>
                <a:gd name="T40" fmla="*/ 10 w 461"/>
                <a:gd name="T41" fmla="*/ 0 h 685"/>
                <a:gd name="T42" fmla="*/ 10 w 461"/>
                <a:gd name="T43" fmla="*/ 1 h 685"/>
                <a:gd name="T44" fmla="*/ 12 w 461"/>
                <a:gd name="T45" fmla="*/ 4 h 685"/>
                <a:gd name="T46" fmla="*/ 12 w 461"/>
                <a:gd name="T47" fmla="*/ 3 h 685"/>
                <a:gd name="T48" fmla="*/ 10 w 461"/>
                <a:gd name="T49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1" h="685">
                  <a:moveTo>
                    <a:pt x="460" y="619"/>
                  </a:moveTo>
                  <a:lnTo>
                    <a:pt x="458" y="621"/>
                  </a:lnTo>
                  <a:lnTo>
                    <a:pt x="457" y="621"/>
                  </a:lnTo>
                  <a:lnTo>
                    <a:pt x="461" y="620"/>
                  </a:lnTo>
                  <a:lnTo>
                    <a:pt x="460" y="619"/>
                  </a:lnTo>
                  <a:close/>
                  <a:moveTo>
                    <a:pt x="3" y="503"/>
                  </a:moveTo>
                  <a:lnTo>
                    <a:pt x="0" y="669"/>
                  </a:lnTo>
                  <a:lnTo>
                    <a:pt x="0" y="669"/>
                  </a:lnTo>
                  <a:lnTo>
                    <a:pt x="3" y="503"/>
                  </a:lnTo>
                  <a:close/>
                  <a:moveTo>
                    <a:pt x="14" y="13"/>
                  </a:moveTo>
                  <a:lnTo>
                    <a:pt x="13" y="91"/>
                  </a:lnTo>
                  <a:lnTo>
                    <a:pt x="14" y="13"/>
                  </a:lnTo>
                  <a:lnTo>
                    <a:pt x="453" y="617"/>
                  </a:lnTo>
                  <a:lnTo>
                    <a:pt x="4" y="680"/>
                  </a:lnTo>
                  <a:lnTo>
                    <a:pt x="4" y="682"/>
                  </a:lnTo>
                  <a:lnTo>
                    <a:pt x="5" y="684"/>
                  </a:lnTo>
                  <a:lnTo>
                    <a:pt x="5" y="684"/>
                  </a:lnTo>
                  <a:lnTo>
                    <a:pt x="5" y="685"/>
                  </a:lnTo>
                  <a:lnTo>
                    <a:pt x="455" y="621"/>
                  </a:lnTo>
                  <a:lnTo>
                    <a:pt x="14" y="13"/>
                  </a:lnTo>
                  <a:close/>
                  <a:moveTo>
                    <a:pt x="10" y="0"/>
                  </a:moveTo>
                  <a:lnTo>
                    <a:pt x="10" y="1"/>
                  </a:lnTo>
                  <a:lnTo>
                    <a:pt x="12" y="4"/>
                  </a:lnTo>
                  <a:lnTo>
                    <a:pt x="12" y="3"/>
                  </a:lnTo>
                  <a:lnTo>
                    <a:pt x="1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0" name="Freeform 513"/>
            <p:cNvSpPr>
              <a:spLocks noEditPoints="1"/>
            </p:cNvSpPr>
            <p:nvPr/>
          </p:nvSpPr>
          <p:spPr bwMode="auto">
            <a:xfrm>
              <a:off x="3381439" y="4611725"/>
              <a:ext cx="731837" cy="1087438"/>
            </a:xfrm>
            <a:custGeom>
              <a:avLst/>
              <a:gdLst>
                <a:gd name="T0" fmla="*/ 460 w 461"/>
                <a:gd name="T1" fmla="*/ 619 h 685"/>
                <a:gd name="T2" fmla="*/ 458 w 461"/>
                <a:gd name="T3" fmla="*/ 621 h 685"/>
                <a:gd name="T4" fmla="*/ 457 w 461"/>
                <a:gd name="T5" fmla="*/ 621 h 685"/>
                <a:gd name="T6" fmla="*/ 461 w 461"/>
                <a:gd name="T7" fmla="*/ 620 h 685"/>
                <a:gd name="T8" fmla="*/ 460 w 461"/>
                <a:gd name="T9" fmla="*/ 619 h 685"/>
                <a:gd name="T10" fmla="*/ 3 w 461"/>
                <a:gd name="T11" fmla="*/ 503 h 685"/>
                <a:gd name="T12" fmla="*/ 0 w 461"/>
                <a:gd name="T13" fmla="*/ 669 h 685"/>
                <a:gd name="T14" fmla="*/ 0 w 461"/>
                <a:gd name="T15" fmla="*/ 669 h 685"/>
                <a:gd name="T16" fmla="*/ 3 w 461"/>
                <a:gd name="T17" fmla="*/ 503 h 685"/>
                <a:gd name="T18" fmla="*/ 14 w 461"/>
                <a:gd name="T19" fmla="*/ 13 h 685"/>
                <a:gd name="T20" fmla="*/ 13 w 461"/>
                <a:gd name="T21" fmla="*/ 91 h 685"/>
                <a:gd name="T22" fmla="*/ 14 w 461"/>
                <a:gd name="T23" fmla="*/ 13 h 685"/>
                <a:gd name="T24" fmla="*/ 453 w 461"/>
                <a:gd name="T25" fmla="*/ 617 h 685"/>
                <a:gd name="T26" fmla="*/ 4 w 461"/>
                <a:gd name="T27" fmla="*/ 680 h 685"/>
                <a:gd name="T28" fmla="*/ 4 w 461"/>
                <a:gd name="T29" fmla="*/ 682 h 685"/>
                <a:gd name="T30" fmla="*/ 5 w 461"/>
                <a:gd name="T31" fmla="*/ 684 h 685"/>
                <a:gd name="T32" fmla="*/ 5 w 461"/>
                <a:gd name="T33" fmla="*/ 684 h 685"/>
                <a:gd name="T34" fmla="*/ 5 w 461"/>
                <a:gd name="T35" fmla="*/ 685 h 685"/>
                <a:gd name="T36" fmla="*/ 455 w 461"/>
                <a:gd name="T37" fmla="*/ 621 h 685"/>
                <a:gd name="T38" fmla="*/ 14 w 461"/>
                <a:gd name="T39" fmla="*/ 13 h 685"/>
                <a:gd name="T40" fmla="*/ 10 w 461"/>
                <a:gd name="T41" fmla="*/ 0 h 685"/>
                <a:gd name="T42" fmla="*/ 10 w 461"/>
                <a:gd name="T43" fmla="*/ 1 h 685"/>
                <a:gd name="T44" fmla="*/ 12 w 461"/>
                <a:gd name="T45" fmla="*/ 4 h 685"/>
                <a:gd name="T46" fmla="*/ 12 w 461"/>
                <a:gd name="T47" fmla="*/ 3 h 685"/>
                <a:gd name="T48" fmla="*/ 10 w 461"/>
                <a:gd name="T49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1" h="685">
                  <a:moveTo>
                    <a:pt x="460" y="619"/>
                  </a:moveTo>
                  <a:lnTo>
                    <a:pt x="458" y="621"/>
                  </a:lnTo>
                  <a:lnTo>
                    <a:pt x="457" y="621"/>
                  </a:lnTo>
                  <a:lnTo>
                    <a:pt x="461" y="620"/>
                  </a:lnTo>
                  <a:lnTo>
                    <a:pt x="460" y="619"/>
                  </a:lnTo>
                  <a:moveTo>
                    <a:pt x="3" y="503"/>
                  </a:moveTo>
                  <a:lnTo>
                    <a:pt x="0" y="669"/>
                  </a:lnTo>
                  <a:lnTo>
                    <a:pt x="0" y="669"/>
                  </a:lnTo>
                  <a:lnTo>
                    <a:pt x="3" y="503"/>
                  </a:lnTo>
                  <a:moveTo>
                    <a:pt x="14" y="13"/>
                  </a:moveTo>
                  <a:lnTo>
                    <a:pt x="13" y="91"/>
                  </a:lnTo>
                  <a:lnTo>
                    <a:pt x="14" y="13"/>
                  </a:lnTo>
                  <a:lnTo>
                    <a:pt x="453" y="617"/>
                  </a:lnTo>
                  <a:lnTo>
                    <a:pt x="4" y="680"/>
                  </a:lnTo>
                  <a:lnTo>
                    <a:pt x="4" y="682"/>
                  </a:lnTo>
                  <a:lnTo>
                    <a:pt x="5" y="684"/>
                  </a:lnTo>
                  <a:lnTo>
                    <a:pt x="5" y="684"/>
                  </a:lnTo>
                  <a:lnTo>
                    <a:pt x="5" y="685"/>
                  </a:lnTo>
                  <a:lnTo>
                    <a:pt x="455" y="621"/>
                  </a:lnTo>
                  <a:lnTo>
                    <a:pt x="14" y="13"/>
                  </a:lnTo>
                  <a:moveTo>
                    <a:pt x="10" y="0"/>
                  </a:moveTo>
                  <a:lnTo>
                    <a:pt x="10" y="1"/>
                  </a:lnTo>
                  <a:lnTo>
                    <a:pt x="12" y="4"/>
                  </a:lnTo>
                  <a:lnTo>
                    <a:pt x="12" y="3"/>
                  </a:lnTo>
                  <a:lnTo>
                    <a:pt x="1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1" name="Freeform 514"/>
            <p:cNvSpPr>
              <a:spLocks noEditPoints="1"/>
            </p:cNvSpPr>
            <p:nvPr/>
          </p:nvSpPr>
          <p:spPr bwMode="auto">
            <a:xfrm>
              <a:off x="2611501" y="5694400"/>
              <a:ext cx="960437" cy="666750"/>
            </a:xfrm>
            <a:custGeom>
              <a:avLst/>
              <a:gdLst>
                <a:gd name="T0" fmla="*/ 602 w 605"/>
                <a:gd name="T1" fmla="*/ 417 h 420"/>
                <a:gd name="T2" fmla="*/ 604 w 605"/>
                <a:gd name="T3" fmla="*/ 416 h 420"/>
                <a:gd name="T4" fmla="*/ 602 w 605"/>
                <a:gd name="T5" fmla="*/ 417 h 420"/>
                <a:gd name="T6" fmla="*/ 490 w 605"/>
                <a:gd name="T7" fmla="*/ 3 h 420"/>
                <a:gd name="T8" fmla="*/ 489 w 605"/>
                <a:gd name="T9" fmla="*/ 3 h 420"/>
                <a:gd name="T10" fmla="*/ 489 w 605"/>
                <a:gd name="T11" fmla="*/ 15 h 420"/>
                <a:gd name="T12" fmla="*/ 486 w 605"/>
                <a:gd name="T13" fmla="*/ 4 h 420"/>
                <a:gd name="T14" fmla="*/ 486 w 605"/>
                <a:gd name="T15" fmla="*/ 4 h 420"/>
                <a:gd name="T16" fmla="*/ 599 w 605"/>
                <a:gd name="T17" fmla="*/ 413 h 420"/>
                <a:gd name="T18" fmla="*/ 6 w 605"/>
                <a:gd name="T19" fmla="*/ 246 h 420"/>
                <a:gd name="T20" fmla="*/ 272 w 605"/>
                <a:gd name="T21" fmla="*/ 112 h 420"/>
                <a:gd name="T22" fmla="*/ 2 w 605"/>
                <a:gd name="T23" fmla="*/ 248 h 420"/>
                <a:gd name="T24" fmla="*/ 2 w 605"/>
                <a:gd name="T25" fmla="*/ 249 h 420"/>
                <a:gd name="T26" fmla="*/ 1 w 605"/>
                <a:gd name="T27" fmla="*/ 249 h 420"/>
                <a:gd name="T28" fmla="*/ 0 w 605"/>
                <a:gd name="T29" fmla="*/ 249 h 420"/>
                <a:gd name="T30" fmla="*/ 605 w 605"/>
                <a:gd name="T31" fmla="*/ 420 h 420"/>
                <a:gd name="T32" fmla="*/ 604 w 605"/>
                <a:gd name="T33" fmla="*/ 416 h 420"/>
                <a:gd name="T34" fmla="*/ 490 w 605"/>
                <a:gd name="T35" fmla="*/ 3 h 420"/>
                <a:gd name="T36" fmla="*/ 484 w 605"/>
                <a:gd name="T37" fmla="*/ 0 h 420"/>
                <a:gd name="T38" fmla="*/ 4 w 605"/>
                <a:gd name="T39" fmla="*/ 242 h 420"/>
                <a:gd name="T40" fmla="*/ 4 w 605"/>
                <a:gd name="T41" fmla="*/ 242 h 420"/>
                <a:gd name="T42" fmla="*/ 484 w 605"/>
                <a:gd name="T4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5" h="420">
                  <a:moveTo>
                    <a:pt x="602" y="417"/>
                  </a:moveTo>
                  <a:lnTo>
                    <a:pt x="604" y="416"/>
                  </a:lnTo>
                  <a:lnTo>
                    <a:pt x="602" y="417"/>
                  </a:lnTo>
                  <a:close/>
                  <a:moveTo>
                    <a:pt x="490" y="3"/>
                  </a:moveTo>
                  <a:lnTo>
                    <a:pt x="489" y="3"/>
                  </a:lnTo>
                  <a:lnTo>
                    <a:pt x="489" y="15"/>
                  </a:lnTo>
                  <a:lnTo>
                    <a:pt x="486" y="4"/>
                  </a:lnTo>
                  <a:lnTo>
                    <a:pt x="486" y="4"/>
                  </a:lnTo>
                  <a:lnTo>
                    <a:pt x="599" y="413"/>
                  </a:lnTo>
                  <a:lnTo>
                    <a:pt x="6" y="246"/>
                  </a:lnTo>
                  <a:lnTo>
                    <a:pt x="272" y="112"/>
                  </a:lnTo>
                  <a:lnTo>
                    <a:pt x="2" y="248"/>
                  </a:lnTo>
                  <a:lnTo>
                    <a:pt x="2" y="249"/>
                  </a:lnTo>
                  <a:lnTo>
                    <a:pt x="1" y="249"/>
                  </a:lnTo>
                  <a:lnTo>
                    <a:pt x="0" y="249"/>
                  </a:lnTo>
                  <a:lnTo>
                    <a:pt x="605" y="420"/>
                  </a:lnTo>
                  <a:lnTo>
                    <a:pt x="604" y="416"/>
                  </a:lnTo>
                  <a:lnTo>
                    <a:pt x="490" y="3"/>
                  </a:lnTo>
                  <a:close/>
                  <a:moveTo>
                    <a:pt x="484" y="0"/>
                  </a:moveTo>
                  <a:lnTo>
                    <a:pt x="4" y="242"/>
                  </a:lnTo>
                  <a:lnTo>
                    <a:pt x="4" y="242"/>
                  </a:lnTo>
                  <a:lnTo>
                    <a:pt x="48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2" name="Freeform 515"/>
            <p:cNvSpPr>
              <a:spLocks noEditPoints="1"/>
            </p:cNvSpPr>
            <p:nvPr/>
          </p:nvSpPr>
          <p:spPr bwMode="auto">
            <a:xfrm>
              <a:off x="2611501" y="5694400"/>
              <a:ext cx="960437" cy="666750"/>
            </a:xfrm>
            <a:custGeom>
              <a:avLst/>
              <a:gdLst>
                <a:gd name="T0" fmla="*/ 602 w 605"/>
                <a:gd name="T1" fmla="*/ 417 h 420"/>
                <a:gd name="T2" fmla="*/ 604 w 605"/>
                <a:gd name="T3" fmla="*/ 416 h 420"/>
                <a:gd name="T4" fmla="*/ 602 w 605"/>
                <a:gd name="T5" fmla="*/ 417 h 420"/>
                <a:gd name="T6" fmla="*/ 490 w 605"/>
                <a:gd name="T7" fmla="*/ 3 h 420"/>
                <a:gd name="T8" fmla="*/ 489 w 605"/>
                <a:gd name="T9" fmla="*/ 3 h 420"/>
                <a:gd name="T10" fmla="*/ 489 w 605"/>
                <a:gd name="T11" fmla="*/ 15 h 420"/>
                <a:gd name="T12" fmla="*/ 486 w 605"/>
                <a:gd name="T13" fmla="*/ 4 h 420"/>
                <a:gd name="T14" fmla="*/ 486 w 605"/>
                <a:gd name="T15" fmla="*/ 4 h 420"/>
                <a:gd name="T16" fmla="*/ 599 w 605"/>
                <a:gd name="T17" fmla="*/ 413 h 420"/>
                <a:gd name="T18" fmla="*/ 6 w 605"/>
                <a:gd name="T19" fmla="*/ 246 h 420"/>
                <a:gd name="T20" fmla="*/ 272 w 605"/>
                <a:gd name="T21" fmla="*/ 112 h 420"/>
                <a:gd name="T22" fmla="*/ 2 w 605"/>
                <a:gd name="T23" fmla="*/ 248 h 420"/>
                <a:gd name="T24" fmla="*/ 2 w 605"/>
                <a:gd name="T25" fmla="*/ 249 h 420"/>
                <a:gd name="T26" fmla="*/ 1 w 605"/>
                <a:gd name="T27" fmla="*/ 249 h 420"/>
                <a:gd name="T28" fmla="*/ 0 w 605"/>
                <a:gd name="T29" fmla="*/ 249 h 420"/>
                <a:gd name="T30" fmla="*/ 605 w 605"/>
                <a:gd name="T31" fmla="*/ 420 h 420"/>
                <a:gd name="T32" fmla="*/ 604 w 605"/>
                <a:gd name="T33" fmla="*/ 416 h 420"/>
                <a:gd name="T34" fmla="*/ 490 w 605"/>
                <a:gd name="T35" fmla="*/ 3 h 420"/>
                <a:gd name="T36" fmla="*/ 484 w 605"/>
                <a:gd name="T37" fmla="*/ 0 h 420"/>
                <a:gd name="T38" fmla="*/ 4 w 605"/>
                <a:gd name="T39" fmla="*/ 242 h 420"/>
                <a:gd name="T40" fmla="*/ 4 w 605"/>
                <a:gd name="T41" fmla="*/ 242 h 420"/>
                <a:gd name="T42" fmla="*/ 484 w 605"/>
                <a:gd name="T4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5" h="420">
                  <a:moveTo>
                    <a:pt x="602" y="417"/>
                  </a:moveTo>
                  <a:lnTo>
                    <a:pt x="604" y="416"/>
                  </a:lnTo>
                  <a:lnTo>
                    <a:pt x="602" y="417"/>
                  </a:lnTo>
                  <a:moveTo>
                    <a:pt x="490" y="3"/>
                  </a:moveTo>
                  <a:lnTo>
                    <a:pt x="489" y="3"/>
                  </a:lnTo>
                  <a:lnTo>
                    <a:pt x="489" y="15"/>
                  </a:lnTo>
                  <a:lnTo>
                    <a:pt x="486" y="4"/>
                  </a:lnTo>
                  <a:lnTo>
                    <a:pt x="486" y="4"/>
                  </a:lnTo>
                  <a:lnTo>
                    <a:pt x="599" y="413"/>
                  </a:lnTo>
                  <a:lnTo>
                    <a:pt x="6" y="246"/>
                  </a:lnTo>
                  <a:lnTo>
                    <a:pt x="272" y="112"/>
                  </a:lnTo>
                  <a:lnTo>
                    <a:pt x="2" y="248"/>
                  </a:lnTo>
                  <a:lnTo>
                    <a:pt x="2" y="249"/>
                  </a:lnTo>
                  <a:lnTo>
                    <a:pt x="1" y="249"/>
                  </a:lnTo>
                  <a:lnTo>
                    <a:pt x="0" y="249"/>
                  </a:lnTo>
                  <a:lnTo>
                    <a:pt x="605" y="420"/>
                  </a:lnTo>
                  <a:lnTo>
                    <a:pt x="604" y="416"/>
                  </a:lnTo>
                  <a:lnTo>
                    <a:pt x="490" y="3"/>
                  </a:lnTo>
                  <a:moveTo>
                    <a:pt x="484" y="0"/>
                  </a:moveTo>
                  <a:lnTo>
                    <a:pt x="4" y="242"/>
                  </a:lnTo>
                  <a:lnTo>
                    <a:pt x="4" y="242"/>
                  </a:lnTo>
                  <a:lnTo>
                    <a:pt x="48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3" name="Freeform 516"/>
            <p:cNvSpPr/>
            <p:nvPr/>
          </p:nvSpPr>
          <p:spPr bwMode="auto">
            <a:xfrm>
              <a:off x="3387789" y="569757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4" name="Freeform 517"/>
            <p:cNvSpPr/>
            <p:nvPr/>
          </p:nvSpPr>
          <p:spPr bwMode="auto">
            <a:xfrm>
              <a:off x="3387789" y="569757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5" name="Freeform 518"/>
            <p:cNvSpPr>
              <a:spLocks noEditPoints="1"/>
            </p:cNvSpPr>
            <p:nvPr/>
          </p:nvSpPr>
          <p:spPr bwMode="auto">
            <a:xfrm>
              <a:off x="3095689" y="4616487"/>
              <a:ext cx="307975" cy="793750"/>
            </a:xfrm>
            <a:custGeom>
              <a:avLst/>
              <a:gdLst>
                <a:gd name="T0" fmla="*/ 190 w 194"/>
                <a:gd name="T1" fmla="*/ 7 h 500"/>
                <a:gd name="T2" fmla="*/ 2 w 194"/>
                <a:gd name="T3" fmla="*/ 103 h 500"/>
                <a:gd name="T4" fmla="*/ 2 w 194"/>
                <a:gd name="T5" fmla="*/ 103 h 500"/>
                <a:gd name="T6" fmla="*/ 190 w 194"/>
                <a:gd name="T7" fmla="*/ 7 h 500"/>
                <a:gd name="T8" fmla="*/ 183 w 194"/>
                <a:gd name="T9" fmla="*/ 500 h 500"/>
                <a:gd name="T10" fmla="*/ 190 w 194"/>
                <a:gd name="T11" fmla="*/ 7 h 500"/>
                <a:gd name="T12" fmla="*/ 186 w 194"/>
                <a:gd name="T13" fmla="*/ 4 h 500"/>
                <a:gd name="T14" fmla="*/ 0 w 194"/>
                <a:gd name="T15" fmla="*/ 98 h 500"/>
                <a:gd name="T16" fmla="*/ 0 w 194"/>
                <a:gd name="T17" fmla="*/ 98 h 500"/>
                <a:gd name="T18" fmla="*/ 186 w 194"/>
                <a:gd name="T19" fmla="*/ 4 h 500"/>
                <a:gd name="T20" fmla="*/ 194 w 194"/>
                <a:gd name="T21" fmla="*/ 0 h 500"/>
                <a:gd name="T22" fmla="*/ 192 w 194"/>
                <a:gd name="T23" fmla="*/ 0 h 500"/>
                <a:gd name="T24" fmla="*/ 192 w 194"/>
                <a:gd name="T25" fmla="*/ 1 h 500"/>
                <a:gd name="T26" fmla="*/ 194 w 194"/>
                <a:gd name="T27" fmla="*/ 0 h 500"/>
                <a:gd name="T28" fmla="*/ 194 w 194"/>
                <a:gd name="T29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4" h="500">
                  <a:moveTo>
                    <a:pt x="190" y="7"/>
                  </a:moveTo>
                  <a:lnTo>
                    <a:pt x="2" y="103"/>
                  </a:lnTo>
                  <a:lnTo>
                    <a:pt x="2" y="103"/>
                  </a:lnTo>
                  <a:lnTo>
                    <a:pt x="190" y="7"/>
                  </a:lnTo>
                  <a:lnTo>
                    <a:pt x="183" y="500"/>
                  </a:lnTo>
                  <a:lnTo>
                    <a:pt x="190" y="7"/>
                  </a:lnTo>
                  <a:close/>
                  <a:moveTo>
                    <a:pt x="186" y="4"/>
                  </a:moveTo>
                  <a:lnTo>
                    <a:pt x="0" y="98"/>
                  </a:lnTo>
                  <a:lnTo>
                    <a:pt x="0" y="98"/>
                  </a:lnTo>
                  <a:lnTo>
                    <a:pt x="186" y="4"/>
                  </a:lnTo>
                  <a:close/>
                  <a:moveTo>
                    <a:pt x="194" y="0"/>
                  </a:moveTo>
                  <a:lnTo>
                    <a:pt x="192" y="0"/>
                  </a:lnTo>
                  <a:lnTo>
                    <a:pt x="192" y="1"/>
                  </a:lnTo>
                  <a:lnTo>
                    <a:pt x="194" y="0"/>
                  </a:lnTo>
                  <a:lnTo>
                    <a:pt x="1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6" name="Freeform 519"/>
            <p:cNvSpPr>
              <a:spLocks noEditPoints="1"/>
            </p:cNvSpPr>
            <p:nvPr/>
          </p:nvSpPr>
          <p:spPr bwMode="auto">
            <a:xfrm>
              <a:off x="3095689" y="4616487"/>
              <a:ext cx="307975" cy="793750"/>
            </a:xfrm>
            <a:custGeom>
              <a:avLst/>
              <a:gdLst>
                <a:gd name="T0" fmla="*/ 190 w 194"/>
                <a:gd name="T1" fmla="*/ 7 h 500"/>
                <a:gd name="T2" fmla="*/ 2 w 194"/>
                <a:gd name="T3" fmla="*/ 103 h 500"/>
                <a:gd name="T4" fmla="*/ 2 w 194"/>
                <a:gd name="T5" fmla="*/ 103 h 500"/>
                <a:gd name="T6" fmla="*/ 190 w 194"/>
                <a:gd name="T7" fmla="*/ 7 h 500"/>
                <a:gd name="T8" fmla="*/ 183 w 194"/>
                <a:gd name="T9" fmla="*/ 500 h 500"/>
                <a:gd name="T10" fmla="*/ 190 w 194"/>
                <a:gd name="T11" fmla="*/ 7 h 500"/>
                <a:gd name="T12" fmla="*/ 186 w 194"/>
                <a:gd name="T13" fmla="*/ 4 h 500"/>
                <a:gd name="T14" fmla="*/ 0 w 194"/>
                <a:gd name="T15" fmla="*/ 98 h 500"/>
                <a:gd name="T16" fmla="*/ 0 w 194"/>
                <a:gd name="T17" fmla="*/ 98 h 500"/>
                <a:gd name="T18" fmla="*/ 186 w 194"/>
                <a:gd name="T19" fmla="*/ 4 h 500"/>
                <a:gd name="T20" fmla="*/ 194 w 194"/>
                <a:gd name="T21" fmla="*/ 0 h 500"/>
                <a:gd name="T22" fmla="*/ 192 w 194"/>
                <a:gd name="T23" fmla="*/ 0 h 500"/>
                <a:gd name="T24" fmla="*/ 192 w 194"/>
                <a:gd name="T25" fmla="*/ 1 h 500"/>
                <a:gd name="T26" fmla="*/ 194 w 194"/>
                <a:gd name="T27" fmla="*/ 0 h 500"/>
                <a:gd name="T28" fmla="*/ 194 w 194"/>
                <a:gd name="T29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4" h="500">
                  <a:moveTo>
                    <a:pt x="190" y="7"/>
                  </a:moveTo>
                  <a:lnTo>
                    <a:pt x="2" y="103"/>
                  </a:lnTo>
                  <a:lnTo>
                    <a:pt x="2" y="103"/>
                  </a:lnTo>
                  <a:lnTo>
                    <a:pt x="190" y="7"/>
                  </a:lnTo>
                  <a:lnTo>
                    <a:pt x="183" y="500"/>
                  </a:lnTo>
                  <a:lnTo>
                    <a:pt x="190" y="7"/>
                  </a:lnTo>
                  <a:moveTo>
                    <a:pt x="186" y="4"/>
                  </a:moveTo>
                  <a:lnTo>
                    <a:pt x="0" y="98"/>
                  </a:lnTo>
                  <a:lnTo>
                    <a:pt x="0" y="98"/>
                  </a:lnTo>
                  <a:lnTo>
                    <a:pt x="186" y="4"/>
                  </a:lnTo>
                  <a:moveTo>
                    <a:pt x="194" y="0"/>
                  </a:moveTo>
                  <a:lnTo>
                    <a:pt x="192" y="0"/>
                  </a:lnTo>
                  <a:lnTo>
                    <a:pt x="192" y="1"/>
                  </a:lnTo>
                  <a:lnTo>
                    <a:pt x="194" y="0"/>
                  </a:lnTo>
                  <a:lnTo>
                    <a:pt x="1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7" name="Freeform 520"/>
            <p:cNvSpPr/>
            <p:nvPr/>
          </p:nvSpPr>
          <p:spPr bwMode="auto">
            <a:xfrm>
              <a:off x="3095689" y="4622837"/>
              <a:ext cx="301625" cy="157163"/>
            </a:xfrm>
            <a:custGeom>
              <a:avLst/>
              <a:gdLst>
                <a:gd name="T0" fmla="*/ 186 w 190"/>
                <a:gd name="T1" fmla="*/ 0 h 99"/>
                <a:gd name="T2" fmla="*/ 0 w 190"/>
                <a:gd name="T3" fmla="*/ 94 h 99"/>
                <a:gd name="T4" fmla="*/ 0 w 190"/>
                <a:gd name="T5" fmla="*/ 94 h 99"/>
                <a:gd name="T6" fmla="*/ 1 w 190"/>
                <a:gd name="T7" fmla="*/ 97 h 99"/>
                <a:gd name="T8" fmla="*/ 2 w 190"/>
                <a:gd name="T9" fmla="*/ 99 h 99"/>
                <a:gd name="T10" fmla="*/ 190 w 190"/>
                <a:gd name="T11" fmla="*/ 3 h 99"/>
                <a:gd name="T12" fmla="*/ 190 w 190"/>
                <a:gd name="T13" fmla="*/ 1 h 99"/>
                <a:gd name="T14" fmla="*/ 186 w 190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99">
                  <a:moveTo>
                    <a:pt x="186" y="0"/>
                  </a:moveTo>
                  <a:lnTo>
                    <a:pt x="0" y="94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190" y="3"/>
                  </a:lnTo>
                  <a:lnTo>
                    <a:pt x="190" y="1"/>
                  </a:lnTo>
                  <a:lnTo>
                    <a:pt x="18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8" name="Freeform 521"/>
            <p:cNvSpPr/>
            <p:nvPr/>
          </p:nvSpPr>
          <p:spPr bwMode="auto">
            <a:xfrm>
              <a:off x="3095689" y="4622837"/>
              <a:ext cx="301625" cy="157163"/>
            </a:xfrm>
            <a:custGeom>
              <a:avLst/>
              <a:gdLst>
                <a:gd name="T0" fmla="*/ 186 w 190"/>
                <a:gd name="T1" fmla="*/ 0 h 99"/>
                <a:gd name="T2" fmla="*/ 0 w 190"/>
                <a:gd name="T3" fmla="*/ 94 h 99"/>
                <a:gd name="T4" fmla="*/ 0 w 190"/>
                <a:gd name="T5" fmla="*/ 94 h 99"/>
                <a:gd name="T6" fmla="*/ 1 w 190"/>
                <a:gd name="T7" fmla="*/ 97 h 99"/>
                <a:gd name="T8" fmla="*/ 2 w 190"/>
                <a:gd name="T9" fmla="*/ 99 h 99"/>
                <a:gd name="T10" fmla="*/ 190 w 190"/>
                <a:gd name="T11" fmla="*/ 3 h 99"/>
                <a:gd name="T12" fmla="*/ 190 w 190"/>
                <a:gd name="T13" fmla="*/ 1 h 99"/>
                <a:gd name="T14" fmla="*/ 186 w 190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99">
                  <a:moveTo>
                    <a:pt x="186" y="0"/>
                  </a:moveTo>
                  <a:lnTo>
                    <a:pt x="0" y="94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190" y="3"/>
                  </a:lnTo>
                  <a:lnTo>
                    <a:pt x="190" y="1"/>
                  </a:lnTo>
                  <a:lnTo>
                    <a:pt x="18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9" name="Freeform 522"/>
            <p:cNvSpPr/>
            <p:nvPr/>
          </p:nvSpPr>
          <p:spPr bwMode="auto">
            <a:xfrm>
              <a:off x="3390964" y="4621250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1 h 2"/>
                <a:gd name="T4" fmla="*/ 0 w 4"/>
                <a:gd name="T5" fmla="*/ 1 h 2"/>
                <a:gd name="T6" fmla="*/ 4 w 4"/>
                <a:gd name="T7" fmla="*/ 2 h 2"/>
                <a:gd name="T8" fmla="*/ 4 w 4"/>
                <a:gd name="T9" fmla="*/ 2 h 2"/>
                <a:gd name="T10" fmla="*/ 1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0" name="Freeform 523"/>
            <p:cNvSpPr/>
            <p:nvPr/>
          </p:nvSpPr>
          <p:spPr bwMode="auto">
            <a:xfrm>
              <a:off x="3390964" y="4621250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1 h 2"/>
                <a:gd name="T4" fmla="*/ 0 w 4"/>
                <a:gd name="T5" fmla="*/ 1 h 2"/>
                <a:gd name="T6" fmla="*/ 4 w 4"/>
                <a:gd name="T7" fmla="*/ 2 h 2"/>
                <a:gd name="T8" fmla="*/ 4 w 4"/>
                <a:gd name="T9" fmla="*/ 2 h 2"/>
                <a:gd name="T10" fmla="*/ 1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1" name="Freeform 524"/>
            <p:cNvSpPr/>
            <p:nvPr/>
          </p:nvSpPr>
          <p:spPr bwMode="auto">
            <a:xfrm>
              <a:off x="3392551" y="4621250"/>
              <a:ext cx="4762" cy="317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0 h 2"/>
                <a:gd name="T4" fmla="*/ 3 w 3"/>
                <a:gd name="T5" fmla="*/ 2 h 2"/>
                <a:gd name="T6" fmla="*/ 3 w 3"/>
                <a:gd name="T7" fmla="*/ 1 h 2"/>
                <a:gd name="T8" fmla="*/ 1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2" name="Freeform 525"/>
            <p:cNvSpPr/>
            <p:nvPr/>
          </p:nvSpPr>
          <p:spPr bwMode="auto">
            <a:xfrm>
              <a:off x="3392551" y="4621250"/>
              <a:ext cx="4762" cy="317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0 h 2"/>
                <a:gd name="T4" fmla="*/ 3 w 3"/>
                <a:gd name="T5" fmla="*/ 2 h 2"/>
                <a:gd name="T6" fmla="*/ 3 w 3"/>
                <a:gd name="T7" fmla="*/ 1 h 2"/>
                <a:gd name="T8" fmla="*/ 1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3" name="Freeform 526"/>
            <p:cNvSpPr/>
            <p:nvPr/>
          </p:nvSpPr>
          <p:spPr bwMode="auto">
            <a:xfrm>
              <a:off x="3095689" y="47720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4" name="Freeform 527"/>
            <p:cNvSpPr/>
            <p:nvPr/>
          </p:nvSpPr>
          <p:spPr bwMode="auto">
            <a:xfrm>
              <a:off x="3095689" y="47720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5" name="Freeform 528"/>
            <p:cNvSpPr>
              <a:spLocks noEditPoints="1"/>
            </p:cNvSpPr>
            <p:nvPr/>
          </p:nvSpPr>
          <p:spPr bwMode="auto">
            <a:xfrm>
              <a:off x="3370326" y="4756187"/>
              <a:ext cx="31750" cy="935038"/>
            </a:xfrm>
            <a:custGeom>
              <a:avLst/>
              <a:gdLst>
                <a:gd name="T0" fmla="*/ 0 w 20"/>
                <a:gd name="T1" fmla="*/ 557 h 589"/>
                <a:gd name="T2" fmla="*/ 7 w 20"/>
                <a:gd name="T3" fmla="*/ 578 h 589"/>
                <a:gd name="T4" fmla="*/ 7 w 20"/>
                <a:gd name="T5" fmla="*/ 578 h 589"/>
                <a:gd name="T6" fmla="*/ 0 w 20"/>
                <a:gd name="T7" fmla="*/ 557 h 589"/>
                <a:gd name="T8" fmla="*/ 20 w 20"/>
                <a:gd name="T9" fmla="*/ 0 h 589"/>
                <a:gd name="T10" fmla="*/ 11 w 20"/>
                <a:gd name="T11" fmla="*/ 589 h 589"/>
                <a:gd name="T12" fmla="*/ 20 w 20"/>
                <a:gd name="T13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89">
                  <a:moveTo>
                    <a:pt x="0" y="557"/>
                  </a:moveTo>
                  <a:lnTo>
                    <a:pt x="7" y="578"/>
                  </a:lnTo>
                  <a:lnTo>
                    <a:pt x="7" y="578"/>
                  </a:lnTo>
                  <a:lnTo>
                    <a:pt x="0" y="557"/>
                  </a:lnTo>
                  <a:close/>
                  <a:moveTo>
                    <a:pt x="20" y="0"/>
                  </a:moveTo>
                  <a:lnTo>
                    <a:pt x="11" y="589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6" name="Freeform 529"/>
            <p:cNvSpPr>
              <a:spLocks noEditPoints="1"/>
            </p:cNvSpPr>
            <p:nvPr/>
          </p:nvSpPr>
          <p:spPr bwMode="auto">
            <a:xfrm>
              <a:off x="3370326" y="4756187"/>
              <a:ext cx="31750" cy="935038"/>
            </a:xfrm>
            <a:custGeom>
              <a:avLst/>
              <a:gdLst>
                <a:gd name="T0" fmla="*/ 0 w 20"/>
                <a:gd name="T1" fmla="*/ 557 h 589"/>
                <a:gd name="T2" fmla="*/ 7 w 20"/>
                <a:gd name="T3" fmla="*/ 578 h 589"/>
                <a:gd name="T4" fmla="*/ 7 w 20"/>
                <a:gd name="T5" fmla="*/ 578 h 589"/>
                <a:gd name="T6" fmla="*/ 0 w 20"/>
                <a:gd name="T7" fmla="*/ 557 h 589"/>
                <a:gd name="T8" fmla="*/ 20 w 20"/>
                <a:gd name="T9" fmla="*/ 0 h 589"/>
                <a:gd name="T10" fmla="*/ 11 w 20"/>
                <a:gd name="T11" fmla="*/ 589 h 589"/>
                <a:gd name="T12" fmla="*/ 20 w 20"/>
                <a:gd name="T13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89">
                  <a:moveTo>
                    <a:pt x="0" y="557"/>
                  </a:moveTo>
                  <a:lnTo>
                    <a:pt x="7" y="578"/>
                  </a:lnTo>
                  <a:lnTo>
                    <a:pt x="7" y="578"/>
                  </a:lnTo>
                  <a:lnTo>
                    <a:pt x="0" y="557"/>
                  </a:lnTo>
                  <a:moveTo>
                    <a:pt x="20" y="0"/>
                  </a:moveTo>
                  <a:lnTo>
                    <a:pt x="11" y="589"/>
                  </a:lnTo>
                  <a:lnTo>
                    <a:pt x="2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7" name="Freeform 530"/>
            <p:cNvSpPr>
              <a:spLocks noEditPoints="1"/>
            </p:cNvSpPr>
            <p:nvPr/>
          </p:nvSpPr>
          <p:spPr bwMode="auto">
            <a:xfrm>
              <a:off x="3381439" y="4616487"/>
              <a:ext cx="22225" cy="1077913"/>
            </a:xfrm>
            <a:custGeom>
              <a:avLst/>
              <a:gdLst>
                <a:gd name="T0" fmla="*/ 11 w 14"/>
                <a:gd name="T1" fmla="*/ 6 h 679"/>
                <a:gd name="T2" fmla="*/ 10 w 14"/>
                <a:gd name="T3" fmla="*/ 7 h 679"/>
                <a:gd name="T4" fmla="*/ 3 w 14"/>
                <a:gd name="T5" fmla="*/ 500 h 679"/>
                <a:gd name="T6" fmla="*/ 0 w 14"/>
                <a:gd name="T7" fmla="*/ 666 h 679"/>
                <a:gd name="T8" fmla="*/ 0 w 14"/>
                <a:gd name="T9" fmla="*/ 666 h 679"/>
                <a:gd name="T10" fmla="*/ 4 w 14"/>
                <a:gd name="T11" fmla="*/ 677 h 679"/>
                <a:gd name="T12" fmla="*/ 4 w 14"/>
                <a:gd name="T13" fmla="*/ 677 h 679"/>
                <a:gd name="T14" fmla="*/ 4 w 14"/>
                <a:gd name="T15" fmla="*/ 679 h 679"/>
                <a:gd name="T16" fmla="*/ 4 w 14"/>
                <a:gd name="T17" fmla="*/ 679 h 679"/>
                <a:gd name="T18" fmla="*/ 4 w 14"/>
                <a:gd name="T19" fmla="*/ 677 h 679"/>
                <a:gd name="T20" fmla="*/ 4 w 14"/>
                <a:gd name="T21" fmla="*/ 677 h 679"/>
                <a:gd name="T22" fmla="*/ 13 w 14"/>
                <a:gd name="T23" fmla="*/ 88 h 679"/>
                <a:gd name="T24" fmla="*/ 14 w 14"/>
                <a:gd name="T25" fmla="*/ 10 h 679"/>
                <a:gd name="T26" fmla="*/ 11 w 14"/>
                <a:gd name="T27" fmla="*/ 6 h 679"/>
                <a:gd name="T28" fmla="*/ 12 w 14"/>
                <a:gd name="T29" fmla="*/ 0 h 679"/>
                <a:gd name="T30" fmla="*/ 12 w 14"/>
                <a:gd name="T31" fmla="*/ 1 h 679"/>
                <a:gd name="T32" fmla="*/ 12 w 14"/>
                <a:gd name="T33" fmla="*/ 1 h 679"/>
                <a:gd name="T34" fmla="*/ 12 w 14"/>
                <a:gd name="T35" fmla="*/ 1 h 679"/>
                <a:gd name="T36" fmla="*/ 12 w 14"/>
                <a:gd name="T37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679">
                  <a:moveTo>
                    <a:pt x="11" y="6"/>
                  </a:moveTo>
                  <a:lnTo>
                    <a:pt x="10" y="7"/>
                  </a:lnTo>
                  <a:lnTo>
                    <a:pt x="3" y="500"/>
                  </a:lnTo>
                  <a:lnTo>
                    <a:pt x="0" y="666"/>
                  </a:lnTo>
                  <a:lnTo>
                    <a:pt x="0" y="666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4" y="679"/>
                  </a:lnTo>
                  <a:lnTo>
                    <a:pt x="4" y="679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13" y="88"/>
                  </a:lnTo>
                  <a:lnTo>
                    <a:pt x="14" y="10"/>
                  </a:lnTo>
                  <a:lnTo>
                    <a:pt x="11" y="6"/>
                  </a:lnTo>
                  <a:close/>
                  <a:moveTo>
                    <a:pt x="12" y="0"/>
                  </a:moveTo>
                  <a:lnTo>
                    <a:pt x="12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8" name="Freeform 531"/>
            <p:cNvSpPr>
              <a:spLocks noEditPoints="1"/>
            </p:cNvSpPr>
            <p:nvPr/>
          </p:nvSpPr>
          <p:spPr bwMode="auto">
            <a:xfrm>
              <a:off x="3381439" y="4616487"/>
              <a:ext cx="22225" cy="1077913"/>
            </a:xfrm>
            <a:custGeom>
              <a:avLst/>
              <a:gdLst>
                <a:gd name="T0" fmla="*/ 11 w 14"/>
                <a:gd name="T1" fmla="*/ 6 h 679"/>
                <a:gd name="T2" fmla="*/ 10 w 14"/>
                <a:gd name="T3" fmla="*/ 7 h 679"/>
                <a:gd name="T4" fmla="*/ 3 w 14"/>
                <a:gd name="T5" fmla="*/ 500 h 679"/>
                <a:gd name="T6" fmla="*/ 0 w 14"/>
                <a:gd name="T7" fmla="*/ 666 h 679"/>
                <a:gd name="T8" fmla="*/ 0 w 14"/>
                <a:gd name="T9" fmla="*/ 666 h 679"/>
                <a:gd name="T10" fmla="*/ 4 w 14"/>
                <a:gd name="T11" fmla="*/ 677 h 679"/>
                <a:gd name="T12" fmla="*/ 4 w 14"/>
                <a:gd name="T13" fmla="*/ 677 h 679"/>
                <a:gd name="T14" fmla="*/ 4 w 14"/>
                <a:gd name="T15" fmla="*/ 679 h 679"/>
                <a:gd name="T16" fmla="*/ 4 w 14"/>
                <a:gd name="T17" fmla="*/ 679 h 679"/>
                <a:gd name="T18" fmla="*/ 4 w 14"/>
                <a:gd name="T19" fmla="*/ 677 h 679"/>
                <a:gd name="T20" fmla="*/ 4 w 14"/>
                <a:gd name="T21" fmla="*/ 677 h 679"/>
                <a:gd name="T22" fmla="*/ 13 w 14"/>
                <a:gd name="T23" fmla="*/ 88 h 679"/>
                <a:gd name="T24" fmla="*/ 14 w 14"/>
                <a:gd name="T25" fmla="*/ 10 h 679"/>
                <a:gd name="T26" fmla="*/ 11 w 14"/>
                <a:gd name="T27" fmla="*/ 6 h 679"/>
                <a:gd name="T28" fmla="*/ 12 w 14"/>
                <a:gd name="T29" fmla="*/ 0 h 679"/>
                <a:gd name="T30" fmla="*/ 12 w 14"/>
                <a:gd name="T31" fmla="*/ 1 h 679"/>
                <a:gd name="T32" fmla="*/ 12 w 14"/>
                <a:gd name="T33" fmla="*/ 1 h 679"/>
                <a:gd name="T34" fmla="*/ 12 w 14"/>
                <a:gd name="T35" fmla="*/ 1 h 679"/>
                <a:gd name="T36" fmla="*/ 12 w 14"/>
                <a:gd name="T37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679">
                  <a:moveTo>
                    <a:pt x="11" y="6"/>
                  </a:moveTo>
                  <a:lnTo>
                    <a:pt x="10" y="7"/>
                  </a:lnTo>
                  <a:lnTo>
                    <a:pt x="3" y="500"/>
                  </a:lnTo>
                  <a:lnTo>
                    <a:pt x="0" y="666"/>
                  </a:lnTo>
                  <a:lnTo>
                    <a:pt x="0" y="666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4" y="679"/>
                  </a:lnTo>
                  <a:lnTo>
                    <a:pt x="4" y="679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13" y="88"/>
                  </a:lnTo>
                  <a:lnTo>
                    <a:pt x="14" y="10"/>
                  </a:lnTo>
                  <a:lnTo>
                    <a:pt x="11" y="6"/>
                  </a:lnTo>
                  <a:moveTo>
                    <a:pt x="12" y="0"/>
                  </a:moveTo>
                  <a:lnTo>
                    <a:pt x="12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9" name="Freeform 532"/>
            <p:cNvSpPr/>
            <p:nvPr/>
          </p:nvSpPr>
          <p:spPr bwMode="auto">
            <a:xfrm>
              <a:off x="3397314" y="4624425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0" name="Freeform 533"/>
            <p:cNvSpPr/>
            <p:nvPr/>
          </p:nvSpPr>
          <p:spPr bwMode="auto">
            <a:xfrm>
              <a:off x="3397314" y="4624425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1" name="Rectangle 534"/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2" name="Rectangle 535"/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3" name="Freeform 536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4" name="Freeform 537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5" name="Rectangle 538"/>
            <p:cNvSpPr>
              <a:spLocks noChangeArrowheads="1"/>
            </p:cNvSpPr>
            <p:nvPr/>
          </p:nvSpPr>
          <p:spPr bwMode="auto">
            <a:xfrm>
              <a:off x="3387789" y="5691225"/>
              <a:ext cx="1587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6" name="Rectangle 539"/>
            <p:cNvSpPr>
              <a:spLocks noChangeArrowheads="1"/>
            </p:cNvSpPr>
            <p:nvPr/>
          </p:nvSpPr>
          <p:spPr bwMode="auto">
            <a:xfrm>
              <a:off x="3387789" y="5691225"/>
              <a:ext cx="1587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7" name="Rectangle 540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8" name="Rectangle 541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9" name="Rectangle 542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0" name="Rectangle 543"/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1" name="Freeform 544"/>
            <p:cNvSpPr/>
            <p:nvPr/>
          </p:nvSpPr>
          <p:spPr bwMode="auto">
            <a:xfrm>
              <a:off x="3089339" y="47752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2" name="Freeform 545"/>
            <p:cNvSpPr/>
            <p:nvPr/>
          </p:nvSpPr>
          <p:spPr bwMode="auto">
            <a:xfrm>
              <a:off x="3089339" y="47752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3" name="Freeform 546"/>
            <p:cNvSpPr/>
            <p:nvPr/>
          </p:nvSpPr>
          <p:spPr bwMode="auto">
            <a:xfrm>
              <a:off x="3092514" y="4784762"/>
              <a:ext cx="276225" cy="869950"/>
            </a:xfrm>
            <a:custGeom>
              <a:avLst/>
              <a:gdLst>
                <a:gd name="T0" fmla="*/ 0 w 174"/>
                <a:gd name="T1" fmla="*/ 0 h 548"/>
                <a:gd name="T2" fmla="*/ 0 w 174"/>
                <a:gd name="T3" fmla="*/ 0 h 548"/>
                <a:gd name="T4" fmla="*/ 174 w 174"/>
                <a:gd name="T5" fmla="*/ 548 h 548"/>
                <a:gd name="T6" fmla="*/ 174 w 174"/>
                <a:gd name="T7" fmla="*/ 548 h 548"/>
                <a:gd name="T8" fmla="*/ 0 w 174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548">
                  <a:moveTo>
                    <a:pt x="0" y="0"/>
                  </a:moveTo>
                  <a:lnTo>
                    <a:pt x="0" y="0"/>
                  </a:lnTo>
                  <a:lnTo>
                    <a:pt x="174" y="548"/>
                  </a:lnTo>
                  <a:lnTo>
                    <a:pt x="174" y="54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4" name="Freeform 547"/>
            <p:cNvSpPr/>
            <p:nvPr/>
          </p:nvSpPr>
          <p:spPr bwMode="auto">
            <a:xfrm>
              <a:off x="3092514" y="4784762"/>
              <a:ext cx="276225" cy="869950"/>
            </a:xfrm>
            <a:custGeom>
              <a:avLst/>
              <a:gdLst>
                <a:gd name="T0" fmla="*/ 0 w 174"/>
                <a:gd name="T1" fmla="*/ 0 h 548"/>
                <a:gd name="T2" fmla="*/ 0 w 174"/>
                <a:gd name="T3" fmla="*/ 0 h 548"/>
                <a:gd name="T4" fmla="*/ 174 w 174"/>
                <a:gd name="T5" fmla="*/ 548 h 548"/>
                <a:gd name="T6" fmla="*/ 174 w 174"/>
                <a:gd name="T7" fmla="*/ 548 h 548"/>
                <a:gd name="T8" fmla="*/ 0 w 174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548">
                  <a:moveTo>
                    <a:pt x="0" y="0"/>
                  </a:moveTo>
                  <a:lnTo>
                    <a:pt x="0" y="0"/>
                  </a:lnTo>
                  <a:lnTo>
                    <a:pt x="174" y="548"/>
                  </a:lnTo>
                  <a:lnTo>
                    <a:pt x="174" y="54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5" name="Freeform 548"/>
            <p:cNvSpPr/>
            <p:nvPr/>
          </p:nvSpPr>
          <p:spPr bwMode="auto">
            <a:xfrm>
              <a:off x="3383026" y="5699162"/>
              <a:ext cx="4762" cy="19050"/>
            </a:xfrm>
            <a:custGeom>
              <a:avLst/>
              <a:gdLst>
                <a:gd name="T0" fmla="*/ 3 w 3"/>
                <a:gd name="T1" fmla="*/ 0 h 12"/>
                <a:gd name="T2" fmla="*/ 2 w 3"/>
                <a:gd name="T3" fmla="*/ 0 h 12"/>
                <a:gd name="T4" fmla="*/ 0 w 3"/>
                <a:gd name="T5" fmla="*/ 1 h 12"/>
                <a:gd name="T6" fmla="*/ 3 w 3"/>
                <a:gd name="T7" fmla="*/ 12 h 12"/>
                <a:gd name="T8" fmla="*/ 3 w 3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2">
                  <a:moveTo>
                    <a:pt x="3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3" y="12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6" name="Freeform 549"/>
            <p:cNvSpPr/>
            <p:nvPr/>
          </p:nvSpPr>
          <p:spPr bwMode="auto">
            <a:xfrm>
              <a:off x="3383026" y="5699162"/>
              <a:ext cx="4762" cy="19050"/>
            </a:xfrm>
            <a:custGeom>
              <a:avLst/>
              <a:gdLst>
                <a:gd name="T0" fmla="*/ 3 w 3"/>
                <a:gd name="T1" fmla="*/ 0 h 12"/>
                <a:gd name="T2" fmla="*/ 2 w 3"/>
                <a:gd name="T3" fmla="*/ 0 h 12"/>
                <a:gd name="T4" fmla="*/ 0 w 3"/>
                <a:gd name="T5" fmla="*/ 1 h 12"/>
                <a:gd name="T6" fmla="*/ 3 w 3"/>
                <a:gd name="T7" fmla="*/ 12 h 12"/>
                <a:gd name="T8" fmla="*/ 3 w 3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2">
                  <a:moveTo>
                    <a:pt x="3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3" y="12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7" name="Freeform 550"/>
            <p:cNvSpPr/>
            <p:nvPr/>
          </p:nvSpPr>
          <p:spPr bwMode="auto">
            <a:xfrm>
              <a:off x="3386201" y="5699162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8" name="Freeform 551"/>
            <p:cNvSpPr/>
            <p:nvPr/>
          </p:nvSpPr>
          <p:spPr bwMode="auto">
            <a:xfrm>
              <a:off x="3386201" y="5699162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9" name="Freeform 552"/>
            <p:cNvSpPr/>
            <p:nvPr/>
          </p:nvSpPr>
          <p:spPr bwMode="auto">
            <a:xfrm>
              <a:off x="3090926" y="47704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3 w 3"/>
                <a:gd name="T5" fmla="*/ 1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0" name="Freeform 553"/>
            <p:cNvSpPr/>
            <p:nvPr/>
          </p:nvSpPr>
          <p:spPr bwMode="auto">
            <a:xfrm>
              <a:off x="3090926" y="47704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3 w 3"/>
                <a:gd name="T5" fmla="*/ 1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1" name="Freeform 554"/>
            <p:cNvSpPr>
              <a:spLocks noEditPoints="1"/>
            </p:cNvSpPr>
            <p:nvPr/>
          </p:nvSpPr>
          <p:spPr bwMode="auto">
            <a:xfrm>
              <a:off x="2986151" y="4776825"/>
              <a:ext cx="106362" cy="115888"/>
            </a:xfrm>
            <a:custGeom>
              <a:avLst/>
              <a:gdLst>
                <a:gd name="T0" fmla="*/ 67 w 67"/>
                <a:gd name="T1" fmla="*/ 5 h 73"/>
                <a:gd name="T2" fmla="*/ 39 w 67"/>
                <a:gd name="T3" fmla="*/ 36 h 73"/>
                <a:gd name="T4" fmla="*/ 67 w 67"/>
                <a:gd name="T5" fmla="*/ 5 h 73"/>
                <a:gd name="T6" fmla="*/ 67 w 67"/>
                <a:gd name="T7" fmla="*/ 5 h 73"/>
                <a:gd name="T8" fmla="*/ 65 w 67"/>
                <a:gd name="T9" fmla="*/ 0 h 73"/>
                <a:gd name="T10" fmla="*/ 0 w 67"/>
                <a:gd name="T11" fmla="*/ 73 h 73"/>
                <a:gd name="T12" fmla="*/ 0 w 67"/>
                <a:gd name="T13" fmla="*/ 73 h 73"/>
                <a:gd name="T14" fmla="*/ 65 w 67"/>
                <a:gd name="T15" fmla="*/ 0 h 73"/>
                <a:gd name="T16" fmla="*/ 65 w 67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73">
                  <a:moveTo>
                    <a:pt x="67" y="5"/>
                  </a:moveTo>
                  <a:lnTo>
                    <a:pt x="39" y="36"/>
                  </a:lnTo>
                  <a:lnTo>
                    <a:pt x="67" y="5"/>
                  </a:lnTo>
                  <a:lnTo>
                    <a:pt x="67" y="5"/>
                  </a:lnTo>
                  <a:close/>
                  <a:moveTo>
                    <a:pt x="65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65" y="0"/>
                  </a:lnTo>
                  <a:lnTo>
                    <a:pt x="6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2" name="Freeform 555"/>
            <p:cNvSpPr>
              <a:spLocks noEditPoints="1"/>
            </p:cNvSpPr>
            <p:nvPr/>
          </p:nvSpPr>
          <p:spPr bwMode="auto">
            <a:xfrm>
              <a:off x="2986151" y="4776825"/>
              <a:ext cx="106362" cy="115888"/>
            </a:xfrm>
            <a:custGeom>
              <a:avLst/>
              <a:gdLst>
                <a:gd name="T0" fmla="*/ 67 w 67"/>
                <a:gd name="T1" fmla="*/ 5 h 73"/>
                <a:gd name="T2" fmla="*/ 39 w 67"/>
                <a:gd name="T3" fmla="*/ 36 h 73"/>
                <a:gd name="T4" fmla="*/ 67 w 67"/>
                <a:gd name="T5" fmla="*/ 5 h 73"/>
                <a:gd name="T6" fmla="*/ 67 w 67"/>
                <a:gd name="T7" fmla="*/ 5 h 73"/>
                <a:gd name="T8" fmla="*/ 65 w 67"/>
                <a:gd name="T9" fmla="*/ 0 h 73"/>
                <a:gd name="T10" fmla="*/ 0 w 67"/>
                <a:gd name="T11" fmla="*/ 73 h 73"/>
                <a:gd name="T12" fmla="*/ 0 w 67"/>
                <a:gd name="T13" fmla="*/ 73 h 73"/>
                <a:gd name="T14" fmla="*/ 65 w 67"/>
                <a:gd name="T15" fmla="*/ 0 h 73"/>
                <a:gd name="T16" fmla="*/ 65 w 67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73">
                  <a:moveTo>
                    <a:pt x="67" y="5"/>
                  </a:moveTo>
                  <a:lnTo>
                    <a:pt x="39" y="36"/>
                  </a:lnTo>
                  <a:lnTo>
                    <a:pt x="67" y="5"/>
                  </a:lnTo>
                  <a:lnTo>
                    <a:pt x="67" y="5"/>
                  </a:lnTo>
                  <a:moveTo>
                    <a:pt x="65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65" y="0"/>
                  </a:lnTo>
                  <a:lnTo>
                    <a:pt x="6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3" name="Freeform 556"/>
            <p:cNvSpPr/>
            <p:nvPr/>
          </p:nvSpPr>
          <p:spPr bwMode="auto">
            <a:xfrm>
              <a:off x="2984564" y="4776825"/>
              <a:ext cx="107950" cy="125413"/>
            </a:xfrm>
            <a:custGeom>
              <a:avLst/>
              <a:gdLst>
                <a:gd name="T0" fmla="*/ 66 w 68"/>
                <a:gd name="T1" fmla="*/ 0 h 79"/>
                <a:gd name="T2" fmla="*/ 1 w 68"/>
                <a:gd name="T3" fmla="*/ 73 h 79"/>
                <a:gd name="T4" fmla="*/ 1 w 68"/>
                <a:gd name="T5" fmla="*/ 73 h 79"/>
                <a:gd name="T6" fmla="*/ 1 w 68"/>
                <a:gd name="T7" fmla="*/ 74 h 79"/>
                <a:gd name="T8" fmla="*/ 2 w 68"/>
                <a:gd name="T9" fmla="*/ 72 h 79"/>
                <a:gd name="T10" fmla="*/ 0 w 68"/>
                <a:gd name="T11" fmla="*/ 79 h 79"/>
                <a:gd name="T12" fmla="*/ 1 w 68"/>
                <a:gd name="T13" fmla="*/ 79 h 79"/>
                <a:gd name="T14" fmla="*/ 40 w 68"/>
                <a:gd name="T15" fmla="*/ 36 h 79"/>
                <a:gd name="T16" fmla="*/ 68 w 68"/>
                <a:gd name="T17" fmla="*/ 5 h 79"/>
                <a:gd name="T18" fmla="*/ 67 w 68"/>
                <a:gd name="T19" fmla="*/ 4 h 79"/>
                <a:gd name="T20" fmla="*/ 67 w 68"/>
                <a:gd name="T21" fmla="*/ 4 h 79"/>
                <a:gd name="T22" fmla="*/ 67 w 68"/>
                <a:gd name="T23" fmla="*/ 1 h 79"/>
                <a:gd name="T24" fmla="*/ 66 w 68"/>
                <a:gd name="T2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79">
                  <a:moveTo>
                    <a:pt x="66" y="0"/>
                  </a:moveTo>
                  <a:lnTo>
                    <a:pt x="1" y="73"/>
                  </a:lnTo>
                  <a:lnTo>
                    <a:pt x="1" y="73"/>
                  </a:lnTo>
                  <a:lnTo>
                    <a:pt x="1" y="74"/>
                  </a:lnTo>
                  <a:lnTo>
                    <a:pt x="2" y="72"/>
                  </a:lnTo>
                  <a:lnTo>
                    <a:pt x="0" y="79"/>
                  </a:lnTo>
                  <a:lnTo>
                    <a:pt x="1" y="79"/>
                  </a:lnTo>
                  <a:lnTo>
                    <a:pt x="40" y="36"/>
                  </a:lnTo>
                  <a:lnTo>
                    <a:pt x="68" y="5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7" y="1"/>
                  </a:lnTo>
                  <a:lnTo>
                    <a:pt x="6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4" name="Freeform 557"/>
            <p:cNvSpPr/>
            <p:nvPr/>
          </p:nvSpPr>
          <p:spPr bwMode="auto">
            <a:xfrm>
              <a:off x="2984564" y="4776825"/>
              <a:ext cx="107950" cy="125413"/>
            </a:xfrm>
            <a:custGeom>
              <a:avLst/>
              <a:gdLst>
                <a:gd name="T0" fmla="*/ 66 w 68"/>
                <a:gd name="T1" fmla="*/ 0 h 79"/>
                <a:gd name="T2" fmla="*/ 1 w 68"/>
                <a:gd name="T3" fmla="*/ 73 h 79"/>
                <a:gd name="T4" fmla="*/ 1 w 68"/>
                <a:gd name="T5" fmla="*/ 73 h 79"/>
                <a:gd name="T6" fmla="*/ 1 w 68"/>
                <a:gd name="T7" fmla="*/ 74 h 79"/>
                <a:gd name="T8" fmla="*/ 2 w 68"/>
                <a:gd name="T9" fmla="*/ 72 h 79"/>
                <a:gd name="T10" fmla="*/ 0 w 68"/>
                <a:gd name="T11" fmla="*/ 79 h 79"/>
                <a:gd name="T12" fmla="*/ 1 w 68"/>
                <a:gd name="T13" fmla="*/ 79 h 79"/>
                <a:gd name="T14" fmla="*/ 40 w 68"/>
                <a:gd name="T15" fmla="*/ 36 h 79"/>
                <a:gd name="T16" fmla="*/ 68 w 68"/>
                <a:gd name="T17" fmla="*/ 5 h 79"/>
                <a:gd name="T18" fmla="*/ 67 w 68"/>
                <a:gd name="T19" fmla="*/ 4 h 79"/>
                <a:gd name="T20" fmla="*/ 67 w 68"/>
                <a:gd name="T21" fmla="*/ 4 h 79"/>
                <a:gd name="T22" fmla="*/ 67 w 68"/>
                <a:gd name="T23" fmla="*/ 1 h 79"/>
                <a:gd name="T24" fmla="*/ 66 w 68"/>
                <a:gd name="T2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79">
                  <a:moveTo>
                    <a:pt x="66" y="0"/>
                  </a:moveTo>
                  <a:lnTo>
                    <a:pt x="1" y="73"/>
                  </a:lnTo>
                  <a:lnTo>
                    <a:pt x="1" y="73"/>
                  </a:lnTo>
                  <a:lnTo>
                    <a:pt x="1" y="74"/>
                  </a:lnTo>
                  <a:lnTo>
                    <a:pt x="2" y="72"/>
                  </a:lnTo>
                  <a:lnTo>
                    <a:pt x="0" y="79"/>
                  </a:lnTo>
                  <a:lnTo>
                    <a:pt x="1" y="79"/>
                  </a:lnTo>
                  <a:lnTo>
                    <a:pt x="40" y="36"/>
                  </a:lnTo>
                  <a:lnTo>
                    <a:pt x="68" y="5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7" y="1"/>
                  </a:lnTo>
                  <a:lnTo>
                    <a:pt x="6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5" name="Freeform 558"/>
            <p:cNvSpPr/>
            <p:nvPr/>
          </p:nvSpPr>
          <p:spPr bwMode="auto">
            <a:xfrm>
              <a:off x="2981389" y="4892712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6" name="Freeform 559"/>
            <p:cNvSpPr/>
            <p:nvPr/>
          </p:nvSpPr>
          <p:spPr bwMode="auto">
            <a:xfrm>
              <a:off x="2981389" y="4892712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7" name="Rectangle 560"/>
            <p:cNvSpPr>
              <a:spLocks noChangeArrowheads="1"/>
            </p:cNvSpPr>
            <p:nvPr/>
          </p:nvSpPr>
          <p:spPr bwMode="auto">
            <a:xfrm>
              <a:off x="3090926" y="4778412"/>
              <a:ext cx="1587" cy="4763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8" name="Freeform 561"/>
            <p:cNvSpPr/>
            <p:nvPr/>
          </p:nvSpPr>
          <p:spPr bwMode="auto">
            <a:xfrm flipH="1">
              <a:off x="3090926" y="4778412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9" name="Freeform 562"/>
            <p:cNvSpPr/>
            <p:nvPr/>
          </p:nvSpPr>
          <p:spPr bwMode="auto">
            <a:xfrm>
              <a:off x="3098864" y="4780000"/>
              <a:ext cx="271462" cy="860425"/>
            </a:xfrm>
            <a:custGeom>
              <a:avLst/>
              <a:gdLst>
                <a:gd name="T0" fmla="*/ 0 w 171"/>
                <a:gd name="T1" fmla="*/ 0 h 542"/>
                <a:gd name="T2" fmla="*/ 0 w 171"/>
                <a:gd name="T3" fmla="*/ 0 h 542"/>
                <a:gd name="T4" fmla="*/ 171 w 171"/>
                <a:gd name="T5" fmla="*/ 542 h 542"/>
                <a:gd name="T6" fmla="*/ 0 w 17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" h="542">
                  <a:moveTo>
                    <a:pt x="0" y="0"/>
                  </a:moveTo>
                  <a:lnTo>
                    <a:pt x="0" y="0"/>
                  </a:lnTo>
                  <a:lnTo>
                    <a:pt x="171" y="54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0" name="Freeform 563"/>
            <p:cNvSpPr/>
            <p:nvPr/>
          </p:nvSpPr>
          <p:spPr bwMode="auto">
            <a:xfrm>
              <a:off x="3098864" y="4780000"/>
              <a:ext cx="271462" cy="860425"/>
            </a:xfrm>
            <a:custGeom>
              <a:avLst/>
              <a:gdLst>
                <a:gd name="T0" fmla="*/ 0 w 171"/>
                <a:gd name="T1" fmla="*/ 0 h 542"/>
                <a:gd name="T2" fmla="*/ 0 w 171"/>
                <a:gd name="T3" fmla="*/ 0 h 542"/>
                <a:gd name="T4" fmla="*/ 171 w 171"/>
                <a:gd name="T5" fmla="*/ 542 h 542"/>
                <a:gd name="T6" fmla="*/ 0 w 17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" h="542">
                  <a:moveTo>
                    <a:pt x="0" y="0"/>
                  </a:moveTo>
                  <a:lnTo>
                    <a:pt x="0" y="0"/>
                  </a:lnTo>
                  <a:lnTo>
                    <a:pt x="171" y="54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1" name="Freeform 564"/>
            <p:cNvSpPr>
              <a:spLocks noEditPoints="1"/>
            </p:cNvSpPr>
            <p:nvPr/>
          </p:nvSpPr>
          <p:spPr bwMode="auto">
            <a:xfrm>
              <a:off x="3089339" y="4776825"/>
              <a:ext cx="292100" cy="904875"/>
            </a:xfrm>
            <a:custGeom>
              <a:avLst/>
              <a:gdLst>
                <a:gd name="T0" fmla="*/ 6 w 184"/>
                <a:gd name="T1" fmla="*/ 2 h 570"/>
                <a:gd name="T2" fmla="*/ 4 w 184"/>
                <a:gd name="T3" fmla="*/ 2 h 570"/>
                <a:gd name="T4" fmla="*/ 2 w 184"/>
                <a:gd name="T5" fmla="*/ 5 h 570"/>
                <a:gd name="T6" fmla="*/ 2 w 184"/>
                <a:gd name="T7" fmla="*/ 5 h 570"/>
                <a:gd name="T8" fmla="*/ 2 w 184"/>
                <a:gd name="T9" fmla="*/ 5 h 570"/>
                <a:gd name="T10" fmla="*/ 176 w 184"/>
                <a:gd name="T11" fmla="*/ 553 h 570"/>
                <a:gd name="T12" fmla="*/ 184 w 184"/>
                <a:gd name="T13" fmla="*/ 570 h 570"/>
                <a:gd name="T14" fmla="*/ 184 w 184"/>
                <a:gd name="T15" fmla="*/ 565 h 570"/>
                <a:gd name="T16" fmla="*/ 177 w 184"/>
                <a:gd name="T17" fmla="*/ 544 h 570"/>
                <a:gd name="T18" fmla="*/ 6 w 184"/>
                <a:gd name="T19" fmla="*/ 2 h 570"/>
                <a:gd name="T20" fmla="*/ 6 w 184"/>
                <a:gd name="T21" fmla="*/ 2 h 570"/>
                <a:gd name="T22" fmla="*/ 0 w 184"/>
                <a:gd name="T23" fmla="*/ 0 h 570"/>
                <a:gd name="T24" fmla="*/ 0 w 184"/>
                <a:gd name="T25" fmla="*/ 0 h 570"/>
                <a:gd name="T26" fmla="*/ 0 w 184"/>
                <a:gd name="T27" fmla="*/ 0 h 570"/>
                <a:gd name="T28" fmla="*/ 0 w 184"/>
                <a:gd name="T29" fmla="*/ 0 h 570"/>
                <a:gd name="T30" fmla="*/ 0 w 184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4" h="570">
                  <a:moveTo>
                    <a:pt x="6" y="2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76" y="553"/>
                  </a:lnTo>
                  <a:lnTo>
                    <a:pt x="184" y="570"/>
                  </a:lnTo>
                  <a:lnTo>
                    <a:pt x="184" y="565"/>
                  </a:lnTo>
                  <a:lnTo>
                    <a:pt x="177" y="544"/>
                  </a:lnTo>
                  <a:lnTo>
                    <a:pt x="6" y="2"/>
                  </a:lnTo>
                  <a:lnTo>
                    <a:pt x="6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2" name="Freeform 565"/>
            <p:cNvSpPr>
              <a:spLocks noEditPoints="1"/>
            </p:cNvSpPr>
            <p:nvPr/>
          </p:nvSpPr>
          <p:spPr bwMode="auto">
            <a:xfrm>
              <a:off x="3089339" y="4776825"/>
              <a:ext cx="292100" cy="904875"/>
            </a:xfrm>
            <a:custGeom>
              <a:avLst/>
              <a:gdLst>
                <a:gd name="T0" fmla="*/ 6 w 184"/>
                <a:gd name="T1" fmla="*/ 2 h 570"/>
                <a:gd name="T2" fmla="*/ 4 w 184"/>
                <a:gd name="T3" fmla="*/ 2 h 570"/>
                <a:gd name="T4" fmla="*/ 2 w 184"/>
                <a:gd name="T5" fmla="*/ 5 h 570"/>
                <a:gd name="T6" fmla="*/ 2 w 184"/>
                <a:gd name="T7" fmla="*/ 5 h 570"/>
                <a:gd name="T8" fmla="*/ 2 w 184"/>
                <a:gd name="T9" fmla="*/ 5 h 570"/>
                <a:gd name="T10" fmla="*/ 176 w 184"/>
                <a:gd name="T11" fmla="*/ 553 h 570"/>
                <a:gd name="T12" fmla="*/ 184 w 184"/>
                <a:gd name="T13" fmla="*/ 570 h 570"/>
                <a:gd name="T14" fmla="*/ 184 w 184"/>
                <a:gd name="T15" fmla="*/ 565 h 570"/>
                <a:gd name="T16" fmla="*/ 177 w 184"/>
                <a:gd name="T17" fmla="*/ 544 h 570"/>
                <a:gd name="T18" fmla="*/ 6 w 184"/>
                <a:gd name="T19" fmla="*/ 2 h 570"/>
                <a:gd name="T20" fmla="*/ 6 w 184"/>
                <a:gd name="T21" fmla="*/ 2 h 570"/>
                <a:gd name="T22" fmla="*/ 0 w 184"/>
                <a:gd name="T23" fmla="*/ 0 h 570"/>
                <a:gd name="T24" fmla="*/ 0 w 184"/>
                <a:gd name="T25" fmla="*/ 0 h 570"/>
                <a:gd name="T26" fmla="*/ 0 w 184"/>
                <a:gd name="T27" fmla="*/ 0 h 570"/>
                <a:gd name="T28" fmla="*/ 0 w 184"/>
                <a:gd name="T29" fmla="*/ 0 h 570"/>
                <a:gd name="T30" fmla="*/ 0 w 184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4" h="570">
                  <a:moveTo>
                    <a:pt x="6" y="2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76" y="553"/>
                  </a:lnTo>
                  <a:lnTo>
                    <a:pt x="184" y="570"/>
                  </a:lnTo>
                  <a:lnTo>
                    <a:pt x="184" y="565"/>
                  </a:lnTo>
                  <a:lnTo>
                    <a:pt x="177" y="544"/>
                  </a:lnTo>
                  <a:lnTo>
                    <a:pt x="6" y="2"/>
                  </a:lnTo>
                  <a:lnTo>
                    <a:pt x="6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3" name="Freeform 566"/>
            <p:cNvSpPr>
              <a:spLocks noEditPoints="1"/>
            </p:cNvSpPr>
            <p:nvPr/>
          </p:nvSpPr>
          <p:spPr bwMode="auto">
            <a:xfrm>
              <a:off x="3089339" y="4776825"/>
              <a:ext cx="9525" cy="3175"/>
            </a:xfrm>
            <a:custGeom>
              <a:avLst/>
              <a:gdLst>
                <a:gd name="T0" fmla="*/ 5 w 6"/>
                <a:gd name="T1" fmla="*/ 0 h 2"/>
                <a:gd name="T2" fmla="*/ 5 w 6"/>
                <a:gd name="T3" fmla="*/ 1 h 2"/>
                <a:gd name="T4" fmla="*/ 4 w 6"/>
                <a:gd name="T5" fmla="*/ 2 h 2"/>
                <a:gd name="T6" fmla="*/ 6 w 6"/>
                <a:gd name="T7" fmla="*/ 2 h 2"/>
                <a:gd name="T8" fmla="*/ 5 w 6"/>
                <a:gd name="T9" fmla="*/ 0 h 2"/>
                <a:gd name="T10" fmla="*/ 0 w 6"/>
                <a:gd name="T11" fmla="*/ 0 h 2"/>
                <a:gd name="T12" fmla="*/ 0 w 6"/>
                <a:gd name="T13" fmla="*/ 0 h 2"/>
                <a:gd name="T14" fmla="*/ 0 w 6"/>
                <a:gd name="T15" fmla="*/ 0 h 2"/>
                <a:gd name="T16" fmla="*/ 0 w 6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">
                  <a:moveTo>
                    <a:pt x="5" y="0"/>
                  </a:moveTo>
                  <a:lnTo>
                    <a:pt x="5" y="1"/>
                  </a:lnTo>
                  <a:lnTo>
                    <a:pt x="4" y="2"/>
                  </a:lnTo>
                  <a:lnTo>
                    <a:pt x="6" y="2"/>
                  </a:lnTo>
                  <a:lnTo>
                    <a:pt x="5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4" name="Freeform 567"/>
            <p:cNvSpPr>
              <a:spLocks noEditPoints="1"/>
            </p:cNvSpPr>
            <p:nvPr/>
          </p:nvSpPr>
          <p:spPr bwMode="auto">
            <a:xfrm>
              <a:off x="3089339" y="4776825"/>
              <a:ext cx="9525" cy="3175"/>
            </a:xfrm>
            <a:custGeom>
              <a:avLst/>
              <a:gdLst>
                <a:gd name="T0" fmla="*/ 5 w 6"/>
                <a:gd name="T1" fmla="*/ 0 h 2"/>
                <a:gd name="T2" fmla="*/ 5 w 6"/>
                <a:gd name="T3" fmla="*/ 1 h 2"/>
                <a:gd name="T4" fmla="*/ 4 w 6"/>
                <a:gd name="T5" fmla="*/ 2 h 2"/>
                <a:gd name="T6" fmla="*/ 6 w 6"/>
                <a:gd name="T7" fmla="*/ 2 h 2"/>
                <a:gd name="T8" fmla="*/ 5 w 6"/>
                <a:gd name="T9" fmla="*/ 0 h 2"/>
                <a:gd name="T10" fmla="*/ 0 w 6"/>
                <a:gd name="T11" fmla="*/ 0 h 2"/>
                <a:gd name="T12" fmla="*/ 0 w 6"/>
                <a:gd name="T13" fmla="*/ 0 h 2"/>
                <a:gd name="T14" fmla="*/ 0 w 6"/>
                <a:gd name="T15" fmla="*/ 0 h 2"/>
                <a:gd name="T16" fmla="*/ 0 w 6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">
                  <a:moveTo>
                    <a:pt x="5" y="0"/>
                  </a:moveTo>
                  <a:lnTo>
                    <a:pt x="5" y="1"/>
                  </a:lnTo>
                  <a:lnTo>
                    <a:pt x="4" y="2"/>
                  </a:lnTo>
                  <a:lnTo>
                    <a:pt x="6" y="2"/>
                  </a:lnTo>
                  <a:lnTo>
                    <a:pt x="5" y="0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5" name="Freeform 568"/>
            <p:cNvSpPr>
              <a:spLocks noEditPoints="1"/>
            </p:cNvSpPr>
            <p:nvPr/>
          </p:nvSpPr>
          <p:spPr bwMode="auto">
            <a:xfrm>
              <a:off x="3089339" y="4776825"/>
              <a:ext cx="6350" cy="7938"/>
            </a:xfrm>
            <a:custGeom>
              <a:avLst/>
              <a:gdLst>
                <a:gd name="T0" fmla="*/ 4 w 4"/>
                <a:gd name="T1" fmla="*/ 2 h 5"/>
                <a:gd name="T2" fmla="*/ 1 w 4"/>
                <a:gd name="T3" fmla="*/ 4 h 5"/>
                <a:gd name="T4" fmla="*/ 2 w 4"/>
                <a:gd name="T5" fmla="*/ 5 h 5"/>
                <a:gd name="T6" fmla="*/ 4 w 4"/>
                <a:gd name="T7" fmla="*/ 2 h 5"/>
                <a:gd name="T8" fmla="*/ 0 w 4"/>
                <a:gd name="T9" fmla="*/ 0 h 5"/>
                <a:gd name="T10" fmla="*/ 0 w 4"/>
                <a:gd name="T11" fmla="*/ 0 h 5"/>
                <a:gd name="T12" fmla="*/ 1 w 4"/>
                <a:gd name="T13" fmla="*/ 1 h 5"/>
                <a:gd name="T14" fmla="*/ 0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lnTo>
                    <a:pt x="1" y="4"/>
                  </a:lnTo>
                  <a:lnTo>
                    <a:pt x="2" y="5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6" name="Freeform 569"/>
            <p:cNvSpPr>
              <a:spLocks noEditPoints="1"/>
            </p:cNvSpPr>
            <p:nvPr/>
          </p:nvSpPr>
          <p:spPr bwMode="auto">
            <a:xfrm>
              <a:off x="3089339" y="4776825"/>
              <a:ext cx="6350" cy="7938"/>
            </a:xfrm>
            <a:custGeom>
              <a:avLst/>
              <a:gdLst>
                <a:gd name="T0" fmla="*/ 4 w 4"/>
                <a:gd name="T1" fmla="*/ 2 h 5"/>
                <a:gd name="T2" fmla="*/ 1 w 4"/>
                <a:gd name="T3" fmla="*/ 4 h 5"/>
                <a:gd name="T4" fmla="*/ 2 w 4"/>
                <a:gd name="T5" fmla="*/ 5 h 5"/>
                <a:gd name="T6" fmla="*/ 4 w 4"/>
                <a:gd name="T7" fmla="*/ 2 h 5"/>
                <a:gd name="T8" fmla="*/ 0 w 4"/>
                <a:gd name="T9" fmla="*/ 0 h 5"/>
                <a:gd name="T10" fmla="*/ 0 w 4"/>
                <a:gd name="T11" fmla="*/ 0 h 5"/>
                <a:gd name="T12" fmla="*/ 1 w 4"/>
                <a:gd name="T13" fmla="*/ 1 h 5"/>
                <a:gd name="T14" fmla="*/ 0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lnTo>
                    <a:pt x="1" y="4"/>
                  </a:lnTo>
                  <a:lnTo>
                    <a:pt x="2" y="5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7" name="Freeform 570"/>
            <p:cNvSpPr>
              <a:spLocks noEditPoints="1"/>
            </p:cNvSpPr>
            <p:nvPr/>
          </p:nvSpPr>
          <p:spPr bwMode="auto">
            <a:xfrm>
              <a:off x="3089339" y="4772062"/>
              <a:ext cx="7937" cy="11113"/>
            </a:xfrm>
            <a:custGeom>
              <a:avLst/>
              <a:gdLst>
                <a:gd name="T0" fmla="*/ 1 w 5"/>
                <a:gd name="T1" fmla="*/ 4 h 7"/>
                <a:gd name="T2" fmla="*/ 3 w 5"/>
                <a:gd name="T3" fmla="*/ 4 h 7"/>
                <a:gd name="T4" fmla="*/ 1 w 5"/>
                <a:gd name="T5" fmla="*/ 4 h 7"/>
                <a:gd name="T6" fmla="*/ 4 w 5"/>
                <a:gd name="T7" fmla="*/ 0 h 7"/>
                <a:gd name="T8" fmla="*/ 1 w 5"/>
                <a:gd name="T9" fmla="*/ 2 h 7"/>
                <a:gd name="T10" fmla="*/ 1 w 5"/>
                <a:gd name="T11" fmla="*/ 2 h 7"/>
                <a:gd name="T12" fmla="*/ 0 w 5"/>
                <a:gd name="T13" fmla="*/ 3 h 7"/>
                <a:gd name="T14" fmla="*/ 0 w 5"/>
                <a:gd name="T15" fmla="*/ 3 h 7"/>
                <a:gd name="T16" fmla="*/ 1 w 5"/>
                <a:gd name="T17" fmla="*/ 4 h 7"/>
                <a:gd name="T18" fmla="*/ 1 w 5"/>
                <a:gd name="T19" fmla="*/ 7 h 7"/>
                <a:gd name="T20" fmla="*/ 4 w 5"/>
                <a:gd name="T21" fmla="*/ 5 h 7"/>
                <a:gd name="T22" fmla="*/ 5 w 5"/>
                <a:gd name="T23" fmla="*/ 4 h 7"/>
                <a:gd name="T24" fmla="*/ 5 w 5"/>
                <a:gd name="T25" fmla="*/ 3 h 7"/>
                <a:gd name="T26" fmla="*/ 4 w 5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" h="7">
                  <a:moveTo>
                    <a:pt x="1" y="4"/>
                  </a:moveTo>
                  <a:lnTo>
                    <a:pt x="3" y="4"/>
                  </a:lnTo>
                  <a:lnTo>
                    <a:pt x="1" y="4"/>
                  </a:lnTo>
                  <a:close/>
                  <a:moveTo>
                    <a:pt x="4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7"/>
                  </a:lnTo>
                  <a:lnTo>
                    <a:pt x="4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8" name="Freeform 571"/>
            <p:cNvSpPr>
              <a:spLocks noEditPoints="1"/>
            </p:cNvSpPr>
            <p:nvPr/>
          </p:nvSpPr>
          <p:spPr bwMode="auto">
            <a:xfrm>
              <a:off x="3089339" y="4772062"/>
              <a:ext cx="7937" cy="11113"/>
            </a:xfrm>
            <a:custGeom>
              <a:avLst/>
              <a:gdLst>
                <a:gd name="T0" fmla="*/ 1 w 5"/>
                <a:gd name="T1" fmla="*/ 4 h 7"/>
                <a:gd name="T2" fmla="*/ 3 w 5"/>
                <a:gd name="T3" fmla="*/ 4 h 7"/>
                <a:gd name="T4" fmla="*/ 1 w 5"/>
                <a:gd name="T5" fmla="*/ 4 h 7"/>
                <a:gd name="T6" fmla="*/ 4 w 5"/>
                <a:gd name="T7" fmla="*/ 0 h 7"/>
                <a:gd name="T8" fmla="*/ 1 w 5"/>
                <a:gd name="T9" fmla="*/ 2 h 7"/>
                <a:gd name="T10" fmla="*/ 1 w 5"/>
                <a:gd name="T11" fmla="*/ 2 h 7"/>
                <a:gd name="T12" fmla="*/ 0 w 5"/>
                <a:gd name="T13" fmla="*/ 3 h 7"/>
                <a:gd name="T14" fmla="*/ 0 w 5"/>
                <a:gd name="T15" fmla="*/ 3 h 7"/>
                <a:gd name="T16" fmla="*/ 1 w 5"/>
                <a:gd name="T17" fmla="*/ 4 h 7"/>
                <a:gd name="T18" fmla="*/ 1 w 5"/>
                <a:gd name="T19" fmla="*/ 7 h 7"/>
                <a:gd name="T20" fmla="*/ 4 w 5"/>
                <a:gd name="T21" fmla="*/ 5 h 7"/>
                <a:gd name="T22" fmla="*/ 5 w 5"/>
                <a:gd name="T23" fmla="*/ 4 h 7"/>
                <a:gd name="T24" fmla="*/ 5 w 5"/>
                <a:gd name="T25" fmla="*/ 3 h 7"/>
                <a:gd name="T26" fmla="*/ 4 w 5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" h="7">
                  <a:moveTo>
                    <a:pt x="1" y="4"/>
                  </a:moveTo>
                  <a:lnTo>
                    <a:pt x="3" y="4"/>
                  </a:lnTo>
                  <a:lnTo>
                    <a:pt x="1" y="4"/>
                  </a:lnTo>
                  <a:moveTo>
                    <a:pt x="4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7"/>
                  </a:lnTo>
                  <a:lnTo>
                    <a:pt x="4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3" name="Freeform 573"/>
            <p:cNvSpPr/>
            <p:nvPr/>
          </p:nvSpPr>
          <p:spPr bwMode="auto">
            <a:xfrm>
              <a:off x="3381439" y="5673762"/>
              <a:ext cx="6350" cy="17463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5 h 11"/>
                <a:gd name="T4" fmla="*/ 3 w 4"/>
                <a:gd name="T5" fmla="*/ 11 h 11"/>
                <a:gd name="T6" fmla="*/ 4 w 4"/>
                <a:gd name="T7" fmla="*/ 11 h 11"/>
                <a:gd name="T8" fmla="*/ 0 w 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4" name="Freeform 574"/>
            <p:cNvSpPr/>
            <p:nvPr/>
          </p:nvSpPr>
          <p:spPr bwMode="auto">
            <a:xfrm>
              <a:off x="3381439" y="5673762"/>
              <a:ext cx="6350" cy="17463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5 h 11"/>
                <a:gd name="T4" fmla="*/ 3 w 4"/>
                <a:gd name="T5" fmla="*/ 11 h 11"/>
                <a:gd name="T6" fmla="*/ 4 w 4"/>
                <a:gd name="T7" fmla="*/ 11 h 11"/>
                <a:gd name="T8" fmla="*/ 0 w 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5" name="Freeform 575"/>
            <p:cNvSpPr/>
            <p:nvPr/>
          </p:nvSpPr>
          <p:spPr bwMode="auto">
            <a:xfrm>
              <a:off x="3386201" y="56912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0 h 2"/>
                <a:gd name="T4" fmla="*/ 1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6" name="Freeform 576"/>
            <p:cNvSpPr/>
            <p:nvPr/>
          </p:nvSpPr>
          <p:spPr bwMode="auto">
            <a:xfrm>
              <a:off x="3386201" y="56912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0 h 2"/>
                <a:gd name="T4" fmla="*/ 1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7" name="Freeform 577"/>
            <p:cNvSpPr/>
            <p:nvPr/>
          </p:nvSpPr>
          <p:spPr bwMode="auto">
            <a:xfrm>
              <a:off x="2978214" y="4894300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1 w 2"/>
                <a:gd name="T5" fmla="*/ 4 h 4"/>
                <a:gd name="T6" fmla="*/ 2 w 2"/>
                <a:gd name="T7" fmla="*/ 2 h 4"/>
                <a:gd name="T8" fmla="*/ 1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8" name="Freeform 578"/>
            <p:cNvSpPr/>
            <p:nvPr/>
          </p:nvSpPr>
          <p:spPr bwMode="auto">
            <a:xfrm>
              <a:off x="2978214" y="4894300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1 w 2"/>
                <a:gd name="T5" fmla="*/ 4 h 4"/>
                <a:gd name="T6" fmla="*/ 2 w 2"/>
                <a:gd name="T7" fmla="*/ 2 h 4"/>
                <a:gd name="T8" fmla="*/ 1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9" name="Freeform 579"/>
            <p:cNvSpPr/>
            <p:nvPr/>
          </p:nvSpPr>
          <p:spPr bwMode="auto">
            <a:xfrm>
              <a:off x="2979801" y="489747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0" name="Freeform 580"/>
            <p:cNvSpPr/>
            <p:nvPr/>
          </p:nvSpPr>
          <p:spPr bwMode="auto">
            <a:xfrm>
              <a:off x="2979801" y="489747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1" name="Freeform 581"/>
            <p:cNvSpPr>
              <a:spLocks noEditPoints="1"/>
            </p:cNvSpPr>
            <p:nvPr/>
          </p:nvSpPr>
          <p:spPr bwMode="auto">
            <a:xfrm>
              <a:off x="2617851" y="4905412"/>
              <a:ext cx="765175" cy="1173163"/>
            </a:xfrm>
            <a:custGeom>
              <a:avLst/>
              <a:gdLst>
                <a:gd name="T0" fmla="*/ 482 w 482"/>
                <a:gd name="T1" fmla="*/ 501 h 739"/>
                <a:gd name="T2" fmla="*/ 268 w 482"/>
                <a:gd name="T3" fmla="*/ 609 h 739"/>
                <a:gd name="T4" fmla="*/ 482 w 482"/>
                <a:gd name="T5" fmla="*/ 501 h 739"/>
                <a:gd name="T6" fmla="*/ 482 w 482"/>
                <a:gd name="T7" fmla="*/ 501 h 739"/>
                <a:gd name="T8" fmla="*/ 229 w 482"/>
                <a:gd name="T9" fmla="*/ 5 h 739"/>
                <a:gd name="T10" fmla="*/ 0 w 482"/>
                <a:gd name="T11" fmla="*/ 739 h 739"/>
                <a:gd name="T12" fmla="*/ 0 w 482"/>
                <a:gd name="T13" fmla="*/ 739 h 739"/>
                <a:gd name="T14" fmla="*/ 229 w 482"/>
                <a:gd name="T15" fmla="*/ 5 h 739"/>
                <a:gd name="T16" fmla="*/ 480 w 482"/>
                <a:gd name="T17" fmla="*/ 497 h 739"/>
                <a:gd name="T18" fmla="*/ 480 w 482"/>
                <a:gd name="T19" fmla="*/ 497 h 739"/>
                <a:gd name="T20" fmla="*/ 229 w 482"/>
                <a:gd name="T21" fmla="*/ 5 h 739"/>
                <a:gd name="T22" fmla="*/ 231 w 482"/>
                <a:gd name="T23" fmla="*/ 0 h 739"/>
                <a:gd name="T24" fmla="*/ 231 w 482"/>
                <a:gd name="T25" fmla="*/ 0 h 739"/>
                <a:gd name="T26" fmla="*/ 473 w 482"/>
                <a:gd name="T27" fmla="*/ 472 h 739"/>
                <a:gd name="T28" fmla="*/ 473 w 482"/>
                <a:gd name="T29" fmla="*/ 472 h 739"/>
                <a:gd name="T30" fmla="*/ 231 w 482"/>
                <a:gd name="T31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739">
                  <a:moveTo>
                    <a:pt x="482" y="501"/>
                  </a:moveTo>
                  <a:lnTo>
                    <a:pt x="268" y="609"/>
                  </a:lnTo>
                  <a:lnTo>
                    <a:pt x="482" y="501"/>
                  </a:lnTo>
                  <a:lnTo>
                    <a:pt x="482" y="501"/>
                  </a:lnTo>
                  <a:close/>
                  <a:moveTo>
                    <a:pt x="229" y="5"/>
                  </a:moveTo>
                  <a:lnTo>
                    <a:pt x="0" y="739"/>
                  </a:lnTo>
                  <a:lnTo>
                    <a:pt x="0" y="739"/>
                  </a:lnTo>
                  <a:lnTo>
                    <a:pt x="229" y="5"/>
                  </a:lnTo>
                  <a:lnTo>
                    <a:pt x="480" y="497"/>
                  </a:lnTo>
                  <a:lnTo>
                    <a:pt x="480" y="497"/>
                  </a:lnTo>
                  <a:lnTo>
                    <a:pt x="229" y="5"/>
                  </a:lnTo>
                  <a:close/>
                  <a:moveTo>
                    <a:pt x="231" y="0"/>
                  </a:moveTo>
                  <a:lnTo>
                    <a:pt x="231" y="0"/>
                  </a:lnTo>
                  <a:lnTo>
                    <a:pt x="473" y="472"/>
                  </a:lnTo>
                  <a:lnTo>
                    <a:pt x="473" y="472"/>
                  </a:lnTo>
                  <a:lnTo>
                    <a:pt x="23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6" name="Freeform 582"/>
            <p:cNvSpPr>
              <a:spLocks noEditPoints="1"/>
            </p:cNvSpPr>
            <p:nvPr/>
          </p:nvSpPr>
          <p:spPr bwMode="auto">
            <a:xfrm>
              <a:off x="2617851" y="4905412"/>
              <a:ext cx="765175" cy="1173163"/>
            </a:xfrm>
            <a:custGeom>
              <a:avLst/>
              <a:gdLst>
                <a:gd name="T0" fmla="*/ 482 w 482"/>
                <a:gd name="T1" fmla="*/ 501 h 739"/>
                <a:gd name="T2" fmla="*/ 268 w 482"/>
                <a:gd name="T3" fmla="*/ 609 h 739"/>
                <a:gd name="T4" fmla="*/ 482 w 482"/>
                <a:gd name="T5" fmla="*/ 501 h 739"/>
                <a:gd name="T6" fmla="*/ 482 w 482"/>
                <a:gd name="T7" fmla="*/ 501 h 739"/>
                <a:gd name="T8" fmla="*/ 229 w 482"/>
                <a:gd name="T9" fmla="*/ 5 h 739"/>
                <a:gd name="T10" fmla="*/ 0 w 482"/>
                <a:gd name="T11" fmla="*/ 739 h 739"/>
                <a:gd name="T12" fmla="*/ 0 w 482"/>
                <a:gd name="T13" fmla="*/ 739 h 739"/>
                <a:gd name="T14" fmla="*/ 229 w 482"/>
                <a:gd name="T15" fmla="*/ 5 h 739"/>
                <a:gd name="T16" fmla="*/ 480 w 482"/>
                <a:gd name="T17" fmla="*/ 497 h 739"/>
                <a:gd name="T18" fmla="*/ 480 w 482"/>
                <a:gd name="T19" fmla="*/ 497 h 739"/>
                <a:gd name="T20" fmla="*/ 229 w 482"/>
                <a:gd name="T21" fmla="*/ 5 h 739"/>
                <a:gd name="T22" fmla="*/ 231 w 482"/>
                <a:gd name="T23" fmla="*/ 0 h 739"/>
                <a:gd name="T24" fmla="*/ 231 w 482"/>
                <a:gd name="T25" fmla="*/ 0 h 739"/>
                <a:gd name="T26" fmla="*/ 473 w 482"/>
                <a:gd name="T27" fmla="*/ 472 h 739"/>
                <a:gd name="T28" fmla="*/ 473 w 482"/>
                <a:gd name="T29" fmla="*/ 472 h 739"/>
                <a:gd name="T30" fmla="*/ 231 w 482"/>
                <a:gd name="T31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739">
                  <a:moveTo>
                    <a:pt x="482" y="501"/>
                  </a:moveTo>
                  <a:lnTo>
                    <a:pt x="268" y="609"/>
                  </a:lnTo>
                  <a:lnTo>
                    <a:pt x="482" y="501"/>
                  </a:lnTo>
                  <a:lnTo>
                    <a:pt x="482" y="501"/>
                  </a:lnTo>
                  <a:moveTo>
                    <a:pt x="229" y="5"/>
                  </a:moveTo>
                  <a:lnTo>
                    <a:pt x="0" y="739"/>
                  </a:lnTo>
                  <a:lnTo>
                    <a:pt x="0" y="739"/>
                  </a:lnTo>
                  <a:lnTo>
                    <a:pt x="229" y="5"/>
                  </a:lnTo>
                  <a:lnTo>
                    <a:pt x="480" y="497"/>
                  </a:lnTo>
                  <a:lnTo>
                    <a:pt x="480" y="497"/>
                  </a:lnTo>
                  <a:lnTo>
                    <a:pt x="229" y="5"/>
                  </a:lnTo>
                  <a:moveTo>
                    <a:pt x="231" y="0"/>
                  </a:moveTo>
                  <a:lnTo>
                    <a:pt x="231" y="0"/>
                  </a:lnTo>
                  <a:lnTo>
                    <a:pt x="473" y="472"/>
                  </a:lnTo>
                  <a:lnTo>
                    <a:pt x="473" y="472"/>
                  </a:lnTo>
                  <a:lnTo>
                    <a:pt x="23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7" name="Freeform 583"/>
            <p:cNvSpPr/>
            <p:nvPr/>
          </p:nvSpPr>
          <p:spPr bwMode="auto">
            <a:xfrm>
              <a:off x="2614676" y="5694400"/>
              <a:ext cx="768350" cy="393700"/>
            </a:xfrm>
            <a:custGeom>
              <a:avLst/>
              <a:gdLst>
                <a:gd name="T0" fmla="*/ 482 w 484"/>
                <a:gd name="T1" fmla="*/ 0 h 248"/>
                <a:gd name="T2" fmla="*/ 482 w 484"/>
                <a:gd name="T3" fmla="*/ 0 h 248"/>
                <a:gd name="T4" fmla="*/ 482 w 484"/>
                <a:gd name="T5" fmla="*/ 0 h 248"/>
                <a:gd name="T6" fmla="*/ 2 w 484"/>
                <a:gd name="T7" fmla="*/ 242 h 248"/>
                <a:gd name="T8" fmla="*/ 2 w 484"/>
                <a:gd name="T9" fmla="*/ 242 h 248"/>
                <a:gd name="T10" fmla="*/ 1 w 484"/>
                <a:gd name="T11" fmla="*/ 244 h 248"/>
                <a:gd name="T12" fmla="*/ 4 w 484"/>
                <a:gd name="T13" fmla="*/ 244 h 248"/>
                <a:gd name="T14" fmla="*/ 0 w 484"/>
                <a:gd name="T15" fmla="*/ 248 h 248"/>
                <a:gd name="T16" fmla="*/ 0 w 484"/>
                <a:gd name="T17" fmla="*/ 248 h 248"/>
                <a:gd name="T18" fmla="*/ 270 w 484"/>
                <a:gd name="T19" fmla="*/ 112 h 248"/>
                <a:gd name="T20" fmla="*/ 484 w 484"/>
                <a:gd name="T21" fmla="*/ 4 h 248"/>
                <a:gd name="T22" fmla="*/ 484 w 484"/>
                <a:gd name="T23" fmla="*/ 4 h 248"/>
                <a:gd name="T24" fmla="*/ 483 w 484"/>
                <a:gd name="T25" fmla="*/ 4 h 248"/>
                <a:gd name="T26" fmla="*/ 483 w 484"/>
                <a:gd name="T27" fmla="*/ 4 h 248"/>
                <a:gd name="T28" fmla="*/ 483 w 484"/>
                <a:gd name="T29" fmla="*/ 1 h 248"/>
                <a:gd name="T30" fmla="*/ 482 w 484"/>
                <a:gd name="T3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248">
                  <a:moveTo>
                    <a:pt x="482" y="0"/>
                  </a:moveTo>
                  <a:lnTo>
                    <a:pt x="482" y="0"/>
                  </a:lnTo>
                  <a:lnTo>
                    <a:pt x="482" y="0"/>
                  </a:lnTo>
                  <a:lnTo>
                    <a:pt x="2" y="242"/>
                  </a:lnTo>
                  <a:lnTo>
                    <a:pt x="2" y="242"/>
                  </a:lnTo>
                  <a:lnTo>
                    <a:pt x="1" y="244"/>
                  </a:lnTo>
                  <a:lnTo>
                    <a:pt x="4" y="244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270" y="112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3" y="4"/>
                  </a:lnTo>
                  <a:lnTo>
                    <a:pt x="483" y="4"/>
                  </a:lnTo>
                  <a:lnTo>
                    <a:pt x="483" y="1"/>
                  </a:lnTo>
                  <a:lnTo>
                    <a:pt x="48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0" name="Freeform 584"/>
            <p:cNvSpPr/>
            <p:nvPr/>
          </p:nvSpPr>
          <p:spPr bwMode="auto">
            <a:xfrm>
              <a:off x="2614676" y="5694400"/>
              <a:ext cx="768350" cy="393700"/>
            </a:xfrm>
            <a:custGeom>
              <a:avLst/>
              <a:gdLst>
                <a:gd name="T0" fmla="*/ 482 w 484"/>
                <a:gd name="T1" fmla="*/ 0 h 248"/>
                <a:gd name="T2" fmla="*/ 482 w 484"/>
                <a:gd name="T3" fmla="*/ 0 h 248"/>
                <a:gd name="T4" fmla="*/ 482 w 484"/>
                <a:gd name="T5" fmla="*/ 0 h 248"/>
                <a:gd name="T6" fmla="*/ 2 w 484"/>
                <a:gd name="T7" fmla="*/ 242 h 248"/>
                <a:gd name="T8" fmla="*/ 2 w 484"/>
                <a:gd name="T9" fmla="*/ 242 h 248"/>
                <a:gd name="T10" fmla="*/ 1 w 484"/>
                <a:gd name="T11" fmla="*/ 244 h 248"/>
                <a:gd name="T12" fmla="*/ 4 w 484"/>
                <a:gd name="T13" fmla="*/ 244 h 248"/>
                <a:gd name="T14" fmla="*/ 0 w 484"/>
                <a:gd name="T15" fmla="*/ 248 h 248"/>
                <a:gd name="T16" fmla="*/ 0 w 484"/>
                <a:gd name="T17" fmla="*/ 248 h 248"/>
                <a:gd name="T18" fmla="*/ 270 w 484"/>
                <a:gd name="T19" fmla="*/ 112 h 248"/>
                <a:gd name="T20" fmla="*/ 484 w 484"/>
                <a:gd name="T21" fmla="*/ 4 h 248"/>
                <a:gd name="T22" fmla="*/ 484 w 484"/>
                <a:gd name="T23" fmla="*/ 4 h 248"/>
                <a:gd name="T24" fmla="*/ 483 w 484"/>
                <a:gd name="T25" fmla="*/ 4 h 248"/>
                <a:gd name="T26" fmla="*/ 483 w 484"/>
                <a:gd name="T27" fmla="*/ 4 h 248"/>
                <a:gd name="T28" fmla="*/ 483 w 484"/>
                <a:gd name="T29" fmla="*/ 1 h 248"/>
                <a:gd name="T30" fmla="*/ 482 w 484"/>
                <a:gd name="T3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248">
                  <a:moveTo>
                    <a:pt x="482" y="0"/>
                  </a:moveTo>
                  <a:lnTo>
                    <a:pt x="482" y="0"/>
                  </a:lnTo>
                  <a:lnTo>
                    <a:pt x="482" y="0"/>
                  </a:lnTo>
                  <a:lnTo>
                    <a:pt x="2" y="242"/>
                  </a:lnTo>
                  <a:lnTo>
                    <a:pt x="2" y="242"/>
                  </a:lnTo>
                  <a:lnTo>
                    <a:pt x="1" y="244"/>
                  </a:lnTo>
                  <a:lnTo>
                    <a:pt x="4" y="244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270" y="112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3" y="4"/>
                  </a:lnTo>
                  <a:lnTo>
                    <a:pt x="483" y="4"/>
                  </a:lnTo>
                  <a:lnTo>
                    <a:pt x="483" y="1"/>
                  </a:lnTo>
                  <a:lnTo>
                    <a:pt x="48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1" name="Freeform 585"/>
            <p:cNvSpPr/>
            <p:nvPr/>
          </p:nvSpPr>
          <p:spPr bwMode="auto">
            <a:xfrm flipH="1">
              <a:off x="3381439" y="5695987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1 h 3"/>
                <a:gd name="T4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2" name="Freeform 586"/>
            <p:cNvSpPr/>
            <p:nvPr/>
          </p:nvSpPr>
          <p:spPr bwMode="auto">
            <a:xfrm flipH="1">
              <a:off x="3381439" y="5695987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1 h 3"/>
                <a:gd name="T4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3" name="Freeform 587"/>
            <p:cNvSpPr/>
            <p:nvPr/>
          </p:nvSpPr>
          <p:spPr bwMode="auto">
            <a:xfrm>
              <a:off x="3387789" y="5694400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2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4" name="Freeform 588"/>
            <p:cNvSpPr/>
            <p:nvPr/>
          </p:nvSpPr>
          <p:spPr bwMode="auto">
            <a:xfrm>
              <a:off x="3387789" y="5694400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2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5" name="Freeform 589"/>
            <p:cNvSpPr/>
            <p:nvPr/>
          </p:nvSpPr>
          <p:spPr bwMode="auto">
            <a:xfrm>
              <a:off x="3387789" y="569598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6" name="Freeform 590"/>
            <p:cNvSpPr/>
            <p:nvPr/>
          </p:nvSpPr>
          <p:spPr bwMode="auto">
            <a:xfrm>
              <a:off x="3387789" y="569598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7" name="Rectangle 591"/>
            <p:cNvSpPr>
              <a:spLocks noChangeArrowheads="1"/>
            </p:cNvSpPr>
            <p:nvPr/>
          </p:nvSpPr>
          <p:spPr bwMode="auto">
            <a:xfrm>
              <a:off x="3368739" y="56547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8" name="Freeform 592"/>
            <p:cNvSpPr/>
            <p:nvPr/>
          </p:nvSpPr>
          <p:spPr bwMode="auto">
            <a:xfrm flipH="1">
              <a:off x="3368739" y="565471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9" name="Freeform 593"/>
            <p:cNvSpPr/>
            <p:nvPr/>
          </p:nvSpPr>
          <p:spPr bwMode="auto">
            <a:xfrm flipH="1">
              <a:off x="3387789" y="56944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0" name="Freeform 594"/>
            <p:cNvSpPr/>
            <p:nvPr/>
          </p:nvSpPr>
          <p:spPr bwMode="auto">
            <a:xfrm flipH="1">
              <a:off x="3387789" y="56944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1" name="Freeform 595"/>
            <p:cNvSpPr/>
            <p:nvPr/>
          </p:nvSpPr>
          <p:spPr bwMode="auto">
            <a:xfrm>
              <a:off x="3381439" y="5699162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1 h 1"/>
                <a:gd name="T4" fmla="*/ 1 w 3"/>
                <a:gd name="T5" fmla="*/ 1 h 1"/>
                <a:gd name="T6" fmla="*/ 3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2" name="Freeform 596"/>
            <p:cNvSpPr/>
            <p:nvPr/>
          </p:nvSpPr>
          <p:spPr bwMode="auto">
            <a:xfrm>
              <a:off x="3381439" y="5699162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1 h 1"/>
                <a:gd name="T4" fmla="*/ 1 w 3"/>
                <a:gd name="T5" fmla="*/ 1 h 1"/>
                <a:gd name="T6" fmla="*/ 3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3" name="Freeform 597"/>
            <p:cNvSpPr/>
            <p:nvPr/>
          </p:nvSpPr>
          <p:spPr bwMode="auto">
            <a:xfrm>
              <a:off x="3381439" y="5694400"/>
              <a:ext cx="6350" cy="6350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0 w 4"/>
                <a:gd name="T5" fmla="*/ 2 h 4"/>
                <a:gd name="T6" fmla="*/ 0 w 4"/>
                <a:gd name="T7" fmla="*/ 2 h 4"/>
                <a:gd name="T8" fmla="*/ 0 w 4"/>
                <a:gd name="T9" fmla="*/ 4 h 4"/>
                <a:gd name="T10" fmla="*/ 3 w 4"/>
                <a:gd name="T11" fmla="*/ 3 h 4"/>
                <a:gd name="T12" fmla="*/ 4 w 4"/>
                <a:gd name="T13" fmla="*/ 3 h 4"/>
                <a:gd name="T14" fmla="*/ 4 w 4"/>
                <a:gd name="T15" fmla="*/ 1 h 4"/>
                <a:gd name="T16" fmla="*/ 4 w 4"/>
                <a:gd name="T17" fmla="*/ 0 h 4"/>
                <a:gd name="T18" fmla="*/ 4 w 4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4" name="Freeform 598"/>
            <p:cNvSpPr/>
            <p:nvPr/>
          </p:nvSpPr>
          <p:spPr bwMode="auto">
            <a:xfrm>
              <a:off x="3381439" y="5694400"/>
              <a:ext cx="6350" cy="6350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0 w 4"/>
                <a:gd name="T5" fmla="*/ 2 h 4"/>
                <a:gd name="T6" fmla="*/ 0 w 4"/>
                <a:gd name="T7" fmla="*/ 2 h 4"/>
                <a:gd name="T8" fmla="*/ 0 w 4"/>
                <a:gd name="T9" fmla="*/ 4 h 4"/>
                <a:gd name="T10" fmla="*/ 3 w 4"/>
                <a:gd name="T11" fmla="*/ 3 h 4"/>
                <a:gd name="T12" fmla="*/ 4 w 4"/>
                <a:gd name="T13" fmla="*/ 3 h 4"/>
                <a:gd name="T14" fmla="*/ 4 w 4"/>
                <a:gd name="T15" fmla="*/ 1 h 4"/>
                <a:gd name="T16" fmla="*/ 4 w 4"/>
                <a:gd name="T17" fmla="*/ 0 h 4"/>
                <a:gd name="T18" fmla="*/ 4 w 4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5" name="Freeform 599"/>
            <p:cNvSpPr/>
            <p:nvPr/>
          </p:nvSpPr>
          <p:spPr bwMode="auto">
            <a:xfrm>
              <a:off x="2981389" y="4905412"/>
              <a:ext cx="398463" cy="788988"/>
            </a:xfrm>
            <a:custGeom>
              <a:avLst/>
              <a:gdLst>
                <a:gd name="T0" fmla="*/ 2 w 251"/>
                <a:gd name="T1" fmla="*/ 0 h 497"/>
                <a:gd name="T2" fmla="*/ 1 w 251"/>
                <a:gd name="T3" fmla="*/ 1 h 497"/>
                <a:gd name="T4" fmla="*/ 1 w 251"/>
                <a:gd name="T5" fmla="*/ 3 h 497"/>
                <a:gd name="T6" fmla="*/ 1 w 251"/>
                <a:gd name="T7" fmla="*/ 2 h 497"/>
                <a:gd name="T8" fmla="*/ 0 w 251"/>
                <a:gd name="T9" fmla="*/ 5 h 497"/>
                <a:gd name="T10" fmla="*/ 251 w 251"/>
                <a:gd name="T11" fmla="*/ 497 h 497"/>
                <a:gd name="T12" fmla="*/ 251 w 251"/>
                <a:gd name="T13" fmla="*/ 497 h 497"/>
                <a:gd name="T14" fmla="*/ 244 w 251"/>
                <a:gd name="T15" fmla="*/ 472 h 497"/>
                <a:gd name="T16" fmla="*/ 2 w 251"/>
                <a:gd name="T17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1" h="497">
                  <a:moveTo>
                    <a:pt x="2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5"/>
                  </a:lnTo>
                  <a:lnTo>
                    <a:pt x="251" y="497"/>
                  </a:lnTo>
                  <a:lnTo>
                    <a:pt x="251" y="497"/>
                  </a:lnTo>
                  <a:lnTo>
                    <a:pt x="244" y="47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6" name="Freeform 600"/>
            <p:cNvSpPr/>
            <p:nvPr/>
          </p:nvSpPr>
          <p:spPr bwMode="auto">
            <a:xfrm>
              <a:off x="2981389" y="4905412"/>
              <a:ext cx="398463" cy="788988"/>
            </a:xfrm>
            <a:custGeom>
              <a:avLst/>
              <a:gdLst>
                <a:gd name="T0" fmla="*/ 2 w 251"/>
                <a:gd name="T1" fmla="*/ 0 h 497"/>
                <a:gd name="T2" fmla="*/ 1 w 251"/>
                <a:gd name="T3" fmla="*/ 1 h 497"/>
                <a:gd name="T4" fmla="*/ 1 w 251"/>
                <a:gd name="T5" fmla="*/ 3 h 497"/>
                <a:gd name="T6" fmla="*/ 1 w 251"/>
                <a:gd name="T7" fmla="*/ 2 h 497"/>
                <a:gd name="T8" fmla="*/ 0 w 251"/>
                <a:gd name="T9" fmla="*/ 5 h 497"/>
                <a:gd name="T10" fmla="*/ 251 w 251"/>
                <a:gd name="T11" fmla="*/ 497 h 497"/>
                <a:gd name="T12" fmla="*/ 251 w 251"/>
                <a:gd name="T13" fmla="*/ 497 h 497"/>
                <a:gd name="T14" fmla="*/ 244 w 251"/>
                <a:gd name="T15" fmla="*/ 472 h 497"/>
                <a:gd name="T16" fmla="*/ 2 w 251"/>
                <a:gd name="T17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1" h="497">
                  <a:moveTo>
                    <a:pt x="2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5"/>
                  </a:lnTo>
                  <a:lnTo>
                    <a:pt x="251" y="497"/>
                  </a:lnTo>
                  <a:lnTo>
                    <a:pt x="251" y="497"/>
                  </a:lnTo>
                  <a:lnTo>
                    <a:pt x="244" y="47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7" name="Freeform 601"/>
            <p:cNvSpPr/>
            <p:nvPr/>
          </p:nvSpPr>
          <p:spPr bwMode="auto">
            <a:xfrm flipH="1">
              <a:off x="2982976" y="4907000"/>
              <a:ext cx="0" cy="3175"/>
            </a:xfrm>
            <a:custGeom>
              <a:avLst/>
              <a:gdLst>
                <a:gd name="T0" fmla="*/ 0 h 2"/>
                <a:gd name="T1" fmla="*/ 0 h 2"/>
                <a:gd name="T2" fmla="*/ 1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8" name="Freeform 602"/>
            <p:cNvSpPr/>
            <p:nvPr/>
          </p:nvSpPr>
          <p:spPr bwMode="auto">
            <a:xfrm flipH="1">
              <a:off x="2982976" y="4907000"/>
              <a:ext cx="0" cy="3175"/>
            </a:xfrm>
            <a:custGeom>
              <a:avLst/>
              <a:gdLst>
                <a:gd name="T0" fmla="*/ 0 h 2"/>
                <a:gd name="T1" fmla="*/ 0 h 2"/>
                <a:gd name="T2" fmla="*/ 1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9" name="Freeform 603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0" name="Freeform 604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1" name="Freeform 605"/>
            <p:cNvSpPr/>
            <p:nvPr/>
          </p:nvSpPr>
          <p:spPr bwMode="auto">
            <a:xfrm flipH="1">
              <a:off x="3381439" y="569598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2" name="Freeform 606"/>
            <p:cNvSpPr/>
            <p:nvPr/>
          </p:nvSpPr>
          <p:spPr bwMode="auto">
            <a:xfrm flipH="1">
              <a:off x="3381439" y="569598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3" name="Freeform 607"/>
            <p:cNvSpPr/>
            <p:nvPr/>
          </p:nvSpPr>
          <p:spPr bwMode="auto">
            <a:xfrm>
              <a:off x="3368739" y="5654712"/>
              <a:ext cx="12700" cy="39688"/>
            </a:xfrm>
            <a:custGeom>
              <a:avLst/>
              <a:gdLst>
                <a:gd name="T0" fmla="*/ 0 w 8"/>
                <a:gd name="T1" fmla="*/ 0 h 25"/>
                <a:gd name="T2" fmla="*/ 7 w 8"/>
                <a:gd name="T3" fmla="*/ 25 h 25"/>
                <a:gd name="T4" fmla="*/ 8 w 8"/>
                <a:gd name="T5" fmla="*/ 25 h 25"/>
                <a:gd name="T6" fmla="*/ 8 w 8"/>
                <a:gd name="T7" fmla="*/ 17 h 25"/>
                <a:gd name="T8" fmla="*/ 0 w 8"/>
                <a:gd name="T9" fmla="*/ 0 h 25"/>
                <a:gd name="T10" fmla="*/ 0 w 8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5">
                  <a:moveTo>
                    <a:pt x="0" y="0"/>
                  </a:moveTo>
                  <a:lnTo>
                    <a:pt x="7" y="25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4" name="Freeform 608"/>
            <p:cNvSpPr/>
            <p:nvPr/>
          </p:nvSpPr>
          <p:spPr bwMode="auto">
            <a:xfrm>
              <a:off x="3368739" y="5654712"/>
              <a:ext cx="12700" cy="39688"/>
            </a:xfrm>
            <a:custGeom>
              <a:avLst/>
              <a:gdLst>
                <a:gd name="T0" fmla="*/ 0 w 8"/>
                <a:gd name="T1" fmla="*/ 0 h 25"/>
                <a:gd name="T2" fmla="*/ 7 w 8"/>
                <a:gd name="T3" fmla="*/ 25 h 25"/>
                <a:gd name="T4" fmla="*/ 8 w 8"/>
                <a:gd name="T5" fmla="*/ 25 h 25"/>
                <a:gd name="T6" fmla="*/ 8 w 8"/>
                <a:gd name="T7" fmla="*/ 17 h 25"/>
                <a:gd name="T8" fmla="*/ 0 w 8"/>
                <a:gd name="T9" fmla="*/ 0 h 25"/>
                <a:gd name="T10" fmla="*/ 0 w 8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5">
                  <a:moveTo>
                    <a:pt x="0" y="0"/>
                  </a:moveTo>
                  <a:lnTo>
                    <a:pt x="7" y="25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5" name="Freeform 609"/>
            <p:cNvSpPr/>
            <p:nvPr/>
          </p:nvSpPr>
          <p:spPr bwMode="auto">
            <a:xfrm>
              <a:off x="3381439" y="5681700"/>
              <a:ext cx="4763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3 w 3"/>
                <a:gd name="T5" fmla="*/ 6 h 8"/>
                <a:gd name="T6" fmla="*/ 0 w 3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3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6" name="Freeform 610"/>
            <p:cNvSpPr/>
            <p:nvPr/>
          </p:nvSpPr>
          <p:spPr bwMode="auto">
            <a:xfrm>
              <a:off x="3381439" y="5681700"/>
              <a:ext cx="4763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3 w 3"/>
                <a:gd name="T5" fmla="*/ 6 h 8"/>
                <a:gd name="T6" fmla="*/ 0 w 3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3" y="6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7" name="Freeform 611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8" name="Freeform 612"/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9" name="Freeform 613"/>
            <p:cNvSpPr/>
            <p:nvPr/>
          </p:nvSpPr>
          <p:spPr bwMode="auto">
            <a:xfrm>
              <a:off x="3381439" y="5691225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2 h 4"/>
                <a:gd name="T4" fmla="*/ 0 w 4"/>
                <a:gd name="T5" fmla="*/ 3 h 4"/>
                <a:gd name="T6" fmla="*/ 0 w 4"/>
                <a:gd name="T7" fmla="*/ 4 h 4"/>
                <a:gd name="T8" fmla="*/ 0 w 4"/>
                <a:gd name="T9" fmla="*/ 4 h 4"/>
                <a:gd name="T10" fmla="*/ 4 w 4"/>
                <a:gd name="T11" fmla="*/ 2 h 4"/>
                <a:gd name="T12" fmla="*/ 4 w 4"/>
                <a:gd name="T13" fmla="*/ 2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0" name="Freeform 614"/>
            <p:cNvSpPr/>
            <p:nvPr/>
          </p:nvSpPr>
          <p:spPr bwMode="auto">
            <a:xfrm>
              <a:off x="3381439" y="5691225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2 h 4"/>
                <a:gd name="T4" fmla="*/ 0 w 4"/>
                <a:gd name="T5" fmla="*/ 3 h 4"/>
                <a:gd name="T6" fmla="*/ 0 w 4"/>
                <a:gd name="T7" fmla="*/ 4 h 4"/>
                <a:gd name="T8" fmla="*/ 0 w 4"/>
                <a:gd name="T9" fmla="*/ 4 h 4"/>
                <a:gd name="T10" fmla="*/ 4 w 4"/>
                <a:gd name="T11" fmla="*/ 2 h 4"/>
                <a:gd name="T12" fmla="*/ 4 w 4"/>
                <a:gd name="T13" fmla="*/ 2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1" name="Freeform 615"/>
            <p:cNvSpPr/>
            <p:nvPr/>
          </p:nvSpPr>
          <p:spPr bwMode="auto">
            <a:xfrm>
              <a:off x="2984564" y="4891125"/>
              <a:ext cx="3175" cy="11113"/>
            </a:xfrm>
            <a:custGeom>
              <a:avLst/>
              <a:gdLst>
                <a:gd name="T0" fmla="*/ 2 w 2"/>
                <a:gd name="T1" fmla="*/ 0 h 7"/>
                <a:gd name="T2" fmla="*/ 1 w 2"/>
                <a:gd name="T3" fmla="*/ 2 h 7"/>
                <a:gd name="T4" fmla="*/ 0 w 2"/>
                <a:gd name="T5" fmla="*/ 7 h 7"/>
                <a:gd name="T6" fmla="*/ 0 w 2"/>
                <a:gd name="T7" fmla="*/ 7 h 7"/>
                <a:gd name="T8" fmla="*/ 2 w 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7">
                  <a:moveTo>
                    <a:pt x="2" y="0"/>
                  </a:moveTo>
                  <a:lnTo>
                    <a:pt x="1" y="2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2" name="Freeform 616"/>
            <p:cNvSpPr/>
            <p:nvPr/>
          </p:nvSpPr>
          <p:spPr bwMode="auto">
            <a:xfrm>
              <a:off x="2984564" y="4891125"/>
              <a:ext cx="3175" cy="11113"/>
            </a:xfrm>
            <a:custGeom>
              <a:avLst/>
              <a:gdLst>
                <a:gd name="T0" fmla="*/ 2 w 2"/>
                <a:gd name="T1" fmla="*/ 0 h 7"/>
                <a:gd name="T2" fmla="*/ 1 w 2"/>
                <a:gd name="T3" fmla="*/ 2 h 7"/>
                <a:gd name="T4" fmla="*/ 0 w 2"/>
                <a:gd name="T5" fmla="*/ 7 h 7"/>
                <a:gd name="T6" fmla="*/ 0 w 2"/>
                <a:gd name="T7" fmla="*/ 7 h 7"/>
                <a:gd name="T8" fmla="*/ 2 w 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7">
                  <a:moveTo>
                    <a:pt x="2" y="0"/>
                  </a:moveTo>
                  <a:lnTo>
                    <a:pt x="1" y="2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3" name="Freeform 617"/>
            <p:cNvSpPr/>
            <p:nvPr/>
          </p:nvSpPr>
          <p:spPr bwMode="auto">
            <a:xfrm>
              <a:off x="2981389" y="4894300"/>
              <a:ext cx="4763" cy="7938"/>
            </a:xfrm>
            <a:custGeom>
              <a:avLst/>
              <a:gdLst>
                <a:gd name="T0" fmla="*/ 3 w 3"/>
                <a:gd name="T1" fmla="*/ 0 h 5"/>
                <a:gd name="T2" fmla="*/ 0 w 3"/>
                <a:gd name="T3" fmla="*/ 2 h 5"/>
                <a:gd name="T4" fmla="*/ 1 w 3"/>
                <a:gd name="T5" fmla="*/ 5 h 5"/>
                <a:gd name="T6" fmla="*/ 2 w 3"/>
                <a:gd name="T7" fmla="*/ 5 h 5"/>
                <a:gd name="T8" fmla="*/ 3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0" y="2"/>
                  </a:lnTo>
                  <a:lnTo>
                    <a:pt x="1" y="5"/>
                  </a:lnTo>
                  <a:lnTo>
                    <a:pt x="2" y="5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4" name="Freeform 618"/>
            <p:cNvSpPr/>
            <p:nvPr/>
          </p:nvSpPr>
          <p:spPr bwMode="auto">
            <a:xfrm>
              <a:off x="2981389" y="4894300"/>
              <a:ext cx="4763" cy="7938"/>
            </a:xfrm>
            <a:custGeom>
              <a:avLst/>
              <a:gdLst>
                <a:gd name="T0" fmla="*/ 3 w 3"/>
                <a:gd name="T1" fmla="*/ 0 h 5"/>
                <a:gd name="T2" fmla="*/ 0 w 3"/>
                <a:gd name="T3" fmla="*/ 2 h 5"/>
                <a:gd name="T4" fmla="*/ 1 w 3"/>
                <a:gd name="T5" fmla="*/ 5 h 5"/>
                <a:gd name="T6" fmla="*/ 2 w 3"/>
                <a:gd name="T7" fmla="*/ 5 h 5"/>
                <a:gd name="T8" fmla="*/ 3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0" y="2"/>
                  </a:lnTo>
                  <a:lnTo>
                    <a:pt x="1" y="5"/>
                  </a:lnTo>
                  <a:lnTo>
                    <a:pt x="2" y="5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5" name="Freeform 619"/>
            <p:cNvSpPr>
              <a:spLocks noEditPoints="1"/>
            </p:cNvSpPr>
            <p:nvPr/>
          </p:nvSpPr>
          <p:spPr bwMode="auto">
            <a:xfrm>
              <a:off x="1884426" y="4905412"/>
              <a:ext cx="1089025" cy="1176338"/>
            </a:xfrm>
            <a:custGeom>
              <a:avLst/>
              <a:gdLst>
                <a:gd name="T0" fmla="*/ 3 w 686"/>
                <a:gd name="T1" fmla="*/ 716 h 741"/>
                <a:gd name="T2" fmla="*/ 0 w 686"/>
                <a:gd name="T3" fmla="*/ 719 h 741"/>
                <a:gd name="T4" fmla="*/ 2 w 686"/>
                <a:gd name="T5" fmla="*/ 719 h 741"/>
                <a:gd name="T6" fmla="*/ 3 w 686"/>
                <a:gd name="T7" fmla="*/ 716 h 741"/>
                <a:gd name="T8" fmla="*/ 3 w 686"/>
                <a:gd name="T9" fmla="*/ 716 h 741"/>
                <a:gd name="T10" fmla="*/ 685 w 686"/>
                <a:gd name="T11" fmla="*/ 8 h 741"/>
                <a:gd name="T12" fmla="*/ 33 w 686"/>
                <a:gd name="T13" fmla="*/ 691 h 741"/>
                <a:gd name="T14" fmla="*/ 685 w 686"/>
                <a:gd name="T15" fmla="*/ 8 h 741"/>
                <a:gd name="T16" fmla="*/ 456 w 686"/>
                <a:gd name="T17" fmla="*/ 741 h 741"/>
                <a:gd name="T18" fmla="*/ 10 w 686"/>
                <a:gd name="T19" fmla="*/ 715 h 741"/>
                <a:gd name="T20" fmla="*/ 10 w 686"/>
                <a:gd name="T21" fmla="*/ 715 h 741"/>
                <a:gd name="T22" fmla="*/ 456 w 686"/>
                <a:gd name="T23" fmla="*/ 741 h 741"/>
                <a:gd name="T24" fmla="*/ 685 w 686"/>
                <a:gd name="T25" fmla="*/ 8 h 741"/>
                <a:gd name="T26" fmla="*/ 686 w 686"/>
                <a:gd name="T27" fmla="*/ 0 h 741"/>
                <a:gd name="T28" fmla="*/ 8 w 686"/>
                <a:gd name="T29" fmla="*/ 710 h 741"/>
                <a:gd name="T30" fmla="*/ 8 w 686"/>
                <a:gd name="T31" fmla="*/ 710 h 741"/>
                <a:gd name="T32" fmla="*/ 686 w 686"/>
                <a:gd name="T33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6" h="741">
                  <a:moveTo>
                    <a:pt x="3" y="716"/>
                  </a:moveTo>
                  <a:lnTo>
                    <a:pt x="0" y="719"/>
                  </a:lnTo>
                  <a:lnTo>
                    <a:pt x="2" y="719"/>
                  </a:lnTo>
                  <a:lnTo>
                    <a:pt x="3" y="716"/>
                  </a:lnTo>
                  <a:lnTo>
                    <a:pt x="3" y="716"/>
                  </a:lnTo>
                  <a:close/>
                  <a:moveTo>
                    <a:pt x="685" y="8"/>
                  </a:moveTo>
                  <a:lnTo>
                    <a:pt x="33" y="691"/>
                  </a:lnTo>
                  <a:lnTo>
                    <a:pt x="685" y="8"/>
                  </a:lnTo>
                  <a:lnTo>
                    <a:pt x="456" y="741"/>
                  </a:lnTo>
                  <a:lnTo>
                    <a:pt x="10" y="715"/>
                  </a:lnTo>
                  <a:lnTo>
                    <a:pt x="10" y="715"/>
                  </a:lnTo>
                  <a:lnTo>
                    <a:pt x="456" y="741"/>
                  </a:lnTo>
                  <a:lnTo>
                    <a:pt x="685" y="8"/>
                  </a:lnTo>
                  <a:close/>
                  <a:moveTo>
                    <a:pt x="686" y="0"/>
                  </a:moveTo>
                  <a:lnTo>
                    <a:pt x="8" y="710"/>
                  </a:lnTo>
                  <a:lnTo>
                    <a:pt x="8" y="710"/>
                  </a:lnTo>
                  <a:lnTo>
                    <a:pt x="68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6" name="Freeform 620"/>
            <p:cNvSpPr>
              <a:spLocks noEditPoints="1"/>
            </p:cNvSpPr>
            <p:nvPr/>
          </p:nvSpPr>
          <p:spPr bwMode="auto">
            <a:xfrm>
              <a:off x="1884426" y="4905412"/>
              <a:ext cx="1089025" cy="1176338"/>
            </a:xfrm>
            <a:custGeom>
              <a:avLst/>
              <a:gdLst>
                <a:gd name="T0" fmla="*/ 3 w 686"/>
                <a:gd name="T1" fmla="*/ 716 h 741"/>
                <a:gd name="T2" fmla="*/ 0 w 686"/>
                <a:gd name="T3" fmla="*/ 719 h 741"/>
                <a:gd name="T4" fmla="*/ 2 w 686"/>
                <a:gd name="T5" fmla="*/ 719 h 741"/>
                <a:gd name="T6" fmla="*/ 3 w 686"/>
                <a:gd name="T7" fmla="*/ 716 h 741"/>
                <a:gd name="T8" fmla="*/ 3 w 686"/>
                <a:gd name="T9" fmla="*/ 716 h 741"/>
                <a:gd name="T10" fmla="*/ 685 w 686"/>
                <a:gd name="T11" fmla="*/ 8 h 741"/>
                <a:gd name="T12" fmla="*/ 33 w 686"/>
                <a:gd name="T13" fmla="*/ 691 h 741"/>
                <a:gd name="T14" fmla="*/ 685 w 686"/>
                <a:gd name="T15" fmla="*/ 8 h 741"/>
                <a:gd name="T16" fmla="*/ 456 w 686"/>
                <a:gd name="T17" fmla="*/ 741 h 741"/>
                <a:gd name="T18" fmla="*/ 10 w 686"/>
                <a:gd name="T19" fmla="*/ 715 h 741"/>
                <a:gd name="T20" fmla="*/ 10 w 686"/>
                <a:gd name="T21" fmla="*/ 715 h 741"/>
                <a:gd name="T22" fmla="*/ 456 w 686"/>
                <a:gd name="T23" fmla="*/ 741 h 741"/>
                <a:gd name="T24" fmla="*/ 685 w 686"/>
                <a:gd name="T25" fmla="*/ 8 h 741"/>
                <a:gd name="T26" fmla="*/ 686 w 686"/>
                <a:gd name="T27" fmla="*/ 0 h 741"/>
                <a:gd name="T28" fmla="*/ 8 w 686"/>
                <a:gd name="T29" fmla="*/ 710 h 741"/>
                <a:gd name="T30" fmla="*/ 8 w 686"/>
                <a:gd name="T31" fmla="*/ 710 h 741"/>
                <a:gd name="T32" fmla="*/ 686 w 686"/>
                <a:gd name="T33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6" h="741">
                  <a:moveTo>
                    <a:pt x="3" y="716"/>
                  </a:moveTo>
                  <a:lnTo>
                    <a:pt x="0" y="719"/>
                  </a:lnTo>
                  <a:lnTo>
                    <a:pt x="2" y="719"/>
                  </a:lnTo>
                  <a:lnTo>
                    <a:pt x="3" y="716"/>
                  </a:lnTo>
                  <a:lnTo>
                    <a:pt x="3" y="716"/>
                  </a:lnTo>
                  <a:moveTo>
                    <a:pt x="685" y="8"/>
                  </a:moveTo>
                  <a:lnTo>
                    <a:pt x="33" y="691"/>
                  </a:lnTo>
                  <a:lnTo>
                    <a:pt x="685" y="8"/>
                  </a:lnTo>
                  <a:lnTo>
                    <a:pt x="456" y="741"/>
                  </a:lnTo>
                  <a:lnTo>
                    <a:pt x="10" y="715"/>
                  </a:lnTo>
                  <a:lnTo>
                    <a:pt x="10" y="715"/>
                  </a:lnTo>
                  <a:lnTo>
                    <a:pt x="456" y="741"/>
                  </a:lnTo>
                  <a:lnTo>
                    <a:pt x="685" y="8"/>
                  </a:lnTo>
                  <a:moveTo>
                    <a:pt x="686" y="0"/>
                  </a:moveTo>
                  <a:lnTo>
                    <a:pt x="8" y="710"/>
                  </a:lnTo>
                  <a:lnTo>
                    <a:pt x="8" y="710"/>
                  </a:lnTo>
                  <a:lnTo>
                    <a:pt x="68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7" name="Freeform 621"/>
            <p:cNvSpPr/>
            <p:nvPr/>
          </p:nvSpPr>
          <p:spPr bwMode="auto">
            <a:xfrm>
              <a:off x="2613089" y="60881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8" name="Freeform 622"/>
            <p:cNvSpPr/>
            <p:nvPr/>
          </p:nvSpPr>
          <p:spPr bwMode="auto">
            <a:xfrm>
              <a:off x="2613089" y="60881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9" name="Freeform 623"/>
            <p:cNvSpPr/>
            <p:nvPr/>
          </p:nvSpPr>
          <p:spPr bwMode="auto">
            <a:xfrm>
              <a:off x="2608326" y="4911762"/>
              <a:ext cx="373063" cy="1169988"/>
            </a:xfrm>
            <a:custGeom>
              <a:avLst/>
              <a:gdLst>
                <a:gd name="T0" fmla="*/ 234 w 235"/>
                <a:gd name="T1" fmla="*/ 0 h 737"/>
                <a:gd name="T2" fmla="*/ 231 w 235"/>
                <a:gd name="T3" fmla="*/ 2 h 737"/>
                <a:gd name="T4" fmla="*/ 231 w 235"/>
                <a:gd name="T5" fmla="*/ 2 h 737"/>
                <a:gd name="T6" fmla="*/ 229 w 235"/>
                <a:gd name="T7" fmla="*/ 4 h 737"/>
                <a:gd name="T8" fmla="*/ 0 w 235"/>
                <a:gd name="T9" fmla="*/ 737 h 737"/>
                <a:gd name="T10" fmla="*/ 1 w 235"/>
                <a:gd name="T11" fmla="*/ 737 h 737"/>
                <a:gd name="T12" fmla="*/ 6 w 235"/>
                <a:gd name="T13" fmla="*/ 735 h 737"/>
                <a:gd name="T14" fmla="*/ 235 w 235"/>
                <a:gd name="T15" fmla="*/ 1 h 737"/>
                <a:gd name="T16" fmla="*/ 234 w 235"/>
                <a:gd name="T17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737">
                  <a:moveTo>
                    <a:pt x="234" y="0"/>
                  </a:moveTo>
                  <a:lnTo>
                    <a:pt x="231" y="2"/>
                  </a:lnTo>
                  <a:lnTo>
                    <a:pt x="231" y="2"/>
                  </a:lnTo>
                  <a:lnTo>
                    <a:pt x="229" y="4"/>
                  </a:lnTo>
                  <a:lnTo>
                    <a:pt x="0" y="737"/>
                  </a:lnTo>
                  <a:lnTo>
                    <a:pt x="1" y="737"/>
                  </a:lnTo>
                  <a:lnTo>
                    <a:pt x="6" y="735"/>
                  </a:lnTo>
                  <a:lnTo>
                    <a:pt x="235" y="1"/>
                  </a:lnTo>
                  <a:lnTo>
                    <a:pt x="23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0" name="Freeform 624"/>
            <p:cNvSpPr/>
            <p:nvPr/>
          </p:nvSpPr>
          <p:spPr bwMode="auto">
            <a:xfrm>
              <a:off x="2608326" y="4911762"/>
              <a:ext cx="373063" cy="1169988"/>
            </a:xfrm>
            <a:custGeom>
              <a:avLst/>
              <a:gdLst>
                <a:gd name="T0" fmla="*/ 234 w 235"/>
                <a:gd name="T1" fmla="*/ 0 h 737"/>
                <a:gd name="T2" fmla="*/ 231 w 235"/>
                <a:gd name="T3" fmla="*/ 2 h 737"/>
                <a:gd name="T4" fmla="*/ 231 w 235"/>
                <a:gd name="T5" fmla="*/ 2 h 737"/>
                <a:gd name="T6" fmla="*/ 229 w 235"/>
                <a:gd name="T7" fmla="*/ 4 h 737"/>
                <a:gd name="T8" fmla="*/ 0 w 235"/>
                <a:gd name="T9" fmla="*/ 737 h 737"/>
                <a:gd name="T10" fmla="*/ 1 w 235"/>
                <a:gd name="T11" fmla="*/ 737 h 737"/>
                <a:gd name="T12" fmla="*/ 6 w 235"/>
                <a:gd name="T13" fmla="*/ 735 h 737"/>
                <a:gd name="T14" fmla="*/ 235 w 235"/>
                <a:gd name="T15" fmla="*/ 1 h 737"/>
                <a:gd name="T16" fmla="*/ 234 w 235"/>
                <a:gd name="T17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737">
                  <a:moveTo>
                    <a:pt x="234" y="0"/>
                  </a:moveTo>
                  <a:lnTo>
                    <a:pt x="231" y="2"/>
                  </a:lnTo>
                  <a:lnTo>
                    <a:pt x="231" y="2"/>
                  </a:lnTo>
                  <a:lnTo>
                    <a:pt x="229" y="4"/>
                  </a:lnTo>
                  <a:lnTo>
                    <a:pt x="0" y="737"/>
                  </a:lnTo>
                  <a:lnTo>
                    <a:pt x="1" y="737"/>
                  </a:lnTo>
                  <a:lnTo>
                    <a:pt x="6" y="735"/>
                  </a:lnTo>
                  <a:lnTo>
                    <a:pt x="235" y="1"/>
                  </a:lnTo>
                  <a:lnTo>
                    <a:pt x="23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1" name="Freeform 625"/>
            <p:cNvSpPr/>
            <p:nvPr/>
          </p:nvSpPr>
          <p:spPr bwMode="auto">
            <a:xfrm>
              <a:off x="2975039" y="4910175"/>
              <a:ext cx="4763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2" name="Freeform 626"/>
            <p:cNvSpPr/>
            <p:nvPr/>
          </p:nvSpPr>
          <p:spPr bwMode="auto">
            <a:xfrm>
              <a:off x="2975039" y="4910175"/>
              <a:ext cx="4763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3" name="Freeform 627"/>
            <p:cNvSpPr>
              <a:spLocks noEditPoints="1"/>
            </p:cNvSpPr>
            <p:nvPr/>
          </p:nvSpPr>
          <p:spPr bwMode="auto">
            <a:xfrm>
              <a:off x="2609914" y="6078575"/>
              <a:ext cx="7938" cy="11113"/>
            </a:xfrm>
            <a:custGeom>
              <a:avLst/>
              <a:gdLst>
                <a:gd name="T0" fmla="*/ 3 w 5"/>
                <a:gd name="T1" fmla="*/ 6 h 7"/>
                <a:gd name="T2" fmla="*/ 2 w 5"/>
                <a:gd name="T3" fmla="*/ 7 h 7"/>
                <a:gd name="T4" fmla="*/ 3 w 5"/>
                <a:gd name="T5" fmla="*/ 6 h 7"/>
                <a:gd name="T6" fmla="*/ 3 w 5"/>
                <a:gd name="T7" fmla="*/ 6 h 7"/>
                <a:gd name="T8" fmla="*/ 5 w 5"/>
                <a:gd name="T9" fmla="*/ 0 h 7"/>
                <a:gd name="T10" fmla="*/ 0 w 5"/>
                <a:gd name="T11" fmla="*/ 2 h 7"/>
                <a:gd name="T12" fmla="*/ 1 w 5"/>
                <a:gd name="T13" fmla="*/ 2 h 7"/>
                <a:gd name="T14" fmla="*/ 4 w 5"/>
                <a:gd name="T15" fmla="*/ 2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3" y="6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3" y="6"/>
                  </a:lnTo>
                  <a:close/>
                  <a:moveTo>
                    <a:pt x="5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4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4" name="Freeform 628"/>
            <p:cNvSpPr>
              <a:spLocks noEditPoints="1"/>
            </p:cNvSpPr>
            <p:nvPr/>
          </p:nvSpPr>
          <p:spPr bwMode="auto">
            <a:xfrm>
              <a:off x="2609914" y="6078575"/>
              <a:ext cx="7938" cy="11113"/>
            </a:xfrm>
            <a:custGeom>
              <a:avLst/>
              <a:gdLst>
                <a:gd name="T0" fmla="*/ 3 w 5"/>
                <a:gd name="T1" fmla="*/ 6 h 7"/>
                <a:gd name="T2" fmla="*/ 2 w 5"/>
                <a:gd name="T3" fmla="*/ 7 h 7"/>
                <a:gd name="T4" fmla="*/ 3 w 5"/>
                <a:gd name="T5" fmla="*/ 6 h 7"/>
                <a:gd name="T6" fmla="*/ 3 w 5"/>
                <a:gd name="T7" fmla="*/ 6 h 7"/>
                <a:gd name="T8" fmla="*/ 5 w 5"/>
                <a:gd name="T9" fmla="*/ 0 h 7"/>
                <a:gd name="T10" fmla="*/ 0 w 5"/>
                <a:gd name="T11" fmla="*/ 2 h 7"/>
                <a:gd name="T12" fmla="*/ 1 w 5"/>
                <a:gd name="T13" fmla="*/ 2 h 7"/>
                <a:gd name="T14" fmla="*/ 4 w 5"/>
                <a:gd name="T15" fmla="*/ 2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3" y="6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3" y="6"/>
                  </a:lnTo>
                  <a:moveTo>
                    <a:pt x="5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4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5" name="Freeform 629"/>
            <p:cNvSpPr/>
            <p:nvPr/>
          </p:nvSpPr>
          <p:spPr bwMode="auto">
            <a:xfrm>
              <a:off x="2979801" y="4897475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2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6" name="Freeform 630"/>
            <p:cNvSpPr/>
            <p:nvPr/>
          </p:nvSpPr>
          <p:spPr bwMode="auto">
            <a:xfrm>
              <a:off x="2979801" y="4897475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2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7" name="Freeform 631"/>
            <p:cNvSpPr/>
            <p:nvPr/>
          </p:nvSpPr>
          <p:spPr bwMode="auto">
            <a:xfrm>
              <a:off x="2979801" y="4908587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0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8" name="Freeform 632"/>
            <p:cNvSpPr/>
            <p:nvPr/>
          </p:nvSpPr>
          <p:spPr bwMode="auto">
            <a:xfrm>
              <a:off x="2979801" y="4908587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0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9" name="Freeform 633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0" name="Freeform 634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1" name="Freeform 635"/>
            <p:cNvSpPr/>
            <p:nvPr/>
          </p:nvSpPr>
          <p:spPr bwMode="auto">
            <a:xfrm>
              <a:off x="2979801" y="490858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2" name="Freeform 636"/>
            <p:cNvSpPr/>
            <p:nvPr/>
          </p:nvSpPr>
          <p:spPr bwMode="auto">
            <a:xfrm>
              <a:off x="2979801" y="490858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3" name="Freeform 637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4" name="Freeform 638"/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5" name="Freeform 639"/>
            <p:cNvSpPr>
              <a:spLocks noEditPoints="1"/>
            </p:cNvSpPr>
            <p:nvPr/>
          </p:nvSpPr>
          <p:spPr bwMode="auto">
            <a:xfrm>
              <a:off x="1889189" y="4543462"/>
              <a:ext cx="1084263" cy="1498600"/>
            </a:xfrm>
            <a:custGeom>
              <a:avLst/>
              <a:gdLst>
                <a:gd name="T0" fmla="*/ 149 w 683"/>
                <a:gd name="T1" fmla="*/ 1 h 944"/>
                <a:gd name="T2" fmla="*/ 149 w 683"/>
                <a:gd name="T3" fmla="*/ 1 h 944"/>
                <a:gd name="T4" fmla="*/ 683 w 683"/>
                <a:gd name="T5" fmla="*/ 228 h 944"/>
                <a:gd name="T6" fmla="*/ 683 w 683"/>
                <a:gd name="T7" fmla="*/ 228 h 944"/>
                <a:gd name="T8" fmla="*/ 149 w 683"/>
                <a:gd name="T9" fmla="*/ 1 h 944"/>
                <a:gd name="T10" fmla="*/ 144 w 683"/>
                <a:gd name="T11" fmla="*/ 1 h 944"/>
                <a:gd name="T12" fmla="*/ 144 w 683"/>
                <a:gd name="T13" fmla="*/ 1 h 944"/>
                <a:gd name="T14" fmla="*/ 0 w 683"/>
                <a:gd name="T15" fmla="*/ 944 h 944"/>
                <a:gd name="T16" fmla="*/ 0 w 683"/>
                <a:gd name="T17" fmla="*/ 944 h 944"/>
                <a:gd name="T18" fmla="*/ 0 w 683"/>
                <a:gd name="T19" fmla="*/ 943 h 944"/>
                <a:gd name="T20" fmla="*/ 1 w 683"/>
                <a:gd name="T21" fmla="*/ 943 h 944"/>
                <a:gd name="T22" fmla="*/ 5 w 683"/>
                <a:gd name="T23" fmla="*/ 938 h 944"/>
                <a:gd name="T24" fmla="*/ 147 w 683"/>
                <a:gd name="T25" fmla="*/ 6 h 944"/>
                <a:gd name="T26" fmla="*/ 146 w 683"/>
                <a:gd name="T27" fmla="*/ 3 h 944"/>
                <a:gd name="T28" fmla="*/ 144 w 683"/>
                <a:gd name="T29" fmla="*/ 9 h 944"/>
                <a:gd name="T30" fmla="*/ 144 w 683"/>
                <a:gd name="T31" fmla="*/ 1 h 944"/>
                <a:gd name="T32" fmla="*/ 157 w 683"/>
                <a:gd name="T33" fmla="*/ 0 h 944"/>
                <a:gd name="T34" fmla="*/ 157 w 683"/>
                <a:gd name="T35" fmla="*/ 0 h 944"/>
                <a:gd name="T36" fmla="*/ 176 w 683"/>
                <a:gd name="T37" fmla="*/ 8 h 944"/>
                <a:gd name="T38" fmla="*/ 157 w 683"/>
                <a:gd name="T39" fmla="*/ 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83" h="944">
                  <a:moveTo>
                    <a:pt x="149" y="1"/>
                  </a:moveTo>
                  <a:lnTo>
                    <a:pt x="149" y="1"/>
                  </a:lnTo>
                  <a:lnTo>
                    <a:pt x="683" y="228"/>
                  </a:lnTo>
                  <a:lnTo>
                    <a:pt x="683" y="228"/>
                  </a:lnTo>
                  <a:lnTo>
                    <a:pt x="149" y="1"/>
                  </a:lnTo>
                  <a:close/>
                  <a:moveTo>
                    <a:pt x="144" y="1"/>
                  </a:moveTo>
                  <a:lnTo>
                    <a:pt x="144" y="1"/>
                  </a:lnTo>
                  <a:lnTo>
                    <a:pt x="0" y="944"/>
                  </a:lnTo>
                  <a:lnTo>
                    <a:pt x="0" y="944"/>
                  </a:lnTo>
                  <a:lnTo>
                    <a:pt x="0" y="943"/>
                  </a:lnTo>
                  <a:lnTo>
                    <a:pt x="1" y="943"/>
                  </a:lnTo>
                  <a:lnTo>
                    <a:pt x="5" y="938"/>
                  </a:lnTo>
                  <a:lnTo>
                    <a:pt x="147" y="6"/>
                  </a:lnTo>
                  <a:lnTo>
                    <a:pt x="146" y="3"/>
                  </a:lnTo>
                  <a:lnTo>
                    <a:pt x="144" y="9"/>
                  </a:lnTo>
                  <a:lnTo>
                    <a:pt x="144" y="1"/>
                  </a:lnTo>
                  <a:close/>
                  <a:moveTo>
                    <a:pt x="157" y="0"/>
                  </a:moveTo>
                  <a:lnTo>
                    <a:pt x="157" y="0"/>
                  </a:lnTo>
                  <a:lnTo>
                    <a:pt x="176" y="8"/>
                  </a:lnTo>
                  <a:lnTo>
                    <a:pt x="1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6" name="Freeform 640"/>
            <p:cNvSpPr>
              <a:spLocks noEditPoints="1"/>
            </p:cNvSpPr>
            <p:nvPr/>
          </p:nvSpPr>
          <p:spPr bwMode="auto">
            <a:xfrm>
              <a:off x="1889189" y="4543462"/>
              <a:ext cx="1084263" cy="1498600"/>
            </a:xfrm>
            <a:custGeom>
              <a:avLst/>
              <a:gdLst>
                <a:gd name="T0" fmla="*/ 149 w 683"/>
                <a:gd name="T1" fmla="*/ 1 h 944"/>
                <a:gd name="T2" fmla="*/ 149 w 683"/>
                <a:gd name="T3" fmla="*/ 1 h 944"/>
                <a:gd name="T4" fmla="*/ 683 w 683"/>
                <a:gd name="T5" fmla="*/ 228 h 944"/>
                <a:gd name="T6" fmla="*/ 683 w 683"/>
                <a:gd name="T7" fmla="*/ 228 h 944"/>
                <a:gd name="T8" fmla="*/ 149 w 683"/>
                <a:gd name="T9" fmla="*/ 1 h 944"/>
                <a:gd name="T10" fmla="*/ 144 w 683"/>
                <a:gd name="T11" fmla="*/ 1 h 944"/>
                <a:gd name="T12" fmla="*/ 144 w 683"/>
                <a:gd name="T13" fmla="*/ 1 h 944"/>
                <a:gd name="T14" fmla="*/ 0 w 683"/>
                <a:gd name="T15" fmla="*/ 944 h 944"/>
                <a:gd name="T16" fmla="*/ 0 w 683"/>
                <a:gd name="T17" fmla="*/ 944 h 944"/>
                <a:gd name="T18" fmla="*/ 0 w 683"/>
                <a:gd name="T19" fmla="*/ 943 h 944"/>
                <a:gd name="T20" fmla="*/ 1 w 683"/>
                <a:gd name="T21" fmla="*/ 943 h 944"/>
                <a:gd name="T22" fmla="*/ 5 w 683"/>
                <a:gd name="T23" fmla="*/ 938 h 944"/>
                <a:gd name="T24" fmla="*/ 147 w 683"/>
                <a:gd name="T25" fmla="*/ 6 h 944"/>
                <a:gd name="T26" fmla="*/ 146 w 683"/>
                <a:gd name="T27" fmla="*/ 3 h 944"/>
                <a:gd name="T28" fmla="*/ 144 w 683"/>
                <a:gd name="T29" fmla="*/ 9 h 944"/>
                <a:gd name="T30" fmla="*/ 144 w 683"/>
                <a:gd name="T31" fmla="*/ 1 h 944"/>
                <a:gd name="T32" fmla="*/ 157 w 683"/>
                <a:gd name="T33" fmla="*/ 0 h 944"/>
                <a:gd name="T34" fmla="*/ 157 w 683"/>
                <a:gd name="T35" fmla="*/ 0 h 944"/>
                <a:gd name="T36" fmla="*/ 176 w 683"/>
                <a:gd name="T37" fmla="*/ 8 h 944"/>
                <a:gd name="T38" fmla="*/ 157 w 683"/>
                <a:gd name="T39" fmla="*/ 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83" h="944">
                  <a:moveTo>
                    <a:pt x="149" y="1"/>
                  </a:moveTo>
                  <a:lnTo>
                    <a:pt x="149" y="1"/>
                  </a:lnTo>
                  <a:lnTo>
                    <a:pt x="683" y="228"/>
                  </a:lnTo>
                  <a:lnTo>
                    <a:pt x="683" y="228"/>
                  </a:lnTo>
                  <a:lnTo>
                    <a:pt x="149" y="1"/>
                  </a:lnTo>
                  <a:moveTo>
                    <a:pt x="144" y="1"/>
                  </a:moveTo>
                  <a:lnTo>
                    <a:pt x="144" y="1"/>
                  </a:lnTo>
                  <a:lnTo>
                    <a:pt x="0" y="944"/>
                  </a:lnTo>
                  <a:lnTo>
                    <a:pt x="0" y="944"/>
                  </a:lnTo>
                  <a:lnTo>
                    <a:pt x="0" y="943"/>
                  </a:lnTo>
                  <a:lnTo>
                    <a:pt x="1" y="943"/>
                  </a:lnTo>
                  <a:lnTo>
                    <a:pt x="5" y="938"/>
                  </a:lnTo>
                  <a:lnTo>
                    <a:pt x="147" y="6"/>
                  </a:lnTo>
                  <a:lnTo>
                    <a:pt x="146" y="3"/>
                  </a:lnTo>
                  <a:lnTo>
                    <a:pt x="144" y="9"/>
                  </a:lnTo>
                  <a:lnTo>
                    <a:pt x="144" y="1"/>
                  </a:lnTo>
                  <a:moveTo>
                    <a:pt x="157" y="0"/>
                  </a:moveTo>
                  <a:lnTo>
                    <a:pt x="157" y="0"/>
                  </a:lnTo>
                  <a:lnTo>
                    <a:pt x="176" y="8"/>
                  </a:lnTo>
                  <a:lnTo>
                    <a:pt x="1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7" name="Freeform 641"/>
            <p:cNvSpPr/>
            <p:nvPr/>
          </p:nvSpPr>
          <p:spPr bwMode="auto">
            <a:xfrm>
              <a:off x="2125726" y="4543462"/>
              <a:ext cx="850900" cy="361950"/>
            </a:xfrm>
            <a:custGeom>
              <a:avLst/>
              <a:gdLst>
                <a:gd name="T0" fmla="*/ 8 w 536"/>
                <a:gd name="T1" fmla="*/ 0 h 228"/>
                <a:gd name="T2" fmla="*/ 0 w 536"/>
                <a:gd name="T3" fmla="*/ 0 h 228"/>
                <a:gd name="T4" fmla="*/ 0 w 536"/>
                <a:gd name="T5" fmla="*/ 1 h 228"/>
                <a:gd name="T6" fmla="*/ 534 w 536"/>
                <a:gd name="T7" fmla="*/ 228 h 228"/>
                <a:gd name="T8" fmla="*/ 536 w 536"/>
                <a:gd name="T9" fmla="*/ 226 h 228"/>
                <a:gd name="T10" fmla="*/ 536 w 536"/>
                <a:gd name="T11" fmla="*/ 224 h 228"/>
                <a:gd name="T12" fmla="*/ 27 w 536"/>
                <a:gd name="T13" fmla="*/ 8 h 228"/>
                <a:gd name="T14" fmla="*/ 8 w 536"/>
                <a:gd name="T1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6" h="228">
                  <a:moveTo>
                    <a:pt x="8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34" y="228"/>
                  </a:lnTo>
                  <a:lnTo>
                    <a:pt x="536" y="226"/>
                  </a:lnTo>
                  <a:lnTo>
                    <a:pt x="536" y="224"/>
                  </a:lnTo>
                  <a:lnTo>
                    <a:pt x="27" y="8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8" name="Freeform 642"/>
            <p:cNvSpPr/>
            <p:nvPr/>
          </p:nvSpPr>
          <p:spPr bwMode="auto">
            <a:xfrm>
              <a:off x="2125726" y="4543462"/>
              <a:ext cx="850900" cy="361950"/>
            </a:xfrm>
            <a:custGeom>
              <a:avLst/>
              <a:gdLst>
                <a:gd name="T0" fmla="*/ 8 w 536"/>
                <a:gd name="T1" fmla="*/ 0 h 228"/>
                <a:gd name="T2" fmla="*/ 0 w 536"/>
                <a:gd name="T3" fmla="*/ 0 h 228"/>
                <a:gd name="T4" fmla="*/ 0 w 536"/>
                <a:gd name="T5" fmla="*/ 1 h 228"/>
                <a:gd name="T6" fmla="*/ 534 w 536"/>
                <a:gd name="T7" fmla="*/ 228 h 228"/>
                <a:gd name="T8" fmla="*/ 536 w 536"/>
                <a:gd name="T9" fmla="*/ 226 h 228"/>
                <a:gd name="T10" fmla="*/ 536 w 536"/>
                <a:gd name="T11" fmla="*/ 224 h 228"/>
                <a:gd name="T12" fmla="*/ 27 w 536"/>
                <a:gd name="T13" fmla="*/ 8 h 228"/>
                <a:gd name="T14" fmla="*/ 8 w 536"/>
                <a:gd name="T1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6" h="228">
                  <a:moveTo>
                    <a:pt x="8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34" y="228"/>
                  </a:lnTo>
                  <a:lnTo>
                    <a:pt x="536" y="226"/>
                  </a:lnTo>
                  <a:lnTo>
                    <a:pt x="536" y="224"/>
                  </a:lnTo>
                  <a:lnTo>
                    <a:pt x="27" y="8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9" name="Freeform 643"/>
            <p:cNvSpPr/>
            <p:nvPr/>
          </p:nvSpPr>
          <p:spPr bwMode="auto">
            <a:xfrm>
              <a:off x="2125726" y="4540287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0" name="Freeform 644"/>
            <p:cNvSpPr/>
            <p:nvPr/>
          </p:nvSpPr>
          <p:spPr bwMode="auto">
            <a:xfrm>
              <a:off x="2125726" y="4540287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1" name="Rectangle 645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2" name="Rectangle 646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3" name="Freeform 647"/>
            <p:cNvSpPr/>
            <p:nvPr/>
          </p:nvSpPr>
          <p:spPr bwMode="auto">
            <a:xfrm>
              <a:off x="2125726" y="4537112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4" name="Freeform 648"/>
            <p:cNvSpPr/>
            <p:nvPr/>
          </p:nvSpPr>
          <p:spPr bwMode="auto">
            <a:xfrm>
              <a:off x="2125726" y="4537112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5" name="Freeform 649"/>
            <p:cNvSpPr/>
            <p:nvPr/>
          </p:nvSpPr>
          <p:spPr bwMode="auto">
            <a:xfrm>
              <a:off x="2120964" y="4543462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6" name="Freeform 650"/>
            <p:cNvSpPr/>
            <p:nvPr/>
          </p:nvSpPr>
          <p:spPr bwMode="auto">
            <a:xfrm>
              <a:off x="2120964" y="4543462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7" name="Freeform 651"/>
            <p:cNvSpPr/>
            <p:nvPr/>
          </p:nvSpPr>
          <p:spPr bwMode="auto">
            <a:xfrm>
              <a:off x="212413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8" name="Freeform 652"/>
            <p:cNvSpPr/>
            <p:nvPr/>
          </p:nvSpPr>
          <p:spPr bwMode="auto">
            <a:xfrm>
              <a:off x="212413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9" name="Freeform 653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0" name="Freeform 654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1" name="Rectangle 655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2" name="Rectangle 656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3" name="Rectangle 657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4" name="Rectangle 658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5" name="Rectangle 659"/>
            <p:cNvSpPr>
              <a:spLocks noChangeArrowheads="1"/>
            </p:cNvSpPr>
            <p:nvPr/>
          </p:nvSpPr>
          <p:spPr bwMode="auto">
            <a:xfrm>
              <a:off x="2117789" y="454028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6" name="Rectangle 660"/>
            <p:cNvSpPr>
              <a:spLocks noChangeArrowheads="1"/>
            </p:cNvSpPr>
            <p:nvPr/>
          </p:nvSpPr>
          <p:spPr bwMode="auto">
            <a:xfrm>
              <a:off x="2117789" y="454028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7" name="Rectangle 661"/>
            <p:cNvSpPr>
              <a:spLocks noChangeArrowheads="1"/>
            </p:cNvSpPr>
            <p:nvPr/>
          </p:nvSpPr>
          <p:spPr bwMode="auto">
            <a:xfrm>
              <a:off x="2125726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8" name="Rectangle 662"/>
            <p:cNvSpPr>
              <a:spLocks noChangeArrowheads="1"/>
            </p:cNvSpPr>
            <p:nvPr/>
          </p:nvSpPr>
          <p:spPr bwMode="auto">
            <a:xfrm>
              <a:off x="2125726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9" name="Freeform 663"/>
            <p:cNvSpPr/>
            <p:nvPr/>
          </p:nvSpPr>
          <p:spPr bwMode="auto">
            <a:xfrm flipH="1">
              <a:off x="2125726" y="4538700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0" name="Freeform 664"/>
            <p:cNvSpPr/>
            <p:nvPr/>
          </p:nvSpPr>
          <p:spPr bwMode="auto">
            <a:xfrm flipH="1">
              <a:off x="2125726" y="4538700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1" name="Freeform 665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2" name="Freeform 666"/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3" name="Freeform 667"/>
            <p:cNvSpPr>
              <a:spLocks noEditPoints="1"/>
            </p:cNvSpPr>
            <p:nvPr/>
          </p:nvSpPr>
          <p:spPr bwMode="auto">
            <a:xfrm>
              <a:off x="2117789" y="4538700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4" name="Freeform 668"/>
            <p:cNvSpPr>
              <a:spLocks noEditPoints="1"/>
            </p:cNvSpPr>
            <p:nvPr/>
          </p:nvSpPr>
          <p:spPr bwMode="auto">
            <a:xfrm>
              <a:off x="2117789" y="4538700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5" name="Freeform 669"/>
            <p:cNvSpPr/>
            <p:nvPr/>
          </p:nvSpPr>
          <p:spPr bwMode="auto">
            <a:xfrm>
              <a:off x="2976626" y="4899062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6" name="Freeform 670"/>
            <p:cNvSpPr/>
            <p:nvPr/>
          </p:nvSpPr>
          <p:spPr bwMode="auto">
            <a:xfrm>
              <a:off x="2976626" y="4899062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7" name="Freeform 671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8" name="Freeform 672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9" name="Freeform 673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0" name="Freeform 674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1" name="Freeform 675"/>
            <p:cNvSpPr/>
            <p:nvPr/>
          </p:nvSpPr>
          <p:spPr bwMode="auto">
            <a:xfrm>
              <a:off x="2117789" y="454346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2" name="Freeform 676"/>
            <p:cNvSpPr/>
            <p:nvPr/>
          </p:nvSpPr>
          <p:spPr bwMode="auto">
            <a:xfrm>
              <a:off x="2117789" y="454346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3" name="Freeform 677"/>
            <p:cNvSpPr/>
            <p:nvPr/>
          </p:nvSpPr>
          <p:spPr bwMode="auto">
            <a:xfrm>
              <a:off x="211778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4" name="Freeform 678"/>
            <p:cNvSpPr/>
            <p:nvPr/>
          </p:nvSpPr>
          <p:spPr bwMode="auto">
            <a:xfrm>
              <a:off x="211778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5" name="Rectangle 679"/>
            <p:cNvSpPr>
              <a:spLocks noChangeArrowheads="1"/>
            </p:cNvSpPr>
            <p:nvPr/>
          </p:nvSpPr>
          <p:spPr bwMode="auto">
            <a:xfrm>
              <a:off x="2125726" y="45371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6" name="Rectangle 680"/>
            <p:cNvSpPr>
              <a:spLocks noChangeArrowheads="1"/>
            </p:cNvSpPr>
            <p:nvPr/>
          </p:nvSpPr>
          <p:spPr bwMode="auto">
            <a:xfrm>
              <a:off x="2125726" y="45371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7" name="Freeform 681"/>
            <p:cNvSpPr/>
            <p:nvPr/>
          </p:nvSpPr>
          <p:spPr bwMode="auto">
            <a:xfrm>
              <a:off x="2119376" y="4543462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8" name="Freeform 682"/>
            <p:cNvSpPr/>
            <p:nvPr/>
          </p:nvSpPr>
          <p:spPr bwMode="auto">
            <a:xfrm>
              <a:off x="2119376" y="4543462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9" name="Freeform 683"/>
            <p:cNvSpPr/>
            <p:nvPr/>
          </p:nvSpPr>
          <p:spPr bwMode="auto">
            <a:xfrm>
              <a:off x="2120964" y="4543462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0" name="Freeform 684"/>
            <p:cNvSpPr/>
            <p:nvPr/>
          </p:nvSpPr>
          <p:spPr bwMode="auto">
            <a:xfrm>
              <a:off x="2120964" y="4543462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1" name="Rectangle 685"/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2" name="Rectangle 686"/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3" name="Rectangle 687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4" name="Rectangle 688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5" name="Rectangle 689"/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6" name="Rectangle 690"/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7" name="Rectangle 691"/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8" name="Freeform 692"/>
            <p:cNvSpPr/>
            <p:nvPr/>
          </p:nvSpPr>
          <p:spPr bwMode="auto">
            <a:xfrm flipH="1">
              <a:off x="2122551" y="45434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9" name="Rectangle 693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0" name="Rectangle 694"/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1" name="Rectangle 695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2" name="Rectangle 696"/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3" name="Freeform 697"/>
            <p:cNvSpPr/>
            <p:nvPr/>
          </p:nvSpPr>
          <p:spPr bwMode="auto">
            <a:xfrm>
              <a:off x="2117789" y="454028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4" name="Freeform 698"/>
            <p:cNvSpPr/>
            <p:nvPr/>
          </p:nvSpPr>
          <p:spPr bwMode="auto">
            <a:xfrm>
              <a:off x="2117789" y="454028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5" name="Freeform 699"/>
            <p:cNvSpPr/>
            <p:nvPr/>
          </p:nvSpPr>
          <p:spPr bwMode="auto">
            <a:xfrm flipH="1">
              <a:off x="2125726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6" name="Freeform 700"/>
            <p:cNvSpPr/>
            <p:nvPr/>
          </p:nvSpPr>
          <p:spPr bwMode="auto">
            <a:xfrm flipH="1">
              <a:off x="2125726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7" name="Freeform 701"/>
            <p:cNvSpPr/>
            <p:nvPr/>
          </p:nvSpPr>
          <p:spPr bwMode="auto">
            <a:xfrm>
              <a:off x="2122551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8" name="Freeform 702"/>
            <p:cNvSpPr/>
            <p:nvPr/>
          </p:nvSpPr>
          <p:spPr bwMode="auto">
            <a:xfrm>
              <a:off x="2122551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9" name="Rectangle 703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0" name="Rectangle 704"/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1" name="Rectangle 705"/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2" name="Freeform 706"/>
            <p:cNvSpPr/>
            <p:nvPr/>
          </p:nvSpPr>
          <p:spPr bwMode="auto">
            <a:xfrm>
              <a:off x="2120964" y="4543462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3" name="Freeform 707"/>
            <p:cNvSpPr/>
            <p:nvPr/>
          </p:nvSpPr>
          <p:spPr bwMode="auto">
            <a:xfrm>
              <a:off x="2119376" y="4541875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4" name="Freeform 708"/>
            <p:cNvSpPr/>
            <p:nvPr/>
          </p:nvSpPr>
          <p:spPr bwMode="auto">
            <a:xfrm>
              <a:off x="2119376" y="4541875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5" name="Freeform 709"/>
            <p:cNvSpPr/>
            <p:nvPr/>
          </p:nvSpPr>
          <p:spPr bwMode="auto">
            <a:xfrm>
              <a:off x="2117789" y="4538700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6" name="Freeform 710"/>
            <p:cNvSpPr/>
            <p:nvPr/>
          </p:nvSpPr>
          <p:spPr bwMode="auto">
            <a:xfrm>
              <a:off x="2117789" y="4538700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7" name="Freeform 711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8" name="Freeform 712"/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9" name="Freeform 713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0" name="Freeform 714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1" name="Freeform 715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2" name="Freeform 716"/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3" name="Rectangle 717"/>
            <p:cNvSpPr>
              <a:spLocks noChangeArrowheads="1"/>
            </p:cNvSpPr>
            <p:nvPr/>
          </p:nvSpPr>
          <p:spPr bwMode="auto">
            <a:xfrm>
              <a:off x="2125726" y="45387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4" name="Freeform 718"/>
            <p:cNvSpPr/>
            <p:nvPr/>
          </p:nvSpPr>
          <p:spPr bwMode="auto">
            <a:xfrm flipH="1">
              <a:off x="2125726" y="453870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5" name="Freeform 719"/>
            <p:cNvSpPr/>
            <p:nvPr/>
          </p:nvSpPr>
          <p:spPr bwMode="auto">
            <a:xfrm>
              <a:off x="2117789" y="45339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6" name="Freeform 720"/>
            <p:cNvSpPr/>
            <p:nvPr/>
          </p:nvSpPr>
          <p:spPr bwMode="auto">
            <a:xfrm>
              <a:off x="2117789" y="45339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7" name="Freeform 721"/>
            <p:cNvSpPr/>
            <p:nvPr/>
          </p:nvSpPr>
          <p:spPr bwMode="auto">
            <a:xfrm>
              <a:off x="2117789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8" name="Freeform 722"/>
            <p:cNvSpPr/>
            <p:nvPr/>
          </p:nvSpPr>
          <p:spPr bwMode="auto">
            <a:xfrm>
              <a:off x="2117789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9" name="Freeform 723"/>
            <p:cNvSpPr/>
            <p:nvPr/>
          </p:nvSpPr>
          <p:spPr bwMode="auto">
            <a:xfrm>
              <a:off x="2117789" y="45355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0" name="Freeform 724"/>
            <p:cNvSpPr/>
            <p:nvPr/>
          </p:nvSpPr>
          <p:spPr bwMode="auto">
            <a:xfrm>
              <a:off x="2117789" y="45355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1" name="Freeform 725"/>
            <p:cNvSpPr/>
            <p:nvPr/>
          </p:nvSpPr>
          <p:spPr bwMode="auto">
            <a:xfrm>
              <a:off x="2119376" y="4533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2" name="Freeform 726"/>
            <p:cNvSpPr/>
            <p:nvPr/>
          </p:nvSpPr>
          <p:spPr bwMode="auto">
            <a:xfrm>
              <a:off x="2119376" y="4533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3" name="Rectangle 727"/>
            <p:cNvSpPr>
              <a:spLocks noChangeArrowheads="1"/>
            </p:cNvSpPr>
            <p:nvPr/>
          </p:nvSpPr>
          <p:spPr bwMode="auto">
            <a:xfrm>
              <a:off x="2119376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4" name="Freeform 728"/>
            <p:cNvSpPr/>
            <p:nvPr/>
          </p:nvSpPr>
          <p:spPr bwMode="auto">
            <a:xfrm>
              <a:off x="2119376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5" name="Freeform 729"/>
            <p:cNvSpPr/>
            <p:nvPr/>
          </p:nvSpPr>
          <p:spPr bwMode="auto">
            <a:xfrm>
              <a:off x="2120964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6" name="Freeform 730"/>
            <p:cNvSpPr/>
            <p:nvPr/>
          </p:nvSpPr>
          <p:spPr bwMode="auto">
            <a:xfrm>
              <a:off x="2120964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7" name="Freeform 731"/>
            <p:cNvSpPr/>
            <p:nvPr/>
          </p:nvSpPr>
          <p:spPr bwMode="auto">
            <a:xfrm>
              <a:off x="2117789" y="4535525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8" name="Freeform 732"/>
            <p:cNvSpPr/>
            <p:nvPr/>
          </p:nvSpPr>
          <p:spPr bwMode="auto">
            <a:xfrm>
              <a:off x="2117789" y="4535525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9" name="Freeform 733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0" name="Freeform 734"/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1" name="Freeform 735"/>
            <p:cNvSpPr/>
            <p:nvPr/>
          </p:nvSpPr>
          <p:spPr bwMode="auto">
            <a:xfrm>
              <a:off x="2976626" y="48990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2 h 2"/>
                <a:gd name="T4" fmla="*/ 0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2" name="Freeform 736"/>
            <p:cNvSpPr/>
            <p:nvPr/>
          </p:nvSpPr>
          <p:spPr bwMode="auto">
            <a:xfrm>
              <a:off x="2976626" y="48990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2 h 2"/>
                <a:gd name="T4" fmla="*/ 0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3" name="Freeform 737"/>
            <p:cNvSpPr/>
            <p:nvPr/>
          </p:nvSpPr>
          <p:spPr bwMode="auto">
            <a:xfrm>
              <a:off x="2976626" y="4900650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4" name="Freeform 738"/>
            <p:cNvSpPr/>
            <p:nvPr/>
          </p:nvSpPr>
          <p:spPr bwMode="auto">
            <a:xfrm>
              <a:off x="2976626" y="4900650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5" name="Rectangle 739"/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6" name="Rectangle 740"/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7" name="Rectangle 741"/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8" name="Freeform 742"/>
            <p:cNvSpPr/>
            <p:nvPr/>
          </p:nvSpPr>
          <p:spPr bwMode="auto">
            <a:xfrm flipH="1">
              <a:off x="2984564" y="490541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9" name="Freeform 743"/>
            <p:cNvSpPr/>
            <p:nvPr/>
          </p:nvSpPr>
          <p:spPr bwMode="auto">
            <a:xfrm>
              <a:off x="2982976" y="490541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0" name="Freeform 744"/>
            <p:cNvSpPr/>
            <p:nvPr/>
          </p:nvSpPr>
          <p:spPr bwMode="auto">
            <a:xfrm>
              <a:off x="2982976" y="490541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1" name="Rectangle 745"/>
            <p:cNvSpPr>
              <a:spLocks noChangeArrowheads="1"/>
            </p:cNvSpPr>
            <p:nvPr/>
          </p:nvSpPr>
          <p:spPr bwMode="auto">
            <a:xfrm>
              <a:off x="2982976" y="49070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2" name="Rectangle 746"/>
            <p:cNvSpPr>
              <a:spLocks noChangeArrowheads="1"/>
            </p:cNvSpPr>
            <p:nvPr/>
          </p:nvSpPr>
          <p:spPr bwMode="auto">
            <a:xfrm>
              <a:off x="2982976" y="49070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3" name="Freeform 747"/>
            <p:cNvSpPr/>
            <p:nvPr/>
          </p:nvSpPr>
          <p:spPr bwMode="auto">
            <a:xfrm>
              <a:off x="2982976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1 h 2"/>
                <a:gd name="T10" fmla="*/ 1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4" name="Freeform 748"/>
            <p:cNvSpPr/>
            <p:nvPr/>
          </p:nvSpPr>
          <p:spPr bwMode="auto">
            <a:xfrm>
              <a:off x="2982976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1 h 2"/>
                <a:gd name="T10" fmla="*/ 1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5" name="Rectangle 749"/>
            <p:cNvSpPr>
              <a:spLocks noChangeArrowheads="1"/>
            </p:cNvSpPr>
            <p:nvPr/>
          </p:nvSpPr>
          <p:spPr bwMode="auto">
            <a:xfrm>
              <a:off x="2982976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6" name="Freeform 750"/>
            <p:cNvSpPr/>
            <p:nvPr/>
          </p:nvSpPr>
          <p:spPr bwMode="auto">
            <a:xfrm flipH="1">
              <a:off x="298297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7" name="Freeform 751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8" name="Freeform 752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9" name="Freeform 753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0" name="Freeform 754"/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1" name="Freeform 755"/>
            <p:cNvSpPr/>
            <p:nvPr/>
          </p:nvSpPr>
          <p:spPr bwMode="auto">
            <a:xfrm>
              <a:off x="1890776" y="4905412"/>
              <a:ext cx="1084263" cy="1135063"/>
            </a:xfrm>
            <a:custGeom>
              <a:avLst/>
              <a:gdLst>
                <a:gd name="T0" fmla="*/ 682 w 683"/>
                <a:gd name="T1" fmla="*/ 0 h 715"/>
                <a:gd name="T2" fmla="*/ 682 w 683"/>
                <a:gd name="T3" fmla="*/ 0 h 715"/>
                <a:gd name="T4" fmla="*/ 4 w 683"/>
                <a:gd name="T5" fmla="*/ 710 h 715"/>
                <a:gd name="T6" fmla="*/ 0 w 683"/>
                <a:gd name="T7" fmla="*/ 715 h 715"/>
                <a:gd name="T8" fmla="*/ 6 w 683"/>
                <a:gd name="T9" fmla="*/ 715 h 715"/>
                <a:gd name="T10" fmla="*/ 6 w 683"/>
                <a:gd name="T11" fmla="*/ 715 h 715"/>
                <a:gd name="T12" fmla="*/ 6 w 683"/>
                <a:gd name="T13" fmla="*/ 715 h 715"/>
                <a:gd name="T14" fmla="*/ 29 w 683"/>
                <a:gd name="T15" fmla="*/ 691 h 715"/>
                <a:gd name="T16" fmla="*/ 681 w 683"/>
                <a:gd name="T17" fmla="*/ 8 h 715"/>
                <a:gd name="T18" fmla="*/ 683 w 683"/>
                <a:gd name="T19" fmla="*/ 1 h 715"/>
                <a:gd name="T20" fmla="*/ 682 w 683"/>
                <a:gd name="T21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3" h="715">
                  <a:moveTo>
                    <a:pt x="682" y="0"/>
                  </a:moveTo>
                  <a:lnTo>
                    <a:pt x="682" y="0"/>
                  </a:lnTo>
                  <a:lnTo>
                    <a:pt x="4" y="710"/>
                  </a:lnTo>
                  <a:lnTo>
                    <a:pt x="0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29" y="691"/>
                  </a:lnTo>
                  <a:lnTo>
                    <a:pt x="681" y="8"/>
                  </a:lnTo>
                  <a:lnTo>
                    <a:pt x="683" y="1"/>
                  </a:lnTo>
                  <a:lnTo>
                    <a:pt x="68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2" name="Freeform 756"/>
            <p:cNvSpPr/>
            <p:nvPr/>
          </p:nvSpPr>
          <p:spPr bwMode="auto">
            <a:xfrm>
              <a:off x="1890776" y="4905412"/>
              <a:ext cx="1084263" cy="1135063"/>
            </a:xfrm>
            <a:custGeom>
              <a:avLst/>
              <a:gdLst>
                <a:gd name="T0" fmla="*/ 682 w 683"/>
                <a:gd name="T1" fmla="*/ 0 h 715"/>
                <a:gd name="T2" fmla="*/ 682 w 683"/>
                <a:gd name="T3" fmla="*/ 0 h 715"/>
                <a:gd name="T4" fmla="*/ 4 w 683"/>
                <a:gd name="T5" fmla="*/ 710 h 715"/>
                <a:gd name="T6" fmla="*/ 0 w 683"/>
                <a:gd name="T7" fmla="*/ 715 h 715"/>
                <a:gd name="T8" fmla="*/ 6 w 683"/>
                <a:gd name="T9" fmla="*/ 715 h 715"/>
                <a:gd name="T10" fmla="*/ 6 w 683"/>
                <a:gd name="T11" fmla="*/ 715 h 715"/>
                <a:gd name="T12" fmla="*/ 6 w 683"/>
                <a:gd name="T13" fmla="*/ 715 h 715"/>
                <a:gd name="T14" fmla="*/ 29 w 683"/>
                <a:gd name="T15" fmla="*/ 691 h 715"/>
                <a:gd name="T16" fmla="*/ 681 w 683"/>
                <a:gd name="T17" fmla="*/ 8 h 715"/>
                <a:gd name="T18" fmla="*/ 683 w 683"/>
                <a:gd name="T19" fmla="*/ 1 h 715"/>
                <a:gd name="T20" fmla="*/ 682 w 683"/>
                <a:gd name="T21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3" h="715">
                  <a:moveTo>
                    <a:pt x="682" y="0"/>
                  </a:moveTo>
                  <a:lnTo>
                    <a:pt x="682" y="0"/>
                  </a:lnTo>
                  <a:lnTo>
                    <a:pt x="4" y="710"/>
                  </a:lnTo>
                  <a:lnTo>
                    <a:pt x="0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29" y="691"/>
                  </a:lnTo>
                  <a:lnTo>
                    <a:pt x="681" y="8"/>
                  </a:lnTo>
                  <a:lnTo>
                    <a:pt x="683" y="1"/>
                  </a:lnTo>
                  <a:lnTo>
                    <a:pt x="68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3" name="Freeform 757"/>
            <p:cNvSpPr/>
            <p:nvPr/>
          </p:nvSpPr>
          <p:spPr bwMode="auto">
            <a:xfrm>
              <a:off x="2973451" y="4902237"/>
              <a:ext cx="3175" cy="476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1 h 3"/>
                <a:gd name="T8" fmla="*/ 1 w 2"/>
                <a:gd name="T9" fmla="*/ 1 h 3"/>
                <a:gd name="T10" fmla="*/ 2 w 2"/>
                <a:gd name="T11" fmla="*/ 0 h 3"/>
                <a:gd name="T12" fmla="*/ 2 w 2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4" name="Freeform 758"/>
            <p:cNvSpPr/>
            <p:nvPr/>
          </p:nvSpPr>
          <p:spPr bwMode="auto">
            <a:xfrm>
              <a:off x="2973451" y="4902237"/>
              <a:ext cx="3175" cy="476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1 h 3"/>
                <a:gd name="T8" fmla="*/ 1 w 2"/>
                <a:gd name="T9" fmla="*/ 1 h 3"/>
                <a:gd name="T10" fmla="*/ 2 w 2"/>
                <a:gd name="T11" fmla="*/ 0 h 3"/>
                <a:gd name="T12" fmla="*/ 2 w 2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5" name="Rectangle 759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6" name="Rectangle 760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7" name="Rectangle 761"/>
            <p:cNvSpPr>
              <a:spLocks noChangeArrowheads="1"/>
            </p:cNvSpPr>
            <p:nvPr/>
          </p:nvSpPr>
          <p:spPr bwMode="auto">
            <a:xfrm>
              <a:off x="1889189" y="60420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8" name="Freeform 762"/>
            <p:cNvSpPr/>
            <p:nvPr/>
          </p:nvSpPr>
          <p:spPr bwMode="auto">
            <a:xfrm flipH="1">
              <a:off x="1889189" y="60420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9" name="Freeform 763"/>
            <p:cNvSpPr/>
            <p:nvPr/>
          </p:nvSpPr>
          <p:spPr bwMode="auto">
            <a:xfrm>
              <a:off x="2975039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0" name="Freeform 764"/>
            <p:cNvSpPr/>
            <p:nvPr/>
          </p:nvSpPr>
          <p:spPr bwMode="auto">
            <a:xfrm>
              <a:off x="2975039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1" name="Rectangle 765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2" name="Rectangle 766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3" name="Rectangle 767"/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4" name="Freeform 768"/>
            <p:cNvSpPr/>
            <p:nvPr/>
          </p:nvSpPr>
          <p:spPr bwMode="auto">
            <a:xfrm flipH="1">
              <a:off x="2976626" y="49022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5" name="Freeform 769"/>
            <p:cNvSpPr/>
            <p:nvPr/>
          </p:nvSpPr>
          <p:spPr bwMode="auto">
            <a:xfrm>
              <a:off x="2971864" y="4907000"/>
              <a:ext cx="4763" cy="11113"/>
            </a:xfrm>
            <a:custGeom>
              <a:avLst/>
              <a:gdLst>
                <a:gd name="T0" fmla="*/ 2 w 3"/>
                <a:gd name="T1" fmla="*/ 0 h 7"/>
                <a:gd name="T2" fmla="*/ 0 w 3"/>
                <a:gd name="T3" fmla="*/ 7 h 7"/>
                <a:gd name="T4" fmla="*/ 2 w 3"/>
                <a:gd name="T5" fmla="*/ 5 h 7"/>
                <a:gd name="T6" fmla="*/ 3 w 3"/>
                <a:gd name="T7" fmla="*/ 0 h 7"/>
                <a:gd name="T8" fmla="*/ 2 w 3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2" y="0"/>
                  </a:moveTo>
                  <a:lnTo>
                    <a:pt x="0" y="7"/>
                  </a:lnTo>
                  <a:lnTo>
                    <a:pt x="2" y="5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6" name="Freeform 770"/>
            <p:cNvSpPr/>
            <p:nvPr/>
          </p:nvSpPr>
          <p:spPr bwMode="auto">
            <a:xfrm>
              <a:off x="2971864" y="4907000"/>
              <a:ext cx="4763" cy="11113"/>
            </a:xfrm>
            <a:custGeom>
              <a:avLst/>
              <a:gdLst>
                <a:gd name="T0" fmla="*/ 2 w 3"/>
                <a:gd name="T1" fmla="*/ 0 h 7"/>
                <a:gd name="T2" fmla="*/ 0 w 3"/>
                <a:gd name="T3" fmla="*/ 7 h 7"/>
                <a:gd name="T4" fmla="*/ 2 w 3"/>
                <a:gd name="T5" fmla="*/ 5 h 7"/>
                <a:gd name="T6" fmla="*/ 3 w 3"/>
                <a:gd name="T7" fmla="*/ 0 h 7"/>
                <a:gd name="T8" fmla="*/ 2 w 3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2" y="0"/>
                  </a:moveTo>
                  <a:lnTo>
                    <a:pt x="0" y="7"/>
                  </a:lnTo>
                  <a:lnTo>
                    <a:pt x="2" y="5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7" name="Freeform 771"/>
            <p:cNvSpPr/>
            <p:nvPr/>
          </p:nvSpPr>
          <p:spPr bwMode="auto">
            <a:xfrm>
              <a:off x="2975039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8" name="Freeform 772"/>
            <p:cNvSpPr/>
            <p:nvPr/>
          </p:nvSpPr>
          <p:spPr bwMode="auto">
            <a:xfrm>
              <a:off x="2975039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774"/>
            <p:cNvSpPr/>
            <p:nvPr/>
          </p:nvSpPr>
          <p:spPr bwMode="auto">
            <a:xfrm>
              <a:off x="2975039" y="4907000"/>
              <a:ext cx="4762" cy="7938"/>
            </a:xfrm>
            <a:custGeom>
              <a:avLst/>
              <a:gdLst>
                <a:gd name="T0" fmla="*/ 1 w 3"/>
                <a:gd name="T1" fmla="*/ 0 h 5"/>
                <a:gd name="T2" fmla="*/ 0 w 3"/>
                <a:gd name="T3" fmla="*/ 5 h 5"/>
                <a:gd name="T4" fmla="*/ 3 w 3"/>
                <a:gd name="T5" fmla="*/ 2 h 5"/>
                <a:gd name="T6" fmla="*/ 1 w 3"/>
                <a:gd name="T7" fmla="*/ 0 h 5"/>
                <a:gd name="T8" fmla="*/ 1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0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775"/>
            <p:cNvSpPr/>
            <p:nvPr/>
          </p:nvSpPr>
          <p:spPr bwMode="auto">
            <a:xfrm>
              <a:off x="2975039" y="4907000"/>
              <a:ext cx="4762" cy="7938"/>
            </a:xfrm>
            <a:custGeom>
              <a:avLst/>
              <a:gdLst>
                <a:gd name="T0" fmla="*/ 1 w 3"/>
                <a:gd name="T1" fmla="*/ 0 h 5"/>
                <a:gd name="T2" fmla="*/ 0 w 3"/>
                <a:gd name="T3" fmla="*/ 5 h 5"/>
                <a:gd name="T4" fmla="*/ 3 w 3"/>
                <a:gd name="T5" fmla="*/ 2 h 5"/>
                <a:gd name="T6" fmla="*/ 1 w 3"/>
                <a:gd name="T7" fmla="*/ 0 h 5"/>
                <a:gd name="T8" fmla="*/ 1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0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776"/>
            <p:cNvSpPr/>
            <p:nvPr/>
          </p:nvSpPr>
          <p:spPr bwMode="auto">
            <a:xfrm flipH="1">
              <a:off x="297662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Freeform 777"/>
            <p:cNvSpPr/>
            <p:nvPr/>
          </p:nvSpPr>
          <p:spPr bwMode="auto">
            <a:xfrm flipH="1">
              <a:off x="297662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778"/>
            <p:cNvSpPr>
              <a:spLocks noEditPoints="1"/>
            </p:cNvSpPr>
            <p:nvPr/>
          </p:nvSpPr>
          <p:spPr bwMode="auto">
            <a:xfrm>
              <a:off x="2976626" y="4903825"/>
              <a:ext cx="6350" cy="3175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2 h 2"/>
                <a:gd name="T4" fmla="*/ 4 w 4"/>
                <a:gd name="T5" fmla="*/ 2 h 2"/>
                <a:gd name="T6" fmla="*/ 4 w 4"/>
                <a:gd name="T7" fmla="*/ 2 h 2"/>
                <a:gd name="T8" fmla="*/ 0 w 4"/>
                <a:gd name="T9" fmla="*/ 0 h 2"/>
                <a:gd name="T10" fmla="*/ 0 w 4"/>
                <a:gd name="T11" fmla="*/ 0 h 2"/>
                <a:gd name="T12" fmla="*/ 0 w 4"/>
                <a:gd name="T13" fmla="*/ 1 h 2"/>
                <a:gd name="T14" fmla="*/ 0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779"/>
            <p:cNvSpPr>
              <a:spLocks noEditPoints="1"/>
            </p:cNvSpPr>
            <p:nvPr/>
          </p:nvSpPr>
          <p:spPr bwMode="auto">
            <a:xfrm>
              <a:off x="2976626" y="4903825"/>
              <a:ext cx="6350" cy="3175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2 h 2"/>
                <a:gd name="T4" fmla="*/ 4 w 4"/>
                <a:gd name="T5" fmla="*/ 2 h 2"/>
                <a:gd name="T6" fmla="*/ 4 w 4"/>
                <a:gd name="T7" fmla="*/ 2 h 2"/>
                <a:gd name="T8" fmla="*/ 0 w 4"/>
                <a:gd name="T9" fmla="*/ 0 h 2"/>
                <a:gd name="T10" fmla="*/ 0 w 4"/>
                <a:gd name="T11" fmla="*/ 0 h 2"/>
                <a:gd name="T12" fmla="*/ 0 w 4"/>
                <a:gd name="T13" fmla="*/ 1 h 2"/>
                <a:gd name="T14" fmla="*/ 0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780"/>
            <p:cNvSpPr>
              <a:spLocks noEditPoints="1"/>
            </p:cNvSpPr>
            <p:nvPr/>
          </p:nvSpPr>
          <p:spPr bwMode="auto">
            <a:xfrm>
              <a:off x="2976626" y="4903825"/>
              <a:ext cx="7937" cy="6350"/>
            </a:xfrm>
            <a:custGeom>
              <a:avLst/>
              <a:gdLst>
                <a:gd name="T0" fmla="*/ 0 w 5"/>
                <a:gd name="T1" fmla="*/ 2 h 4"/>
                <a:gd name="T2" fmla="*/ 2 w 5"/>
                <a:gd name="T3" fmla="*/ 4 h 4"/>
                <a:gd name="T4" fmla="*/ 3 w 5"/>
                <a:gd name="T5" fmla="*/ 3 h 4"/>
                <a:gd name="T6" fmla="*/ 0 w 5"/>
                <a:gd name="T7" fmla="*/ 2 h 4"/>
                <a:gd name="T8" fmla="*/ 4 w 5"/>
                <a:gd name="T9" fmla="*/ 0 h 4"/>
                <a:gd name="T10" fmla="*/ 4 w 5"/>
                <a:gd name="T11" fmla="*/ 1 h 4"/>
                <a:gd name="T12" fmla="*/ 5 w 5"/>
                <a:gd name="T13" fmla="*/ 0 h 4"/>
                <a:gd name="T14" fmla="*/ 4 w 5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lnTo>
                    <a:pt x="2" y="4"/>
                  </a:lnTo>
                  <a:lnTo>
                    <a:pt x="3" y="3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4" y="1"/>
                  </a:lnTo>
                  <a:lnTo>
                    <a:pt x="5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781"/>
            <p:cNvSpPr>
              <a:spLocks noEditPoints="1"/>
            </p:cNvSpPr>
            <p:nvPr/>
          </p:nvSpPr>
          <p:spPr bwMode="auto">
            <a:xfrm>
              <a:off x="2976626" y="4903825"/>
              <a:ext cx="7937" cy="6350"/>
            </a:xfrm>
            <a:custGeom>
              <a:avLst/>
              <a:gdLst>
                <a:gd name="T0" fmla="*/ 0 w 5"/>
                <a:gd name="T1" fmla="*/ 2 h 4"/>
                <a:gd name="T2" fmla="*/ 2 w 5"/>
                <a:gd name="T3" fmla="*/ 4 h 4"/>
                <a:gd name="T4" fmla="*/ 3 w 5"/>
                <a:gd name="T5" fmla="*/ 3 h 4"/>
                <a:gd name="T6" fmla="*/ 0 w 5"/>
                <a:gd name="T7" fmla="*/ 2 h 4"/>
                <a:gd name="T8" fmla="*/ 4 w 5"/>
                <a:gd name="T9" fmla="*/ 0 h 4"/>
                <a:gd name="T10" fmla="*/ 4 w 5"/>
                <a:gd name="T11" fmla="*/ 1 h 4"/>
                <a:gd name="T12" fmla="*/ 5 w 5"/>
                <a:gd name="T13" fmla="*/ 0 h 4"/>
                <a:gd name="T14" fmla="*/ 4 w 5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lnTo>
                    <a:pt x="2" y="4"/>
                  </a:lnTo>
                  <a:lnTo>
                    <a:pt x="3" y="3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4" y="1"/>
                  </a:lnTo>
                  <a:lnTo>
                    <a:pt x="5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782"/>
            <p:cNvSpPr/>
            <p:nvPr/>
          </p:nvSpPr>
          <p:spPr bwMode="auto">
            <a:xfrm>
              <a:off x="2976626" y="490065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0 w 4"/>
                <a:gd name="T5" fmla="*/ 1 h 5"/>
                <a:gd name="T6" fmla="*/ 0 w 4"/>
                <a:gd name="T7" fmla="*/ 1 h 5"/>
                <a:gd name="T8" fmla="*/ 0 w 4"/>
                <a:gd name="T9" fmla="*/ 2 h 5"/>
                <a:gd name="T10" fmla="*/ 2 w 4"/>
                <a:gd name="T11" fmla="*/ 2 h 5"/>
                <a:gd name="T12" fmla="*/ 0 w 4"/>
                <a:gd name="T13" fmla="*/ 2 h 5"/>
                <a:gd name="T14" fmla="*/ 0 w 4"/>
                <a:gd name="T15" fmla="*/ 2 h 5"/>
                <a:gd name="T16" fmla="*/ 0 w 4"/>
                <a:gd name="T17" fmla="*/ 3 h 5"/>
                <a:gd name="T18" fmla="*/ 0 w 4"/>
                <a:gd name="T19" fmla="*/ 4 h 5"/>
                <a:gd name="T20" fmla="*/ 2 w 4"/>
                <a:gd name="T21" fmla="*/ 2 h 5"/>
                <a:gd name="T22" fmla="*/ 0 w 4"/>
                <a:gd name="T23" fmla="*/ 4 h 5"/>
                <a:gd name="T24" fmla="*/ 0 w 4"/>
                <a:gd name="T25" fmla="*/ 4 h 5"/>
                <a:gd name="T26" fmla="*/ 3 w 4"/>
                <a:gd name="T27" fmla="*/ 5 h 5"/>
                <a:gd name="T28" fmla="*/ 4 w 4"/>
                <a:gd name="T29" fmla="*/ 4 h 5"/>
                <a:gd name="T30" fmla="*/ 4 w 4"/>
                <a:gd name="T31" fmla="*/ 4 h 5"/>
                <a:gd name="T32" fmla="*/ 4 w 4"/>
                <a:gd name="T33" fmla="*/ 3 h 5"/>
                <a:gd name="T34" fmla="*/ 4 w 4"/>
                <a:gd name="T35" fmla="*/ 2 h 5"/>
                <a:gd name="T36" fmla="*/ 4 w 4"/>
                <a:gd name="T37" fmla="*/ 1 h 5"/>
                <a:gd name="T38" fmla="*/ 3 w 4"/>
                <a:gd name="T39" fmla="*/ 0 h 5"/>
                <a:gd name="T40" fmla="*/ 2 w 4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783"/>
            <p:cNvSpPr/>
            <p:nvPr/>
          </p:nvSpPr>
          <p:spPr bwMode="auto">
            <a:xfrm>
              <a:off x="2976626" y="490065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0 w 4"/>
                <a:gd name="T5" fmla="*/ 1 h 5"/>
                <a:gd name="T6" fmla="*/ 0 w 4"/>
                <a:gd name="T7" fmla="*/ 1 h 5"/>
                <a:gd name="T8" fmla="*/ 0 w 4"/>
                <a:gd name="T9" fmla="*/ 2 h 5"/>
                <a:gd name="T10" fmla="*/ 2 w 4"/>
                <a:gd name="T11" fmla="*/ 2 h 5"/>
                <a:gd name="T12" fmla="*/ 0 w 4"/>
                <a:gd name="T13" fmla="*/ 2 h 5"/>
                <a:gd name="T14" fmla="*/ 0 w 4"/>
                <a:gd name="T15" fmla="*/ 2 h 5"/>
                <a:gd name="T16" fmla="*/ 0 w 4"/>
                <a:gd name="T17" fmla="*/ 3 h 5"/>
                <a:gd name="T18" fmla="*/ 0 w 4"/>
                <a:gd name="T19" fmla="*/ 4 h 5"/>
                <a:gd name="T20" fmla="*/ 2 w 4"/>
                <a:gd name="T21" fmla="*/ 2 h 5"/>
                <a:gd name="T22" fmla="*/ 0 w 4"/>
                <a:gd name="T23" fmla="*/ 4 h 5"/>
                <a:gd name="T24" fmla="*/ 0 w 4"/>
                <a:gd name="T25" fmla="*/ 4 h 5"/>
                <a:gd name="T26" fmla="*/ 3 w 4"/>
                <a:gd name="T27" fmla="*/ 5 h 5"/>
                <a:gd name="T28" fmla="*/ 4 w 4"/>
                <a:gd name="T29" fmla="*/ 4 h 5"/>
                <a:gd name="T30" fmla="*/ 4 w 4"/>
                <a:gd name="T31" fmla="*/ 4 h 5"/>
                <a:gd name="T32" fmla="*/ 4 w 4"/>
                <a:gd name="T33" fmla="*/ 3 h 5"/>
                <a:gd name="T34" fmla="*/ 4 w 4"/>
                <a:gd name="T35" fmla="*/ 2 h 5"/>
                <a:gd name="T36" fmla="*/ 4 w 4"/>
                <a:gd name="T37" fmla="*/ 1 h 5"/>
                <a:gd name="T38" fmla="*/ 3 w 4"/>
                <a:gd name="T39" fmla="*/ 0 h 5"/>
                <a:gd name="T40" fmla="*/ 2 w 4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784"/>
            <p:cNvSpPr>
              <a:spLocks noEditPoints="1"/>
            </p:cNvSpPr>
            <p:nvPr/>
          </p:nvSpPr>
          <p:spPr bwMode="auto">
            <a:xfrm>
              <a:off x="1665351" y="6046825"/>
              <a:ext cx="946150" cy="854075"/>
            </a:xfrm>
            <a:custGeom>
              <a:avLst/>
              <a:gdLst>
                <a:gd name="T0" fmla="*/ 8 w 596"/>
                <a:gd name="T1" fmla="*/ 525 h 538"/>
                <a:gd name="T2" fmla="*/ 145 w 596"/>
                <a:gd name="T3" fmla="*/ 0 h 538"/>
                <a:gd name="T4" fmla="*/ 590 w 596"/>
                <a:gd name="T5" fmla="*/ 27 h 538"/>
                <a:gd name="T6" fmla="*/ 8 w 596"/>
                <a:gd name="T7" fmla="*/ 525 h 538"/>
                <a:gd name="T8" fmla="*/ 140 w 596"/>
                <a:gd name="T9" fmla="*/ 0 h 538"/>
                <a:gd name="T10" fmla="*/ 0 w 596"/>
                <a:gd name="T11" fmla="*/ 538 h 538"/>
                <a:gd name="T12" fmla="*/ 596 w 596"/>
                <a:gd name="T13" fmla="*/ 27 h 538"/>
                <a:gd name="T14" fmla="*/ 596 w 596"/>
                <a:gd name="T15" fmla="*/ 27 h 538"/>
                <a:gd name="T16" fmla="*/ 592 w 596"/>
                <a:gd name="T17" fmla="*/ 29 h 538"/>
                <a:gd name="T18" fmla="*/ 593 w 596"/>
                <a:gd name="T19" fmla="*/ 27 h 538"/>
                <a:gd name="T20" fmla="*/ 144 w 596"/>
                <a:gd name="T21" fmla="*/ 0 h 538"/>
                <a:gd name="T22" fmla="*/ 139 w 596"/>
                <a:gd name="T23" fmla="*/ 5 h 538"/>
                <a:gd name="T24" fmla="*/ 140 w 596"/>
                <a:gd name="T25" fmla="*/ 0 h 538"/>
                <a:gd name="T26" fmla="*/ 140 w 596"/>
                <a:gd name="T27" fmla="*/ 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6" h="538">
                  <a:moveTo>
                    <a:pt x="8" y="525"/>
                  </a:moveTo>
                  <a:lnTo>
                    <a:pt x="145" y="0"/>
                  </a:lnTo>
                  <a:lnTo>
                    <a:pt x="590" y="27"/>
                  </a:lnTo>
                  <a:lnTo>
                    <a:pt x="8" y="525"/>
                  </a:lnTo>
                  <a:close/>
                  <a:moveTo>
                    <a:pt x="140" y="0"/>
                  </a:moveTo>
                  <a:lnTo>
                    <a:pt x="0" y="538"/>
                  </a:lnTo>
                  <a:lnTo>
                    <a:pt x="596" y="27"/>
                  </a:lnTo>
                  <a:lnTo>
                    <a:pt x="596" y="27"/>
                  </a:lnTo>
                  <a:lnTo>
                    <a:pt x="592" y="29"/>
                  </a:lnTo>
                  <a:lnTo>
                    <a:pt x="593" y="27"/>
                  </a:lnTo>
                  <a:lnTo>
                    <a:pt x="144" y="0"/>
                  </a:lnTo>
                  <a:lnTo>
                    <a:pt x="139" y="5"/>
                  </a:lnTo>
                  <a:lnTo>
                    <a:pt x="140" y="0"/>
                  </a:lnTo>
                  <a:lnTo>
                    <a:pt x="14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785"/>
            <p:cNvSpPr>
              <a:spLocks noEditPoints="1"/>
            </p:cNvSpPr>
            <p:nvPr/>
          </p:nvSpPr>
          <p:spPr bwMode="auto">
            <a:xfrm>
              <a:off x="1665351" y="6046825"/>
              <a:ext cx="946150" cy="854075"/>
            </a:xfrm>
            <a:custGeom>
              <a:avLst/>
              <a:gdLst>
                <a:gd name="T0" fmla="*/ 8 w 596"/>
                <a:gd name="T1" fmla="*/ 525 h 538"/>
                <a:gd name="T2" fmla="*/ 145 w 596"/>
                <a:gd name="T3" fmla="*/ 0 h 538"/>
                <a:gd name="T4" fmla="*/ 590 w 596"/>
                <a:gd name="T5" fmla="*/ 27 h 538"/>
                <a:gd name="T6" fmla="*/ 8 w 596"/>
                <a:gd name="T7" fmla="*/ 525 h 538"/>
                <a:gd name="T8" fmla="*/ 140 w 596"/>
                <a:gd name="T9" fmla="*/ 0 h 538"/>
                <a:gd name="T10" fmla="*/ 0 w 596"/>
                <a:gd name="T11" fmla="*/ 538 h 538"/>
                <a:gd name="T12" fmla="*/ 596 w 596"/>
                <a:gd name="T13" fmla="*/ 27 h 538"/>
                <a:gd name="T14" fmla="*/ 596 w 596"/>
                <a:gd name="T15" fmla="*/ 27 h 538"/>
                <a:gd name="T16" fmla="*/ 592 w 596"/>
                <a:gd name="T17" fmla="*/ 29 h 538"/>
                <a:gd name="T18" fmla="*/ 593 w 596"/>
                <a:gd name="T19" fmla="*/ 27 h 538"/>
                <a:gd name="T20" fmla="*/ 144 w 596"/>
                <a:gd name="T21" fmla="*/ 0 h 538"/>
                <a:gd name="T22" fmla="*/ 139 w 596"/>
                <a:gd name="T23" fmla="*/ 5 h 538"/>
                <a:gd name="T24" fmla="*/ 140 w 596"/>
                <a:gd name="T25" fmla="*/ 0 h 538"/>
                <a:gd name="T26" fmla="*/ 140 w 596"/>
                <a:gd name="T27" fmla="*/ 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6" h="538">
                  <a:moveTo>
                    <a:pt x="8" y="525"/>
                  </a:moveTo>
                  <a:lnTo>
                    <a:pt x="145" y="0"/>
                  </a:lnTo>
                  <a:lnTo>
                    <a:pt x="590" y="27"/>
                  </a:lnTo>
                  <a:lnTo>
                    <a:pt x="8" y="525"/>
                  </a:lnTo>
                  <a:moveTo>
                    <a:pt x="140" y="0"/>
                  </a:moveTo>
                  <a:lnTo>
                    <a:pt x="0" y="538"/>
                  </a:lnTo>
                  <a:lnTo>
                    <a:pt x="596" y="27"/>
                  </a:lnTo>
                  <a:lnTo>
                    <a:pt x="596" y="27"/>
                  </a:lnTo>
                  <a:lnTo>
                    <a:pt x="592" y="29"/>
                  </a:lnTo>
                  <a:lnTo>
                    <a:pt x="593" y="27"/>
                  </a:lnTo>
                  <a:lnTo>
                    <a:pt x="144" y="0"/>
                  </a:lnTo>
                  <a:lnTo>
                    <a:pt x="139" y="5"/>
                  </a:lnTo>
                  <a:lnTo>
                    <a:pt x="140" y="0"/>
                  </a:lnTo>
                  <a:lnTo>
                    <a:pt x="14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786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787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788"/>
            <p:cNvSpPr/>
            <p:nvPr/>
          </p:nvSpPr>
          <p:spPr bwMode="auto">
            <a:xfrm>
              <a:off x="2614676" y="6081750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4 h 4"/>
                <a:gd name="T4" fmla="*/ 4 w 4"/>
                <a:gd name="T5" fmla="*/ 0 h 4"/>
                <a:gd name="T6" fmla="*/ 1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4"/>
                  </a:ln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789"/>
            <p:cNvSpPr/>
            <p:nvPr/>
          </p:nvSpPr>
          <p:spPr bwMode="auto">
            <a:xfrm>
              <a:off x="2614676" y="6081750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4 h 4"/>
                <a:gd name="T4" fmla="*/ 4 w 4"/>
                <a:gd name="T5" fmla="*/ 0 h 4"/>
                <a:gd name="T6" fmla="*/ 1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4"/>
                  </a:lnTo>
                  <a:lnTo>
                    <a:pt x="4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790"/>
            <p:cNvSpPr/>
            <p:nvPr/>
          </p:nvSpPr>
          <p:spPr bwMode="auto">
            <a:xfrm>
              <a:off x="2605151" y="6089687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2 h 2"/>
                <a:gd name="T4" fmla="*/ 4 w 4"/>
                <a:gd name="T5" fmla="*/ 0 h 2"/>
                <a:gd name="T6" fmla="*/ 4 w 4"/>
                <a:gd name="T7" fmla="*/ 0 h 2"/>
                <a:gd name="T8" fmla="*/ 1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791"/>
            <p:cNvSpPr/>
            <p:nvPr/>
          </p:nvSpPr>
          <p:spPr bwMode="auto">
            <a:xfrm>
              <a:off x="2605151" y="6089687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2 h 2"/>
                <a:gd name="T4" fmla="*/ 4 w 4"/>
                <a:gd name="T5" fmla="*/ 0 h 2"/>
                <a:gd name="T6" fmla="*/ 4 w 4"/>
                <a:gd name="T7" fmla="*/ 0 h 2"/>
                <a:gd name="T8" fmla="*/ 1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792"/>
            <p:cNvSpPr>
              <a:spLocks noChangeArrowheads="1"/>
            </p:cNvSpPr>
            <p:nvPr/>
          </p:nvSpPr>
          <p:spPr bwMode="auto">
            <a:xfrm>
              <a:off x="2611501" y="608968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793"/>
            <p:cNvSpPr/>
            <p:nvPr/>
          </p:nvSpPr>
          <p:spPr bwMode="auto">
            <a:xfrm flipH="1">
              <a:off x="2611501" y="608968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794"/>
            <p:cNvSpPr>
              <a:spLocks noEditPoints="1"/>
            </p:cNvSpPr>
            <p:nvPr/>
          </p:nvSpPr>
          <p:spPr bwMode="auto">
            <a:xfrm>
              <a:off x="1887601" y="6040475"/>
              <a:ext cx="720725" cy="49213"/>
            </a:xfrm>
            <a:custGeom>
              <a:avLst/>
              <a:gdLst>
                <a:gd name="T0" fmla="*/ 1 w 454"/>
                <a:gd name="T1" fmla="*/ 1 h 31"/>
                <a:gd name="T2" fmla="*/ 0 w 454"/>
                <a:gd name="T3" fmla="*/ 4 h 31"/>
                <a:gd name="T4" fmla="*/ 0 w 454"/>
                <a:gd name="T5" fmla="*/ 4 h 31"/>
                <a:gd name="T6" fmla="*/ 1 w 454"/>
                <a:gd name="T7" fmla="*/ 1 h 31"/>
                <a:gd name="T8" fmla="*/ 8 w 454"/>
                <a:gd name="T9" fmla="*/ 0 h 31"/>
                <a:gd name="T10" fmla="*/ 4 w 454"/>
                <a:gd name="T11" fmla="*/ 4 h 31"/>
                <a:gd name="T12" fmla="*/ 453 w 454"/>
                <a:gd name="T13" fmla="*/ 31 h 31"/>
                <a:gd name="T14" fmla="*/ 453 w 454"/>
                <a:gd name="T15" fmla="*/ 30 h 31"/>
                <a:gd name="T16" fmla="*/ 449 w 454"/>
                <a:gd name="T17" fmla="*/ 29 h 31"/>
                <a:gd name="T18" fmla="*/ 454 w 454"/>
                <a:gd name="T19" fmla="*/ 27 h 31"/>
                <a:gd name="T20" fmla="*/ 454 w 454"/>
                <a:gd name="T21" fmla="*/ 26 h 31"/>
                <a:gd name="T22" fmla="*/ 8 w 454"/>
                <a:gd name="T2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2" h="31">
                  <a:moveTo>
                    <a:pt x="1" y="1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1" y="1"/>
                  </a:lnTo>
                  <a:close/>
                  <a:moveTo>
                    <a:pt x="8" y="0"/>
                  </a:moveTo>
                  <a:lnTo>
                    <a:pt x="4" y="4"/>
                  </a:lnTo>
                  <a:lnTo>
                    <a:pt x="453" y="31"/>
                  </a:lnTo>
                  <a:lnTo>
                    <a:pt x="453" y="30"/>
                  </a:lnTo>
                  <a:lnTo>
                    <a:pt x="449" y="29"/>
                  </a:lnTo>
                  <a:lnTo>
                    <a:pt x="454" y="27"/>
                  </a:lnTo>
                  <a:lnTo>
                    <a:pt x="454" y="26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795"/>
            <p:cNvSpPr>
              <a:spLocks noEditPoints="1"/>
            </p:cNvSpPr>
            <p:nvPr/>
          </p:nvSpPr>
          <p:spPr bwMode="auto">
            <a:xfrm>
              <a:off x="1887601" y="6040475"/>
              <a:ext cx="720725" cy="49213"/>
            </a:xfrm>
            <a:custGeom>
              <a:avLst/>
              <a:gdLst>
                <a:gd name="T0" fmla="*/ 1 w 454"/>
                <a:gd name="T1" fmla="*/ 1 h 31"/>
                <a:gd name="T2" fmla="*/ 0 w 454"/>
                <a:gd name="T3" fmla="*/ 4 h 31"/>
                <a:gd name="T4" fmla="*/ 0 w 454"/>
                <a:gd name="T5" fmla="*/ 4 h 31"/>
                <a:gd name="T6" fmla="*/ 1 w 454"/>
                <a:gd name="T7" fmla="*/ 1 h 31"/>
                <a:gd name="T8" fmla="*/ 8 w 454"/>
                <a:gd name="T9" fmla="*/ 0 h 31"/>
                <a:gd name="T10" fmla="*/ 4 w 454"/>
                <a:gd name="T11" fmla="*/ 4 h 31"/>
                <a:gd name="T12" fmla="*/ 453 w 454"/>
                <a:gd name="T13" fmla="*/ 31 h 31"/>
                <a:gd name="T14" fmla="*/ 453 w 454"/>
                <a:gd name="T15" fmla="*/ 30 h 31"/>
                <a:gd name="T16" fmla="*/ 449 w 454"/>
                <a:gd name="T17" fmla="*/ 29 h 31"/>
                <a:gd name="T18" fmla="*/ 454 w 454"/>
                <a:gd name="T19" fmla="*/ 27 h 31"/>
                <a:gd name="T20" fmla="*/ 454 w 454"/>
                <a:gd name="T21" fmla="*/ 26 h 31"/>
                <a:gd name="T22" fmla="*/ 8 w 454"/>
                <a:gd name="T2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2" h="31">
                  <a:moveTo>
                    <a:pt x="1" y="1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1" y="1"/>
                  </a:lnTo>
                  <a:moveTo>
                    <a:pt x="8" y="0"/>
                  </a:moveTo>
                  <a:lnTo>
                    <a:pt x="4" y="4"/>
                  </a:lnTo>
                  <a:lnTo>
                    <a:pt x="453" y="31"/>
                  </a:lnTo>
                  <a:lnTo>
                    <a:pt x="453" y="30"/>
                  </a:lnTo>
                  <a:lnTo>
                    <a:pt x="449" y="29"/>
                  </a:lnTo>
                  <a:lnTo>
                    <a:pt x="454" y="27"/>
                  </a:lnTo>
                  <a:lnTo>
                    <a:pt x="454" y="26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Freeform 796"/>
            <p:cNvSpPr/>
            <p:nvPr/>
          </p:nvSpPr>
          <p:spPr bwMode="auto">
            <a:xfrm>
              <a:off x="2600389" y="6083337"/>
              <a:ext cx="7937" cy="4763"/>
            </a:xfrm>
            <a:custGeom>
              <a:avLst/>
              <a:gdLst>
                <a:gd name="T0" fmla="*/ 5 w 5"/>
                <a:gd name="T1" fmla="*/ 0 h 3"/>
                <a:gd name="T2" fmla="*/ 0 w 5"/>
                <a:gd name="T3" fmla="*/ 2 h 3"/>
                <a:gd name="T4" fmla="*/ 4 w 5"/>
                <a:gd name="T5" fmla="*/ 3 h 3"/>
                <a:gd name="T6" fmla="*/ 5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797"/>
            <p:cNvSpPr/>
            <p:nvPr/>
          </p:nvSpPr>
          <p:spPr bwMode="auto">
            <a:xfrm>
              <a:off x="2600389" y="6083337"/>
              <a:ext cx="7937" cy="4763"/>
            </a:xfrm>
            <a:custGeom>
              <a:avLst/>
              <a:gdLst>
                <a:gd name="T0" fmla="*/ 5 w 5"/>
                <a:gd name="T1" fmla="*/ 0 h 3"/>
                <a:gd name="T2" fmla="*/ 0 w 5"/>
                <a:gd name="T3" fmla="*/ 2 h 3"/>
                <a:gd name="T4" fmla="*/ 4 w 5"/>
                <a:gd name="T5" fmla="*/ 3 h 3"/>
                <a:gd name="T6" fmla="*/ 5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798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799"/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800"/>
            <p:cNvSpPr>
              <a:spLocks noEditPoints="1"/>
            </p:cNvSpPr>
            <p:nvPr/>
          </p:nvSpPr>
          <p:spPr bwMode="auto">
            <a:xfrm>
              <a:off x="2606739" y="6081750"/>
              <a:ext cx="4762" cy="7938"/>
            </a:xfrm>
            <a:custGeom>
              <a:avLst/>
              <a:gdLst>
                <a:gd name="T0" fmla="*/ 0 w 3"/>
                <a:gd name="T1" fmla="*/ 4 h 5"/>
                <a:gd name="T2" fmla="*/ 0 w 3"/>
                <a:gd name="T3" fmla="*/ 5 h 5"/>
                <a:gd name="T4" fmla="*/ 3 w 3"/>
                <a:gd name="T5" fmla="*/ 5 h 5"/>
                <a:gd name="T6" fmla="*/ 0 w 3"/>
                <a:gd name="T7" fmla="*/ 4 h 5"/>
                <a:gd name="T8" fmla="*/ 1 w 3"/>
                <a:gd name="T9" fmla="*/ 0 h 5"/>
                <a:gd name="T10" fmla="*/ 1 w 3"/>
                <a:gd name="T11" fmla="*/ 1 h 5"/>
                <a:gd name="T12" fmla="*/ 2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0" y="4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801"/>
            <p:cNvSpPr>
              <a:spLocks noEditPoints="1"/>
            </p:cNvSpPr>
            <p:nvPr/>
          </p:nvSpPr>
          <p:spPr bwMode="auto">
            <a:xfrm>
              <a:off x="2606739" y="6081750"/>
              <a:ext cx="4762" cy="7938"/>
            </a:xfrm>
            <a:custGeom>
              <a:avLst/>
              <a:gdLst>
                <a:gd name="T0" fmla="*/ 0 w 3"/>
                <a:gd name="T1" fmla="*/ 4 h 5"/>
                <a:gd name="T2" fmla="*/ 0 w 3"/>
                <a:gd name="T3" fmla="*/ 5 h 5"/>
                <a:gd name="T4" fmla="*/ 3 w 3"/>
                <a:gd name="T5" fmla="*/ 5 h 5"/>
                <a:gd name="T6" fmla="*/ 0 w 3"/>
                <a:gd name="T7" fmla="*/ 4 h 5"/>
                <a:gd name="T8" fmla="*/ 1 w 3"/>
                <a:gd name="T9" fmla="*/ 0 h 5"/>
                <a:gd name="T10" fmla="*/ 1 w 3"/>
                <a:gd name="T11" fmla="*/ 1 h 5"/>
                <a:gd name="T12" fmla="*/ 2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0" y="4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802"/>
            <p:cNvSpPr>
              <a:spLocks noEditPoints="1"/>
            </p:cNvSpPr>
            <p:nvPr/>
          </p:nvSpPr>
          <p:spPr bwMode="auto">
            <a:xfrm>
              <a:off x="2606739" y="6081750"/>
              <a:ext cx="9525" cy="7938"/>
            </a:xfrm>
            <a:custGeom>
              <a:avLst/>
              <a:gdLst>
                <a:gd name="T0" fmla="*/ 3 w 6"/>
                <a:gd name="T1" fmla="*/ 3 h 5"/>
                <a:gd name="T2" fmla="*/ 3 w 6"/>
                <a:gd name="T3" fmla="*/ 0 h 5"/>
                <a:gd name="T4" fmla="*/ 3 w 6"/>
                <a:gd name="T5" fmla="*/ 3 h 5"/>
                <a:gd name="T6" fmla="*/ 2 w 6"/>
                <a:gd name="T7" fmla="*/ 1 h 5"/>
                <a:gd name="T8" fmla="*/ 3 w 6"/>
                <a:gd name="T9" fmla="*/ 3 h 5"/>
                <a:gd name="T10" fmla="*/ 2 w 6"/>
                <a:gd name="T11" fmla="*/ 0 h 5"/>
                <a:gd name="T12" fmla="*/ 1 w 6"/>
                <a:gd name="T13" fmla="*/ 1 h 5"/>
                <a:gd name="T14" fmla="*/ 0 w 6"/>
                <a:gd name="T15" fmla="*/ 4 h 5"/>
                <a:gd name="T16" fmla="*/ 3 w 6"/>
                <a:gd name="T17" fmla="*/ 5 h 5"/>
                <a:gd name="T18" fmla="*/ 3 w 6"/>
                <a:gd name="T19" fmla="*/ 5 h 5"/>
                <a:gd name="T20" fmla="*/ 4 w 6"/>
                <a:gd name="T21" fmla="*/ 5 h 5"/>
                <a:gd name="T22" fmla="*/ 5 w 6"/>
                <a:gd name="T23" fmla="*/ 4 h 5"/>
                <a:gd name="T24" fmla="*/ 6 w 6"/>
                <a:gd name="T25" fmla="*/ 0 h 5"/>
                <a:gd name="T26" fmla="*/ 3 w 6"/>
                <a:gd name="T27" fmla="*/ 0 h 5"/>
                <a:gd name="T28" fmla="*/ 2 w 6"/>
                <a:gd name="T2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" h="5">
                  <a:moveTo>
                    <a:pt x="3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2" y="1"/>
                  </a:lnTo>
                  <a:lnTo>
                    <a:pt x="3" y="3"/>
                  </a:lnTo>
                  <a:close/>
                  <a:moveTo>
                    <a:pt x="2" y="0"/>
                  </a:moveTo>
                  <a:lnTo>
                    <a:pt x="1" y="1"/>
                  </a:lnTo>
                  <a:lnTo>
                    <a:pt x="0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6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Freeform 803"/>
            <p:cNvSpPr>
              <a:spLocks noEditPoints="1"/>
            </p:cNvSpPr>
            <p:nvPr/>
          </p:nvSpPr>
          <p:spPr bwMode="auto">
            <a:xfrm>
              <a:off x="2606739" y="6081750"/>
              <a:ext cx="9525" cy="7938"/>
            </a:xfrm>
            <a:custGeom>
              <a:avLst/>
              <a:gdLst>
                <a:gd name="T0" fmla="*/ 3 w 6"/>
                <a:gd name="T1" fmla="*/ 3 h 5"/>
                <a:gd name="T2" fmla="*/ 3 w 6"/>
                <a:gd name="T3" fmla="*/ 0 h 5"/>
                <a:gd name="T4" fmla="*/ 3 w 6"/>
                <a:gd name="T5" fmla="*/ 3 h 5"/>
                <a:gd name="T6" fmla="*/ 2 w 6"/>
                <a:gd name="T7" fmla="*/ 1 h 5"/>
                <a:gd name="T8" fmla="*/ 3 w 6"/>
                <a:gd name="T9" fmla="*/ 3 h 5"/>
                <a:gd name="T10" fmla="*/ 2 w 6"/>
                <a:gd name="T11" fmla="*/ 0 h 5"/>
                <a:gd name="T12" fmla="*/ 1 w 6"/>
                <a:gd name="T13" fmla="*/ 1 h 5"/>
                <a:gd name="T14" fmla="*/ 0 w 6"/>
                <a:gd name="T15" fmla="*/ 4 h 5"/>
                <a:gd name="T16" fmla="*/ 3 w 6"/>
                <a:gd name="T17" fmla="*/ 5 h 5"/>
                <a:gd name="T18" fmla="*/ 3 w 6"/>
                <a:gd name="T19" fmla="*/ 5 h 5"/>
                <a:gd name="T20" fmla="*/ 4 w 6"/>
                <a:gd name="T21" fmla="*/ 5 h 5"/>
                <a:gd name="T22" fmla="*/ 5 w 6"/>
                <a:gd name="T23" fmla="*/ 4 h 5"/>
                <a:gd name="T24" fmla="*/ 6 w 6"/>
                <a:gd name="T25" fmla="*/ 0 h 5"/>
                <a:gd name="T26" fmla="*/ 3 w 6"/>
                <a:gd name="T27" fmla="*/ 0 h 5"/>
                <a:gd name="T28" fmla="*/ 2 w 6"/>
                <a:gd name="T2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" h="5">
                  <a:moveTo>
                    <a:pt x="3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2" y="1"/>
                  </a:lnTo>
                  <a:lnTo>
                    <a:pt x="3" y="3"/>
                  </a:lnTo>
                  <a:moveTo>
                    <a:pt x="2" y="0"/>
                  </a:moveTo>
                  <a:lnTo>
                    <a:pt x="1" y="1"/>
                  </a:lnTo>
                  <a:lnTo>
                    <a:pt x="0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6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Freeform 804"/>
            <p:cNvSpPr>
              <a:spLocks noEditPoints="1"/>
            </p:cNvSpPr>
            <p:nvPr/>
          </p:nvSpPr>
          <p:spPr bwMode="auto">
            <a:xfrm>
              <a:off x="1886014" y="6040475"/>
              <a:ext cx="7937" cy="14288"/>
            </a:xfrm>
            <a:custGeom>
              <a:avLst/>
              <a:gdLst>
                <a:gd name="T0" fmla="*/ 1 w 5"/>
                <a:gd name="T1" fmla="*/ 4 h 9"/>
                <a:gd name="T2" fmla="*/ 0 w 5"/>
                <a:gd name="T3" fmla="*/ 9 h 9"/>
                <a:gd name="T4" fmla="*/ 5 w 5"/>
                <a:gd name="T5" fmla="*/ 4 h 9"/>
                <a:gd name="T6" fmla="*/ 1 w 5"/>
                <a:gd name="T7" fmla="*/ 4 h 9"/>
                <a:gd name="T8" fmla="*/ 2 w 5"/>
                <a:gd name="T9" fmla="*/ 0 h 9"/>
                <a:gd name="T10" fmla="*/ 2 w 5"/>
                <a:gd name="T11" fmla="*/ 1 h 9"/>
                <a:gd name="T12" fmla="*/ 3 w 5"/>
                <a:gd name="T13" fmla="*/ 0 h 9"/>
                <a:gd name="T14" fmla="*/ 2 w 5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9">
                  <a:moveTo>
                    <a:pt x="1" y="4"/>
                  </a:moveTo>
                  <a:lnTo>
                    <a:pt x="0" y="9"/>
                  </a:lnTo>
                  <a:lnTo>
                    <a:pt x="5" y="4"/>
                  </a:lnTo>
                  <a:lnTo>
                    <a:pt x="1" y="4"/>
                  </a:lnTo>
                  <a:close/>
                  <a:moveTo>
                    <a:pt x="2" y="0"/>
                  </a:move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805"/>
            <p:cNvSpPr>
              <a:spLocks noEditPoints="1"/>
            </p:cNvSpPr>
            <p:nvPr/>
          </p:nvSpPr>
          <p:spPr bwMode="auto">
            <a:xfrm>
              <a:off x="1886014" y="6040475"/>
              <a:ext cx="7937" cy="14288"/>
            </a:xfrm>
            <a:custGeom>
              <a:avLst/>
              <a:gdLst>
                <a:gd name="T0" fmla="*/ 1 w 5"/>
                <a:gd name="T1" fmla="*/ 4 h 9"/>
                <a:gd name="T2" fmla="*/ 0 w 5"/>
                <a:gd name="T3" fmla="*/ 9 h 9"/>
                <a:gd name="T4" fmla="*/ 5 w 5"/>
                <a:gd name="T5" fmla="*/ 4 h 9"/>
                <a:gd name="T6" fmla="*/ 1 w 5"/>
                <a:gd name="T7" fmla="*/ 4 h 9"/>
                <a:gd name="T8" fmla="*/ 2 w 5"/>
                <a:gd name="T9" fmla="*/ 0 h 9"/>
                <a:gd name="T10" fmla="*/ 2 w 5"/>
                <a:gd name="T11" fmla="*/ 1 h 9"/>
                <a:gd name="T12" fmla="*/ 3 w 5"/>
                <a:gd name="T13" fmla="*/ 0 h 9"/>
                <a:gd name="T14" fmla="*/ 2 w 5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9">
                  <a:moveTo>
                    <a:pt x="1" y="4"/>
                  </a:moveTo>
                  <a:lnTo>
                    <a:pt x="0" y="9"/>
                  </a:lnTo>
                  <a:lnTo>
                    <a:pt x="5" y="4"/>
                  </a:lnTo>
                  <a:lnTo>
                    <a:pt x="1" y="4"/>
                  </a:lnTo>
                  <a:moveTo>
                    <a:pt x="2" y="0"/>
                  </a:move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806"/>
            <p:cNvSpPr/>
            <p:nvPr/>
          </p:nvSpPr>
          <p:spPr bwMode="auto">
            <a:xfrm>
              <a:off x="1887601" y="6040475"/>
              <a:ext cx="12700" cy="6350"/>
            </a:xfrm>
            <a:custGeom>
              <a:avLst/>
              <a:gdLst>
                <a:gd name="T0" fmla="*/ 2 w 8"/>
                <a:gd name="T1" fmla="*/ 0 h 4"/>
                <a:gd name="T2" fmla="*/ 1 w 8"/>
                <a:gd name="T3" fmla="*/ 1 h 4"/>
                <a:gd name="T4" fmla="*/ 1 w 8"/>
                <a:gd name="T5" fmla="*/ 1 h 4"/>
                <a:gd name="T6" fmla="*/ 0 w 8"/>
                <a:gd name="T7" fmla="*/ 4 h 4"/>
                <a:gd name="T8" fmla="*/ 4 w 8"/>
                <a:gd name="T9" fmla="*/ 4 h 4"/>
                <a:gd name="T10" fmla="*/ 8 w 8"/>
                <a:gd name="T11" fmla="*/ 0 h 4"/>
                <a:gd name="T12" fmla="*/ 2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807"/>
            <p:cNvSpPr/>
            <p:nvPr/>
          </p:nvSpPr>
          <p:spPr bwMode="auto">
            <a:xfrm>
              <a:off x="1887601" y="6040475"/>
              <a:ext cx="12700" cy="6350"/>
            </a:xfrm>
            <a:custGeom>
              <a:avLst/>
              <a:gdLst>
                <a:gd name="T0" fmla="*/ 2 w 8"/>
                <a:gd name="T1" fmla="*/ 0 h 4"/>
                <a:gd name="T2" fmla="*/ 1 w 8"/>
                <a:gd name="T3" fmla="*/ 1 h 4"/>
                <a:gd name="T4" fmla="*/ 1 w 8"/>
                <a:gd name="T5" fmla="*/ 1 h 4"/>
                <a:gd name="T6" fmla="*/ 0 w 8"/>
                <a:gd name="T7" fmla="*/ 4 h 4"/>
                <a:gd name="T8" fmla="*/ 4 w 8"/>
                <a:gd name="T9" fmla="*/ 4 h 4"/>
                <a:gd name="T10" fmla="*/ 8 w 8"/>
                <a:gd name="T11" fmla="*/ 0 h 4"/>
                <a:gd name="T12" fmla="*/ 2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808"/>
            <p:cNvSpPr>
              <a:spLocks noEditPoints="1"/>
            </p:cNvSpPr>
            <p:nvPr/>
          </p:nvSpPr>
          <p:spPr bwMode="auto">
            <a:xfrm>
              <a:off x="3403664" y="4291050"/>
              <a:ext cx="947737" cy="1144588"/>
            </a:xfrm>
            <a:custGeom>
              <a:avLst/>
              <a:gdLst>
                <a:gd name="T0" fmla="*/ 8 w 597"/>
                <a:gd name="T1" fmla="*/ 214 h 721"/>
                <a:gd name="T2" fmla="*/ 413 w 597"/>
                <a:gd name="T3" fmla="*/ 562 h 721"/>
                <a:gd name="T4" fmla="*/ 8 w 597"/>
                <a:gd name="T5" fmla="*/ 214 h 721"/>
                <a:gd name="T6" fmla="*/ 8 w 597"/>
                <a:gd name="T7" fmla="*/ 214 h 721"/>
                <a:gd name="T8" fmla="*/ 57 w 597"/>
                <a:gd name="T9" fmla="*/ 180 h 721"/>
                <a:gd name="T10" fmla="*/ 0 w 597"/>
                <a:gd name="T11" fmla="*/ 205 h 721"/>
                <a:gd name="T12" fmla="*/ 57 w 597"/>
                <a:gd name="T13" fmla="*/ 180 h 721"/>
                <a:gd name="T14" fmla="*/ 477 w 597"/>
                <a:gd name="T15" fmla="*/ 4 h 721"/>
                <a:gd name="T16" fmla="*/ 472 w 597"/>
                <a:gd name="T17" fmla="*/ 6 h 721"/>
                <a:gd name="T18" fmla="*/ 592 w 597"/>
                <a:gd name="T19" fmla="*/ 716 h 721"/>
                <a:gd name="T20" fmla="*/ 597 w 597"/>
                <a:gd name="T21" fmla="*/ 721 h 721"/>
                <a:gd name="T22" fmla="*/ 477 w 597"/>
                <a:gd name="T23" fmla="*/ 4 h 721"/>
                <a:gd name="T24" fmla="*/ 476 w 597"/>
                <a:gd name="T25" fmla="*/ 0 h 721"/>
                <a:gd name="T26" fmla="*/ 474 w 597"/>
                <a:gd name="T27" fmla="*/ 1 h 721"/>
                <a:gd name="T28" fmla="*/ 476 w 597"/>
                <a:gd name="T29" fmla="*/ 1 h 721"/>
                <a:gd name="T30" fmla="*/ 476 w 597"/>
                <a:gd name="T31" fmla="*/ 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97" h="721">
                  <a:moveTo>
                    <a:pt x="8" y="214"/>
                  </a:moveTo>
                  <a:lnTo>
                    <a:pt x="413" y="562"/>
                  </a:lnTo>
                  <a:lnTo>
                    <a:pt x="8" y="214"/>
                  </a:lnTo>
                  <a:lnTo>
                    <a:pt x="8" y="214"/>
                  </a:lnTo>
                  <a:close/>
                  <a:moveTo>
                    <a:pt x="57" y="180"/>
                  </a:moveTo>
                  <a:lnTo>
                    <a:pt x="0" y="205"/>
                  </a:lnTo>
                  <a:lnTo>
                    <a:pt x="57" y="180"/>
                  </a:lnTo>
                  <a:close/>
                  <a:moveTo>
                    <a:pt x="477" y="4"/>
                  </a:moveTo>
                  <a:lnTo>
                    <a:pt x="472" y="6"/>
                  </a:lnTo>
                  <a:lnTo>
                    <a:pt x="592" y="716"/>
                  </a:lnTo>
                  <a:lnTo>
                    <a:pt x="597" y="721"/>
                  </a:lnTo>
                  <a:lnTo>
                    <a:pt x="477" y="4"/>
                  </a:lnTo>
                  <a:close/>
                  <a:moveTo>
                    <a:pt x="476" y="0"/>
                  </a:moveTo>
                  <a:lnTo>
                    <a:pt x="474" y="1"/>
                  </a:lnTo>
                  <a:lnTo>
                    <a:pt x="476" y="1"/>
                  </a:lnTo>
                  <a:lnTo>
                    <a:pt x="47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809"/>
            <p:cNvSpPr>
              <a:spLocks noEditPoints="1"/>
            </p:cNvSpPr>
            <p:nvPr/>
          </p:nvSpPr>
          <p:spPr bwMode="auto">
            <a:xfrm>
              <a:off x="3403664" y="4291050"/>
              <a:ext cx="947737" cy="1144588"/>
            </a:xfrm>
            <a:custGeom>
              <a:avLst/>
              <a:gdLst>
                <a:gd name="T0" fmla="*/ 8 w 597"/>
                <a:gd name="T1" fmla="*/ 214 h 721"/>
                <a:gd name="T2" fmla="*/ 413 w 597"/>
                <a:gd name="T3" fmla="*/ 562 h 721"/>
                <a:gd name="T4" fmla="*/ 8 w 597"/>
                <a:gd name="T5" fmla="*/ 214 h 721"/>
                <a:gd name="T6" fmla="*/ 8 w 597"/>
                <a:gd name="T7" fmla="*/ 214 h 721"/>
                <a:gd name="T8" fmla="*/ 57 w 597"/>
                <a:gd name="T9" fmla="*/ 180 h 721"/>
                <a:gd name="T10" fmla="*/ 0 w 597"/>
                <a:gd name="T11" fmla="*/ 205 h 721"/>
                <a:gd name="T12" fmla="*/ 57 w 597"/>
                <a:gd name="T13" fmla="*/ 180 h 721"/>
                <a:gd name="T14" fmla="*/ 477 w 597"/>
                <a:gd name="T15" fmla="*/ 4 h 721"/>
                <a:gd name="T16" fmla="*/ 472 w 597"/>
                <a:gd name="T17" fmla="*/ 6 h 721"/>
                <a:gd name="T18" fmla="*/ 592 w 597"/>
                <a:gd name="T19" fmla="*/ 716 h 721"/>
                <a:gd name="T20" fmla="*/ 597 w 597"/>
                <a:gd name="T21" fmla="*/ 721 h 721"/>
                <a:gd name="T22" fmla="*/ 477 w 597"/>
                <a:gd name="T23" fmla="*/ 4 h 721"/>
                <a:gd name="T24" fmla="*/ 476 w 597"/>
                <a:gd name="T25" fmla="*/ 0 h 721"/>
                <a:gd name="T26" fmla="*/ 474 w 597"/>
                <a:gd name="T27" fmla="*/ 1 h 721"/>
                <a:gd name="T28" fmla="*/ 476 w 597"/>
                <a:gd name="T29" fmla="*/ 1 h 721"/>
                <a:gd name="T30" fmla="*/ 476 w 597"/>
                <a:gd name="T31" fmla="*/ 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97" h="721">
                  <a:moveTo>
                    <a:pt x="8" y="214"/>
                  </a:moveTo>
                  <a:lnTo>
                    <a:pt x="413" y="562"/>
                  </a:lnTo>
                  <a:lnTo>
                    <a:pt x="8" y="214"/>
                  </a:lnTo>
                  <a:lnTo>
                    <a:pt x="8" y="214"/>
                  </a:lnTo>
                  <a:moveTo>
                    <a:pt x="57" y="180"/>
                  </a:moveTo>
                  <a:lnTo>
                    <a:pt x="0" y="205"/>
                  </a:lnTo>
                  <a:lnTo>
                    <a:pt x="57" y="180"/>
                  </a:lnTo>
                  <a:moveTo>
                    <a:pt x="477" y="4"/>
                  </a:moveTo>
                  <a:lnTo>
                    <a:pt x="472" y="6"/>
                  </a:lnTo>
                  <a:lnTo>
                    <a:pt x="592" y="716"/>
                  </a:lnTo>
                  <a:lnTo>
                    <a:pt x="597" y="721"/>
                  </a:lnTo>
                  <a:lnTo>
                    <a:pt x="477" y="4"/>
                  </a:lnTo>
                  <a:moveTo>
                    <a:pt x="476" y="0"/>
                  </a:moveTo>
                  <a:lnTo>
                    <a:pt x="474" y="1"/>
                  </a:lnTo>
                  <a:lnTo>
                    <a:pt x="476" y="1"/>
                  </a:lnTo>
                  <a:lnTo>
                    <a:pt x="47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810"/>
            <p:cNvSpPr/>
            <p:nvPr/>
          </p:nvSpPr>
          <p:spPr bwMode="auto">
            <a:xfrm>
              <a:off x="3406839" y="4622837"/>
              <a:ext cx="9525" cy="7938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0 h 5"/>
                <a:gd name="T4" fmla="*/ 6 w 6"/>
                <a:gd name="T5" fmla="*/ 5 h 5"/>
                <a:gd name="T6" fmla="*/ 6 w 6"/>
                <a:gd name="T7" fmla="*/ 5 h 5"/>
                <a:gd name="T8" fmla="*/ 0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0"/>
                  </a:lnTo>
                  <a:lnTo>
                    <a:pt x="6" y="5"/>
                  </a:lnTo>
                  <a:lnTo>
                    <a:pt x="6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811"/>
            <p:cNvSpPr/>
            <p:nvPr/>
          </p:nvSpPr>
          <p:spPr bwMode="auto">
            <a:xfrm>
              <a:off x="3406839" y="4622837"/>
              <a:ext cx="9525" cy="7938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0 h 5"/>
                <a:gd name="T4" fmla="*/ 6 w 6"/>
                <a:gd name="T5" fmla="*/ 5 h 5"/>
                <a:gd name="T6" fmla="*/ 6 w 6"/>
                <a:gd name="T7" fmla="*/ 5 h 5"/>
                <a:gd name="T8" fmla="*/ 0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0"/>
                  </a:lnTo>
                  <a:lnTo>
                    <a:pt x="6" y="5"/>
                  </a:lnTo>
                  <a:lnTo>
                    <a:pt x="6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812"/>
            <p:cNvSpPr>
              <a:spLocks noEditPoints="1"/>
            </p:cNvSpPr>
            <p:nvPr/>
          </p:nvSpPr>
          <p:spPr bwMode="auto">
            <a:xfrm>
              <a:off x="3403664" y="4292637"/>
              <a:ext cx="757237" cy="330200"/>
            </a:xfrm>
            <a:custGeom>
              <a:avLst/>
              <a:gdLst>
                <a:gd name="T0" fmla="*/ 472 w 477"/>
                <a:gd name="T1" fmla="*/ 2 h 208"/>
                <a:gd name="T2" fmla="*/ 474 w 477"/>
                <a:gd name="T3" fmla="*/ 2 h 208"/>
                <a:gd name="T4" fmla="*/ 472 w 477"/>
                <a:gd name="T5" fmla="*/ 2 h 208"/>
                <a:gd name="T6" fmla="*/ 474 w 477"/>
                <a:gd name="T7" fmla="*/ 0 h 208"/>
                <a:gd name="T8" fmla="*/ 473 w 477"/>
                <a:gd name="T9" fmla="*/ 0 h 208"/>
                <a:gd name="T10" fmla="*/ 57 w 477"/>
                <a:gd name="T11" fmla="*/ 179 h 208"/>
                <a:gd name="T12" fmla="*/ 0 w 477"/>
                <a:gd name="T13" fmla="*/ 204 h 208"/>
                <a:gd name="T14" fmla="*/ 0 w 477"/>
                <a:gd name="T15" fmla="*/ 206 h 208"/>
                <a:gd name="T16" fmla="*/ 4 w 477"/>
                <a:gd name="T17" fmla="*/ 207 h 208"/>
                <a:gd name="T18" fmla="*/ 2 w 477"/>
                <a:gd name="T19" fmla="*/ 208 h 208"/>
                <a:gd name="T20" fmla="*/ 3 w 477"/>
                <a:gd name="T21" fmla="*/ 208 h 208"/>
                <a:gd name="T22" fmla="*/ 472 w 477"/>
                <a:gd name="T23" fmla="*/ 5 h 208"/>
                <a:gd name="T24" fmla="*/ 472 w 477"/>
                <a:gd name="T25" fmla="*/ 5 h 208"/>
                <a:gd name="T26" fmla="*/ 477 w 477"/>
                <a:gd name="T27" fmla="*/ 3 h 208"/>
                <a:gd name="T28" fmla="*/ 476 w 477"/>
                <a:gd name="T29" fmla="*/ 0 h 208"/>
                <a:gd name="T30" fmla="*/ 474 w 477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7" h="208">
                  <a:moveTo>
                    <a:pt x="472" y="2"/>
                  </a:moveTo>
                  <a:lnTo>
                    <a:pt x="474" y="2"/>
                  </a:lnTo>
                  <a:lnTo>
                    <a:pt x="472" y="2"/>
                  </a:lnTo>
                  <a:close/>
                  <a:moveTo>
                    <a:pt x="474" y="0"/>
                  </a:moveTo>
                  <a:lnTo>
                    <a:pt x="473" y="0"/>
                  </a:lnTo>
                  <a:lnTo>
                    <a:pt x="57" y="179"/>
                  </a:lnTo>
                  <a:lnTo>
                    <a:pt x="0" y="204"/>
                  </a:lnTo>
                  <a:lnTo>
                    <a:pt x="0" y="206"/>
                  </a:lnTo>
                  <a:lnTo>
                    <a:pt x="4" y="207"/>
                  </a:lnTo>
                  <a:lnTo>
                    <a:pt x="2" y="208"/>
                  </a:lnTo>
                  <a:lnTo>
                    <a:pt x="3" y="208"/>
                  </a:lnTo>
                  <a:lnTo>
                    <a:pt x="472" y="5"/>
                  </a:lnTo>
                  <a:lnTo>
                    <a:pt x="472" y="5"/>
                  </a:lnTo>
                  <a:lnTo>
                    <a:pt x="477" y="3"/>
                  </a:lnTo>
                  <a:lnTo>
                    <a:pt x="476" y="0"/>
                  </a:lnTo>
                  <a:lnTo>
                    <a:pt x="47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813"/>
            <p:cNvSpPr>
              <a:spLocks noEditPoints="1"/>
            </p:cNvSpPr>
            <p:nvPr/>
          </p:nvSpPr>
          <p:spPr bwMode="auto">
            <a:xfrm>
              <a:off x="3403664" y="4292637"/>
              <a:ext cx="757237" cy="330200"/>
            </a:xfrm>
            <a:custGeom>
              <a:avLst/>
              <a:gdLst>
                <a:gd name="T0" fmla="*/ 472 w 477"/>
                <a:gd name="T1" fmla="*/ 2 h 208"/>
                <a:gd name="T2" fmla="*/ 474 w 477"/>
                <a:gd name="T3" fmla="*/ 2 h 208"/>
                <a:gd name="T4" fmla="*/ 472 w 477"/>
                <a:gd name="T5" fmla="*/ 2 h 208"/>
                <a:gd name="T6" fmla="*/ 474 w 477"/>
                <a:gd name="T7" fmla="*/ 0 h 208"/>
                <a:gd name="T8" fmla="*/ 473 w 477"/>
                <a:gd name="T9" fmla="*/ 0 h 208"/>
                <a:gd name="T10" fmla="*/ 57 w 477"/>
                <a:gd name="T11" fmla="*/ 179 h 208"/>
                <a:gd name="T12" fmla="*/ 0 w 477"/>
                <a:gd name="T13" fmla="*/ 204 h 208"/>
                <a:gd name="T14" fmla="*/ 0 w 477"/>
                <a:gd name="T15" fmla="*/ 206 h 208"/>
                <a:gd name="T16" fmla="*/ 4 w 477"/>
                <a:gd name="T17" fmla="*/ 207 h 208"/>
                <a:gd name="T18" fmla="*/ 2 w 477"/>
                <a:gd name="T19" fmla="*/ 208 h 208"/>
                <a:gd name="T20" fmla="*/ 3 w 477"/>
                <a:gd name="T21" fmla="*/ 208 h 208"/>
                <a:gd name="T22" fmla="*/ 472 w 477"/>
                <a:gd name="T23" fmla="*/ 5 h 208"/>
                <a:gd name="T24" fmla="*/ 472 w 477"/>
                <a:gd name="T25" fmla="*/ 5 h 208"/>
                <a:gd name="T26" fmla="*/ 477 w 477"/>
                <a:gd name="T27" fmla="*/ 3 h 208"/>
                <a:gd name="T28" fmla="*/ 476 w 477"/>
                <a:gd name="T29" fmla="*/ 0 h 208"/>
                <a:gd name="T30" fmla="*/ 474 w 477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7" h="208">
                  <a:moveTo>
                    <a:pt x="472" y="2"/>
                  </a:moveTo>
                  <a:lnTo>
                    <a:pt x="474" y="2"/>
                  </a:lnTo>
                  <a:lnTo>
                    <a:pt x="472" y="2"/>
                  </a:lnTo>
                  <a:moveTo>
                    <a:pt x="474" y="0"/>
                  </a:moveTo>
                  <a:lnTo>
                    <a:pt x="473" y="0"/>
                  </a:lnTo>
                  <a:lnTo>
                    <a:pt x="57" y="179"/>
                  </a:lnTo>
                  <a:lnTo>
                    <a:pt x="0" y="204"/>
                  </a:lnTo>
                  <a:lnTo>
                    <a:pt x="0" y="206"/>
                  </a:lnTo>
                  <a:lnTo>
                    <a:pt x="4" y="207"/>
                  </a:lnTo>
                  <a:lnTo>
                    <a:pt x="2" y="208"/>
                  </a:lnTo>
                  <a:lnTo>
                    <a:pt x="3" y="208"/>
                  </a:lnTo>
                  <a:lnTo>
                    <a:pt x="472" y="5"/>
                  </a:lnTo>
                  <a:lnTo>
                    <a:pt x="472" y="5"/>
                  </a:lnTo>
                  <a:lnTo>
                    <a:pt x="477" y="3"/>
                  </a:lnTo>
                  <a:lnTo>
                    <a:pt x="476" y="0"/>
                  </a:lnTo>
                  <a:lnTo>
                    <a:pt x="47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814"/>
            <p:cNvSpPr/>
            <p:nvPr/>
          </p:nvSpPr>
          <p:spPr bwMode="auto">
            <a:xfrm>
              <a:off x="3406839" y="462283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1 w 1"/>
                <a:gd name="T6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815"/>
            <p:cNvSpPr/>
            <p:nvPr/>
          </p:nvSpPr>
          <p:spPr bwMode="auto">
            <a:xfrm>
              <a:off x="3406839" y="462283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1 w 1"/>
                <a:gd name="T6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816"/>
            <p:cNvSpPr/>
            <p:nvPr/>
          </p:nvSpPr>
          <p:spPr bwMode="auto">
            <a:xfrm>
              <a:off x="3403664" y="4619662"/>
              <a:ext cx="6350" cy="3175"/>
            </a:xfrm>
            <a:custGeom>
              <a:avLst/>
              <a:gdLst>
                <a:gd name="T0" fmla="*/ 0 w 4"/>
                <a:gd name="T1" fmla="*/ 0 h 2"/>
                <a:gd name="T2" fmla="*/ 0 w 4"/>
                <a:gd name="T3" fmla="*/ 0 h 2"/>
                <a:gd name="T4" fmla="*/ 2 w 4"/>
                <a:gd name="T5" fmla="*/ 2 h 2"/>
                <a:gd name="T6" fmla="*/ 4 w 4"/>
                <a:gd name="T7" fmla="*/ 1 h 2"/>
                <a:gd name="T8" fmla="*/ 0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817"/>
            <p:cNvSpPr/>
            <p:nvPr/>
          </p:nvSpPr>
          <p:spPr bwMode="auto">
            <a:xfrm>
              <a:off x="3403664" y="4619662"/>
              <a:ext cx="6350" cy="3175"/>
            </a:xfrm>
            <a:custGeom>
              <a:avLst/>
              <a:gdLst>
                <a:gd name="T0" fmla="*/ 0 w 4"/>
                <a:gd name="T1" fmla="*/ 0 h 2"/>
                <a:gd name="T2" fmla="*/ 0 w 4"/>
                <a:gd name="T3" fmla="*/ 0 h 2"/>
                <a:gd name="T4" fmla="*/ 2 w 4"/>
                <a:gd name="T5" fmla="*/ 2 h 2"/>
                <a:gd name="T6" fmla="*/ 4 w 4"/>
                <a:gd name="T7" fmla="*/ 1 h 2"/>
                <a:gd name="T8" fmla="*/ 0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818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819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820"/>
            <p:cNvSpPr/>
            <p:nvPr/>
          </p:nvSpPr>
          <p:spPr bwMode="auto">
            <a:xfrm>
              <a:off x="3400489" y="461648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Freeform 821"/>
            <p:cNvSpPr/>
            <p:nvPr/>
          </p:nvSpPr>
          <p:spPr bwMode="auto">
            <a:xfrm>
              <a:off x="3400489" y="461648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822"/>
            <p:cNvSpPr/>
            <p:nvPr/>
          </p:nvSpPr>
          <p:spPr bwMode="auto">
            <a:xfrm>
              <a:off x="3400489" y="4616487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1 h 2"/>
                <a:gd name="T6" fmla="*/ 2 w 2"/>
                <a:gd name="T7" fmla="*/ 2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823"/>
            <p:cNvSpPr/>
            <p:nvPr/>
          </p:nvSpPr>
          <p:spPr bwMode="auto">
            <a:xfrm>
              <a:off x="3400489" y="4616487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1 h 2"/>
                <a:gd name="T6" fmla="*/ 2 w 2"/>
                <a:gd name="T7" fmla="*/ 2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824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825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826"/>
            <p:cNvSpPr/>
            <p:nvPr/>
          </p:nvSpPr>
          <p:spPr bwMode="auto">
            <a:xfrm>
              <a:off x="3402076" y="4619662"/>
              <a:ext cx="1587" cy="0"/>
            </a:xfrm>
            <a:custGeom>
              <a:avLst/>
              <a:gdLst>
                <a:gd name="T0" fmla="*/ 0 w 1"/>
                <a:gd name="T1" fmla="*/ 1 w 1"/>
                <a:gd name="T2" fmla="*/ 1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827"/>
            <p:cNvSpPr/>
            <p:nvPr/>
          </p:nvSpPr>
          <p:spPr bwMode="auto">
            <a:xfrm>
              <a:off x="3402076" y="4619662"/>
              <a:ext cx="1587" cy="0"/>
            </a:xfrm>
            <a:custGeom>
              <a:avLst/>
              <a:gdLst>
                <a:gd name="T0" fmla="*/ 0 w 1"/>
                <a:gd name="T1" fmla="*/ 1 w 1"/>
                <a:gd name="T2" fmla="*/ 1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Rectangle 828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829"/>
            <p:cNvSpPr/>
            <p:nvPr/>
          </p:nvSpPr>
          <p:spPr bwMode="auto">
            <a:xfrm flipH="1">
              <a:off x="3400489" y="46180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Rectangle 830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Rectangle 831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Freeform 832"/>
            <p:cNvSpPr/>
            <p:nvPr/>
          </p:nvSpPr>
          <p:spPr bwMode="auto">
            <a:xfrm flipH="1">
              <a:off x="3402076" y="4618075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Freeform 833"/>
            <p:cNvSpPr/>
            <p:nvPr/>
          </p:nvSpPr>
          <p:spPr bwMode="auto">
            <a:xfrm flipH="1">
              <a:off x="3402076" y="4618075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Freeform 834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Freeform 835"/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Freeform 836"/>
            <p:cNvSpPr/>
            <p:nvPr/>
          </p:nvSpPr>
          <p:spPr bwMode="auto">
            <a:xfrm>
              <a:off x="3392551" y="4619662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837"/>
            <p:cNvSpPr/>
            <p:nvPr/>
          </p:nvSpPr>
          <p:spPr bwMode="auto">
            <a:xfrm>
              <a:off x="3392551" y="4619662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838"/>
            <p:cNvSpPr/>
            <p:nvPr/>
          </p:nvSpPr>
          <p:spPr bwMode="auto">
            <a:xfrm>
              <a:off x="3394139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839"/>
            <p:cNvSpPr/>
            <p:nvPr/>
          </p:nvSpPr>
          <p:spPr bwMode="auto">
            <a:xfrm>
              <a:off x="3394139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840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841"/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842"/>
            <p:cNvSpPr>
              <a:spLocks noEditPoints="1"/>
            </p:cNvSpPr>
            <p:nvPr/>
          </p:nvSpPr>
          <p:spPr bwMode="auto">
            <a:xfrm>
              <a:off x="3695764" y="4881600"/>
              <a:ext cx="657225" cy="565150"/>
            </a:xfrm>
            <a:custGeom>
              <a:avLst/>
              <a:gdLst>
                <a:gd name="T0" fmla="*/ 414 w 414"/>
                <a:gd name="T1" fmla="*/ 351 h 356"/>
                <a:gd name="T2" fmla="*/ 411 w 414"/>
                <a:gd name="T3" fmla="*/ 353 h 356"/>
                <a:gd name="T4" fmla="*/ 414 w 414"/>
                <a:gd name="T5" fmla="*/ 356 h 356"/>
                <a:gd name="T6" fmla="*/ 414 w 414"/>
                <a:gd name="T7" fmla="*/ 351 h 356"/>
                <a:gd name="T8" fmla="*/ 0 w 414"/>
                <a:gd name="T9" fmla="*/ 0 h 356"/>
                <a:gd name="T10" fmla="*/ 407 w 414"/>
                <a:gd name="T11" fmla="*/ 350 h 356"/>
                <a:gd name="T12" fmla="*/ 407 w 414"/>
                <a:gd name="T13" fmla="*/ 350 h 356"/>
                <a:gd name="T14" fmla="*/ 0 w 414"/>
                <a:gd name="T15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2" h="356">
                  <a:moveTo>
                    <a:pt x="414" y="351"/>
                  </a:moveTo>
                  <a:lnTo>
                    <a:pt x="411" y="353"/>
                  </a:lnTo>
                  <a:lnTo>
                    <a:pt x="414" y="356"/>
                  </a:lnTo>
                  <a:lnTo>
                    <a:pt x="414" y="351"/>
                  </a:lnTo>
                  <a:close/>
                  <a:moveTo>
                    <a:pt x="0" y="0"/>
                  </a:moveTo>
                  <a:lnTo>
                    <a:pt x="407" y="350"/>
                  </a:lnTo>
                  <a:lnTo>
                    <a:pt x="407" y="35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844"/>
            <p:cNvSpPr/>
            <p:nvPr/>
          </p:nvSpPr>
          <p:spPr bwMode="auto">
            <a:xfrm>
              <a:off x="3379851" y="4599025"/>
              <a:ext cx="17462" cy="15875"/>
            </a:xfrm>
            <a:custGeom>
              <a:avLst/>
              <a:gdLst>
                <a:gd name="T0" fmla="*/ 0 w 11"/>
                <a:gd name="T1" fmla="*/ 0 h 10"/>
                <a:gd name="T2" fmla="*/ 3 w 11"/>
                <a:gd name="T3" fmla="*/ 5 h 10"/>
                <a:gd name="T4" fmla="*/ 11 w 11"/>
                <a:gd name="T5" fmla="*/ 10 h 10"/>
                <a:gd name="T6" fmla="*/ 11 w 11"/>
                <a:gd name="T7" fmla="*/ 9 h 10"/>
                <a:gd name="T8" fmla="*/ 0 w 1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0" y="0"/>
                  </a:moveTo>
                  <a:lnTo>
                    <a:pt x="3" y="5"/>
                  </a:lnTo>
                  <a:lnTo>
                    <a:pt x="11" y="10"/>
                  </a:lnTo>
                  <a:lnTo>
                    <a:pt x="11" y="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Freeform 845"/>
            <p:cNvSpPr/>
            <p:nvPr/>
          </p:nvSpPr>
          <p:spPr bwMode="auto">
            <a:xfrm>
              <a:off x="3379851" y="4599025"/>
              <a:ext cx="17462" cy="15875"/>
            </a:xfrm>
            <a:custGeom>
              <a:avLst/>
              <a:gdLst>
                <a:gd name="T0" fmla="*/ 0 w 11"/>
                <a:gd name="T1" fmla="*/ 0 h 10"/>
                <a:gd name="T2" fmla="*/ 3 w 11"/>
                <a:gd name="T3" fmla="*/ 5 h 10"/>
                <a:gd name="T4" fmla="*/ 11 w 11"/>
                <a:gd name="T5" fmla="*/ 10 h 10"/>
                <a:gd name="T6" fmla="*/ 11 w 11"/>
                <a:gd name="T7" fmla="*/ 9 h 10"/>
                <a:gd name="T8" fmla="*/ 0 w 1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0" y="0"/>
                  </a:moveTo>
                  <a:lnTo>
                    <a:pt x="3" y="5"/>
                  </a:lnTo>
                  <a:lnTo>
                    <a:pt x="11" y="10"/>
                  </a:lnTo>
                  <a:lnTo>
                    <a:pt x="11" y="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Freeform 846"/>
            <p:cNvSpPr/>
            <p:nvPr/>
          </p:nvSpPr>
          <p:spPr bwMode="auto">
            <a:xfrm>
              <a:off x="3384614" y="4606962"/>
              <a:ext cx="12700" cy="7938"/>
            </a:xfrm>
            <a:custGeom>
              <a:avLst/>
              <a:gdLst>
                <a:gd name="T0" fmla="*/ 0 w 8"/>
                <a:gd name="T1" fmla="*/ 0 h 5"/>
                <a:gd name="T2" fmla="*/ 0 w 8"/>
                <a:gd name="T3" fmla="*/ 0 h 5"/>
                <a:gd name="T4" fmla="*/ 8 w 8"/>
                <a:gd name="T5" fmla="*/ 5 h 5"/>
                <a:gd name="T6" fmla="*/ 8 w 8"/>
                <a:gd name="T7" fmla="*/ 5 h 5"/>
                <a:gd name="T8" fmla="*/ 0 w 8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0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Freeform 847"/>
            <p:cNvSpPr/>
            <p:nvPr/>
          </p:nvSpPr>
          <p:spPr bwMode="auto">
            <a:xfrm>
              <a:off x="3384614" y="4606962"/>
              <a:ext cx="12700" cy="7938"/>
            </a:xfrm>
            <a:custGeom>
              <a:avLst/>
              <a:gdLst>
                <a:gd name="T0" fmla="*/ 0 w 8"/>
                <a:gd name="T1" fmla="*/ 0 h 5"/>
                <a:gd name="T2" fmla="*/ 0 w 8"/>
                <a:gd name="T3" fmla="*/ 0 h 5"/>
                <a:gd name="T4" fmla="*/ 8 w 8"/>
                <a:gd name="T5" fmla="*/ 5 h 5"/>
                <a:gd name="T6" fmla="*/ 8 w 8"/>
                <a:gd name="T7" fmla="*/ 5 h 5"/>
                <a:gd name="T8" fmla="*/ 0 w 8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0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Freeform 848"/>
            <p:cNvSpPr/>
            <p:nvPr/>
          </p:nvSpPr>
          <p:spPr bwMode="auto">
            <a:xfrm>
              <a:off x="3384614" y="4606962"/>
              <a:ext cx="12700" cy="9525"/>
            </a:xfrm>
            <a:custGeom>
              <a:avLst/>
              <a:gdLst>
                <a:gd name="T0" fmla="*/ 0 w 8"/>
                <a:gd name="T1" fmla="*/ 0 h 6"/>
                <a:gd name="T2" fmla="*/ 4 w 8"/>
                <a:gd name="T3" fmla="*/ 5 h 6"/>
                <a:gd name="T4" fmla="*/ 8 w 8"/>
                <a:gd name="T5" fmla="*/ 6 h 6"/>
                <a:gd name="T6" fmla="*/ 8 w 8"/>
                <a:gd name="T7" fmla="*/ 5 h 6"/>
                <a:gd name="T8" fmla="*/ 0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4" y="5"/>
                  </a:lnTo>
                  <a:lnTo>
                    <a:pt x="8" y="6"/>
                  </a:lnTo>
                  <a:lnTo>
                    <a:pt x="8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849"/>
            <p:cNvSpPr/>
            <p:nvPr/>
          </p:nvSpPr>
          <p:spPr bwMode="auto">
            <a:xfrm>
              <a:off x="3384614" y="4606962"/>
              <a:ext cx="12700" cy="9525"/>
            </a:xfrm>
            <a:custGeom>
              <a:avLst/>
              <a:gdLst>
                <a:gd name="T0" fmla="*/ 0 w 8"/>
                <a:gd name="T1" fmla="*/ 0 h 6"/>
                <a:gd name="T2" fmla="*/ 4 w 8"/>
                <a:gd name="T3" fmla="*/ 5 h 6"/>
                <a:gd name="T4" fmla="*/ 8 w 8"/>
                <a:gd name="T5" fmla="*/ 6 h 6"/>
                <a:gd name="T6" fmla="*/ 8 w 8"/>
                <a:gd name="T7" fmla="*/ 5 h 6"/>
                <a:gd name="T8" fmla="*/ 0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4" y="5"/>
                  </a:lnTo>
                  <a:lnTo>
                    <a:pt x="8" y="6"/>
                  </a:lnTo>
                  <a:lnTo>
                    <a:pt x="8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Freeform 850"/>
            <p:cNvSpPr/>
            <p:nvPr/>
          </p:nvSpPr>
          <p:spPr bwMode="auto">
            <a:xfrm>
              <a:off x="3390964" y="4614900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2 w 4"/>
                <a:gd name="T3" fmla="*/ 3 h 3"/>
                <a:gd name="T4" fmla="*/ 4 w 4"/>
                <a:gd name="T5" fmla="*/ 3 h 3"/>
                <a:gd name="T6" fmla="*/ 4 w 4"/>
                <a:gd name="T7" fmla="*/ 1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2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851"/>
            <p:cNvSpPr/>
            <p:nvPr/>
          </p:nvSpPr>
          <p:spPr bwMode="auto">
            <a:xfrm>
              <a:off x="3390964" y="4614900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2 w 4"/>
                <a:gd name="T3" fmla="*/ 3 h 3"/>
                <a:gd name="T4" fmla="*/ 4 w 4"/>
                <a:gd name="T5" fmla="*/ 3 h 3"/>
                <a:gd name="T6" fmla="*/ 4 w 4"/>
                <a:gd name="T7" fmla="*/ 1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2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2" name="Freeform 852"/>
            <p:cNvSpPr/>
            <p:nvPr/>
          </p:nvSpPr>
          <p:spPr bwMode="auto">
            <a:xfrm>
              <a:off x="3397314" y="4613312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1 h 3"/>
                <a:gd name="T4" fmla="*/ 2 w 2"/>
                <a:gd name="T5" fmla="*/ 3 h 3"/>
                <a:gd name="T6" fmla="*/ 2 w 2"/>
                <a:gd name="T7" fmla="*/ 3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3" name="Freeform 853"/>
            <p:cNvSpPr/>
            <p:nvPr/>
          </p:nvSpPr>
          <p:spPr bwMode="auto">
            <a:xfrm>
              <a:off x="3397314" y="4613312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1 h 3"/>
                <a:gd name="T4" fmla="*/ 2 w 2"/>
                <a:gd name="T5" fmla="*/ 3 h 3"/>
                <a:gd name="T6" fmla="*/ 2 w 2"/>
                <a:gd name="T7" fmla="*/ 3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4" name="Freeform 854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5" name="Freeform 855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6" name="Freeform 856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7" name="Freeform 857"/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8" name="Freeform 858"/>
            <p:cNvSpPr/>
            <p:nvPr/>
          </p:nvSpPr>
          <p:spPr bwMode="auto">
            <a:xfrm>
              <a:off x="3397314" y="461648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9" name="Freeform 859"/>
            <p:cNvSpPr/>
            <p:nvPr/>
          </p:nvSpPr>
          <p:spPr bwMode="auto">
            <a:xfrm>
              <a:off x="3397314" y="461648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0" name="Rectangle 860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1" name="Rectangle 861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2" name="Rectangle 862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3" name="Rectangle 863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4" name="Freeform 864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5" name="Freeform 865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6" name="Freeform 866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7" name="Freeform 867"/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8" name="Freeform 868"/>
            <p:cNvSpPr>
              <a:spLocks noEditPoints="1"/>
            </p:cNvSpPr>
            <p:nvPr/>
          </p:nvSpPr>
          <p:spPr bwMode="auto">
            <a:xfrm>
              <a:off x="3421126" y="4645062"/>
              <a:ext cx="927100" cy="954088"/>
            </a:xfrm>
            <a:custGeom>
              <a:avLst/>
              <a:gdLst>
                <a:gd name="T0" fmla="*/ 432 w 584"/>
                <a:gd name="T1" fmla="*/ 600 h 601"/>
                <a:gd name="T2" fmla="*/ 430 w 584"/>
                <a:gd name="T3" fmla="*/ 600 h 601"/>
                <a:gd name="T4" fmla="*/ 431 w 584"/>
                <a:gd name="T5" fmla="*/ 601 h 601"/>
                <a:gd name="T6" fmla="*/ 432 w 584"/>
                <a:gd name="T7" fmla="*/ 600 h 601"/>
                <a:gd name="T8" fmla="*/ 0 w 584"/>
                <a:gd name="T9" fmla="*/ 0 h 601"/>
                <a:gd name="T10" fmla="*/ 433 w 584"/>
                <a:gd name="T11" fmla="*/ 597 h 601"/>
                <a:gd name="T12" fmla="*/ 435 w 584"/>
                <a:gd name="T13" fmla="*/ 598 h 601"/>
                <a:gd name="T14" fmla="*/ 584 w 584"/>
                <a:gd name="T15" fmla="*/ 502 h 601"/>
                <a:gd name="T16" fmla="*/ 580 w 584"/>
                <a:gd name="T17" fmla="*/ 499 h 601"/>
                <a:gd name="T18" fmla="*/ 432 w 584"/>
                <a:gd name="T19" fmla="*/ 595 h 601"/>
                <a:gd name="T20" fmla="*/ 0 w 584"/>
                <a:gd name="T21" fmla="*/ 0 h 601"/>
                <a:gd name="T22" fmla="*/ 173 w 584"/>
                <a:gd name="T23" fmla="*/ 149 h 601"/>
                <a:gd name="T24" fmla="*/ 0 w 584"/>
                <a:gd name="T25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4" h="601">
                  <a:moveTo>
                    <a:pt x="432" y="600"/>
                  </a:moveTo>
                  <a:lnTo>
                    <a:pt x="430" y="600"/>
                  </a:lnTo>
                  <a:lnTo>
                    <a:pt x="431" y="601"/>
                  </a:lnTo>
                  <a:lnTo>
                    <a:pt x="432" y="600"/>
                  </a:lnTo>
                  <a:close/>
                  <a:moveTo>
                    <a:pt x="0" y="0"/>
                  </a:moveTo>
                  <a:lnTo>
                    <a:pt x="433" y="597"/>
                  </a:lnTo>
                  <a:lnTo>
                    <a:pt x="435" y="598"/>
                  </a:lnTo>
                  <a:lnTo>
                    <a:pt x="584" y="502"/>
                  </a:lnTo>
                  <a:lnTo>
                    <a:pt x="580" y="499"/>
                  </a:lnTo>
                  <a:lnTo>
                    <a:pt x="432" y="595"/>
                  </a:lnTo>
                  <a:lnTo>
                    <a:pt x="0" y="0"/>
                  </a:lnTo>
                  <a:lnTo>
                    <a:pt x="173" y="14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9" name="Freeform 869"/>
            <p:cNvSpPr>
              <a:spLocks noEditPoints="1"/>
            </p:cNvSpPr>
            <p:nvPr/>
          </p:nvSpPr>
          <p:spPr bwMode="auto">
            <a:xfrm>
              <a:off x="3421126" y="4645062"/>
              <a:ext cx="927100" cy="954088"/>
            </a:xfrm>
            <a:custGeom>
              <a:avLst/>
              <a:gdLst>
                <a:gd name="T0" fmla="*/ 432 w 584"/>
                <a:gd name="T1" fmla="*/ 600 h 601"/>
                <a:gd name="T2" fmla="*/ 430 w 584"/>
                <a:gd name="T3" fmla="*/ 600 h 601"/>
                <a:gd name="T4" fmla="*/ 431 w 584"/>
                <a:gd name="T5" fmla="*/ 601 h 601"/>
                <a:gd name="T6" fmla="*/ 432 w 584"/>
                <a:gd name="T7" fmla="*/ 600 h 601"/>
                <a:gd name="T8" fmla="*/ 0 w 584"/>
                <a:gd name="T9" fmla="*/ 0 h 601"/>
                <a:gd name="T10" fmla="*/ 433 w 584"/>
                <a:gd name="T11" fmla="*/ 597 h 601"/>
                <a:gd name="T12" fmla="*/ 435 w 584"/>
                <a:gd name="T13" fmla="*/ 598 h 601"/>
                <a:gd name="T14" fmla="*/ 584 w 584"/>
                <a:gd name="T15" fmla="*/ 502 h 601"/>
                <a:gd name="T16" fmla="*/ 580 w 584"/>
                <a:gd name="T17" fmla="*/ 499 h 601"/>
                <a:gd name="T18" fmla="*/ 432 w 584"/>
                <a:gd name="T19" fmla="*/ 595 h 601"/>
                <a:gd name="T20" fmla="*/ 0 w 584"/>
                <a:gd name="T21" fmla="*/ 0 h 601"/>
                <a:gd name="T22" fmla="*/ 173 w 584"/>
                <a:gd name="T23" fmla="*/ 149 h 601"/>
                <a:gd name="T24" fmla="*/ 0 w 584"/>
                <a:gd name="T25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4" h="601">
                  <a:moveTo>
                    <a:pt x="432" y="600"/>
                  </a:moveTo>
                  <a:lnTo>
                    <a:pt x="430" y="600"/>
                  </a:lnTo>
                  <a:lnTo>
                    <a:pt x="431" y="601"/>
                  </a:lnTo>
                  <a:lnTo>
                    <a:pt x="432" y="600"/>
                  </a:lnTo>
                  <a:moveTo>
                    <a:pt x="0" y="0"/>
                  </a:moveTo>
                  <a:lnTo>
                    <a:pt x="433" y="597"/>
                  </a:lnTo>
                  <a:lnTo>
                    <a:pt x="435" y="598"/>
                  </a:lnTo>
                  <a:lnTo>
                    <a:pt x="584" y="502"/>
                  </a:lnTo>
                  <a:lnTo>
                    <a:pt x="580" y="499"/>
                  </a:lnTo>
                  <a:lnTo>
                    <a:pt x="432" y="595"/>
                  </a:lnTo>
                  <a:lnTo>
                    <a:pt x="0" y="0"/>
                  </a:lnTo>
                  <a:lnTo>
                    <a:pt x="173" y="14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0" name="Freeform 870"/>
            <p:cNvSpPr/>
            <p:nvPr/>
          </p:nvSpPr>
          <p:spPr bwMode="auto">
            <a:xfrm>
              <a:off x="3403664" y="4629187"/>
              <a:ext cx="708025" cy="968375"/>
            </a:xfrm>
            <a:custGeom>
              <a:avLst/>
              <a:gdLst>
                <a:gd name="T0" fmla="*/ 0 w 446"/>
                <a:gd name="T1" fmla="*/ 0 h 610"/>
                <a:gd name="T2" fmla="*/ 0 w 446"/>
                <a:gd name="T3" fmla="*/ 2 h 610"/>
                <a:gd name="T4" fmla="*/ 441 w 446"/>
                <a:gd name="T5" fmla="*/ 610 h 610"/>
                <a:gd name="T6" fmla="*/ 443 w 446"/>
                <a:gd name="T7" fmla="*/ 610 h 610"/>
                <a:gd name="T8" fmla="*/ 444 w 446"/>
                <a:gd name="T9" fmla="*/ 610 h 610"/>
                <a:gd name="T10" fmla="*/ 446 w 446"/>
                <a:gd name="T11" fmla="*/ 608 h 610"/>
                <a:gd name="T12" fmla="*/ 444 w 446"/>
                <a:gd name="T13" fmla="*/ 607 h 610"/>
                <a:gd name="T14" fmla="*/ 11 w 446"/>
                <a:gd name="T15" fmla="*/ 10 h 610"/>
                <a:gd name="T16" fmla="*/ 0 w 446"/>
                <a:gd name="T17" fmla="*/ 0 h 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6" h="610">
                  <a:moveTo>
                    <a:pt x="0" y="0"/>
                  </a:moveTo>
                  <a:lnTo>
                    <a:pt x="0" y="2"/>
                  </a:lnTo>
                  <a:lnTo>
                    <a:pt x="441" y="610"/>
                  </a:lnTo>
                  <a:lnTo>
                    <a:pt x="443" y="610"/>
                  </a:lnTo>
                  <a:lnTo>
                    <a:pt x="444" y="610"/>
                  </a:lnTo>
                  <a:lnTo>
                    <a:pt x="446" y="608"/>
                  </a:lnTo>
                  <a:lnTo>
                    <a:pt x="444" y="607"/>
                  </a:lnTo>
                  <a:lnTo>
                    <a:pt x="11" y="1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2" name="Freeform 872"/>
            <p:cNvSpPr/>
            <p:nvPr/>
          </p:nvSpPr>
          <p:spPr bwMode="auto">
            <a:xfrm>
              <a:off x="3398901" y="4626012"/>
              <a:ext cx="4762" cy="6350"/>
            </a:xfrm>
            <a:custGeom>
              <a:avLst/>
              <a:gdLst>
                <a:gd name="T0" fmla="*/ 0 w 3"/>
                <a:gd name="T1" fmla="*/ 0 h 4"/>
                <a:gd name="T2" fmla="*/ 0 w 3"/>
                <a:gd name="T3" fmla="*/ 0 h 4"/>
                <a:gd name="T4" fmla="*/ 3 w 3"/>
                <a:gd name="T5" fmla="*/ 4 h 4"/>
                <a:gd name="T6" fmla="*/ 3 w 3"/>
                <a:gd name="T7" fmla="*/ 2 h 4"/>
                <a:gd name="T8" fmla="*/ 0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3" name="Freeform 873"/>
            <p:cNvSpPr/>
            <p:nvPr/>
          </p:nvSpPr>
          <p:spPr bwMode="auto">
            <a:xfrm>
              <a:off x="3398901" y="4626012"/>
              <a:ext cx="4762" cy="6350"/>
            </a:xfrm>
            <a:custGeom>
              <a:avLst/>
              <a:gdLst>
                <a:gd name="T0" fmla="*/ 0 w 3"/>
                <a:gd name="T1" fmla="*/ 0 h 4"/>
                <a:gd name="T2" fmla="*/ 0 w 3"/>
                <a:gd name="T3" fmla="*/ 0 h 4"/>
                <a:gd name="T4" fmla="*/ 3 w 3"/>
                <a:gd name="T5" fmla="*/ 4 h 4"/>
                <a:gd name="T6" fmla="*/ 3 w 3"/>
                <a:gd name="T7" fmla="*/ 2 h 4"/>
                <a:gd name="T8" fmla="*/ 0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4" name="Freeform 874"/>
            <p:cNvSpPr/>
            <p:nvPr/>
          </p:nvSpPr>
          <p:spPr bwMode="auto">
            <a:xfrm>
              <a:off x="3397314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5" name="Freeform 875"/>
            <p:cNvSpPr/>
            <p:nvPr/>
          </p:nvSpPr>
          <p:spPr bwMode="auto">
            <a:xfrm>
              <a:off x="3397314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6" name="Freeform 876"/>
            <p:cNvSpPr/>
            <p:nvPr/>
          </p:nvSpPr>
          <p:spPr bwMode="auto">
            <a:xfrm>
              <a:off x="3397314" y="462442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7" name="Freeform 877"/>
            <p:cNvSpPr/>
            <p:nvPr/>
          </p:nvSpPr>
          <p:spPr bwMode="auto">
            <a:xfrm>
              <a:off x="3397314" y="462442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8" name="Rectangle 878"/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9" name="Freeform 879"/>
            <p:cNvSpPr/>
            <p:nvPr/>
          </p:nvSpPr>
          <p:spPr bwMode="auto">
            <a:xfrm flipH="1">
              <a:off x="3397314" y="46244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0" name="Freeform 880"/>
            <p:cNvSpPr>
              <a:spLocks noEditPoints="1"/>
            </p:cNvSpPr>
            <p:nvPr/>
          </p:nvSpPr>
          <p:spPr bwMode="auto">
            <a:xfrm>
              <a:off x="4059301" y="5183225"/>
              <a:ext cx="295275" cy="255588"/>
            </a:xfrm>
            <a:custGeom>
              <a:avLst/>
              <a:gdLst>
                <a:gd name="T0" fmla="*/ 184 w 186"/>
                <a:gd name="T1" fmla="*/ 159 h 161"/>
                <a:gd name="T2" fmla="*/ 185 w 186"/>
                <a:gd name="T3" fmla="*/ 161 h 161"/>
                <a:gd name="T4" fmla="*/ 186 w 186"/>
                <a:gd name="T5" fmla="*/ 160 h 161"/>
                <a:gd name="T6" fmla="*/ 184 w 186"/>
                <a:gd name="T7" fmla="*/ 159 h 161"/>
                <a:gd name="T8" fmla="*/ 0 w 186"/>
                <a:gd name="T9" fmla="*/ 0 h 161"/>
                <a:gd name="T10" fmla="*/ 179 w 186"/>
                <a:gd name="T11" fmla="*/ 154 h 161"/>
                <a:gd name="T12" fmla="*/ 0 w 186"/>
                <a:gd name="T1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6" h="161">
                  <a:moveTo>
                    <a:pt x="184" y="159"/>
                  </a:moveTo>
                  <a:lnTo>
                    <a:pt x="185" y="161"/>
                  </a:lnTo>
                  <a:lnTo>
                    <a:pt x="186" y="160"/>
                  </a:lnTo>
                  <a:lnTo>
                    <a:pt x="184" y="159"/>
                  </a:lnTo>
                  <a:close/>
                  <a:moveTo>
                    <a:pt x="0" y="0"/>
                  </a:moveTo>
                  <a:lnTo>
                    <a:pt x="179" y="15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1" name="Freeform 881"/>
            <p:cNvSpPr>
              <a:spLocks noEditPoints="1"/>
            </p:cNvSpPr>
            <p:nvPr/>
          </p:nvSpPr>
          <p:spPr bwMode="auto">
            <a:xfrm>
              <a:off x="4059301" y="5183225"/>
              <a:ext cx="295275" cy="255588"/>
            </a:xfrm>
            <a:custGeom>
              <a:avLst/>
              <a:gdLst>
                <a:gd name="T0" fmla="*/ 184 w 186"/>
                <a:gd name="T1" fmla="*/ 159 h 161"/>
                <a:gd name="T2" fmla="*/ 185 w 186"/>
                <a:gd name="T3" fmla="*/ 161 h 161"/>
                <a:gd name="T4" fmla="*/ 186 w 186"/>
                <a:gd name="T5" fmla="*/ 160 h 161"/>
                <a:gd name="T6" fmla="*/ 184 w 186"/>
                <a:gd name="T7" fmla="*/ 159 h 161"/>
                <a:gd name="T8" fmla="*/ 0 w 186"/>
                <a:gd name="T9" fmla="*/ 0 h 161"/>
                <a:gd name="T10" fmla="*/ 179 w 186"/>
                <a:gd name="T11" fmla="*/ 154 h 161"/>
                <a:gd name="T12" fmla="*/ 0 w 186"/>
                <a:gd name="T1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6" h="161">
                  <a:moveTo>
                    <a:pt x="184" y="159"/>
                  </a:moveTo>
                  <a:lnTo>
                    <a:pt x="185" y="161"/>
                  </a:lnTo>
                  <a:lnTo>
                    <a:pt x="186" y="160"/>
                  </a:lnTo>
                  <a:lnTo>
                    <a:pt x="184" y="159"/>
                  </a:lnTo>
                  <a:moveTo>
                    <a:pt x="0" y="0"/>
                  </a:moveTo>
                  <a:lnTo>
                    <a:pt x="179" y="15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2" name="Rectangle 882"/>
            <p:cNvSpPr>
              <a:spLocks noChangeArrowheads="1"/>
            </p:cNvSpPr>
            <p:nvPr/>
          </p:nvSpPr>
          <p:spPr bwMode="auto">
            <a:xfrm>
              <a:off x="3394139" y="4619662"/>
              <a:ext cx="3175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3" name="Rectangle 883"/>
            <p:cNvSpPr>
              <a:spLocks noChangeArrowheads="1"/>
            </p:cNvSpPr>
            <p:nvPr/>
          </p:nvSpPr>
          <p:spPr bwMode="auto">
            <a:xfrm>
              <a:off x="3394139" y="4619662"/>
              <a:ext cx="3175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4" name="Freeform 884"/>
            <p:cNvSpPr/>
            <p:nvPr/>
          </p:nvSpPr>
          <p:spPr bwMode="auto">
            <a:xfrm>
              <a:off x="3410014" y="4629187"/>
              <a:ext cx="942975" cy="812800"/>
            </a:xfrm>
            <a:custGeom>
              <a:avLst/>
              <a:gdLst>
                <a:gd name="T0" fmla="*/ 0 w 594"/>
                <a:gd name="T1" fmla="*/ 0 h 512"/>
                <a:gd name="T2" fmla="*/ 7 w 594"/>
                <a:gd name="T3" fmla="*/ 10 h 512"/>
                <a:gd name="T4" fmla="*/ 180 w 594"/>
                <a:gd name="T5" fmla="*/ 159 h 512"/>
                <a:gd name="T6" fmla="*/ 587 w 594"/>
                <a:gd name="T7" fmla="*/ 509 h 512"/>
                <a:gd name="T8" fmla="*/ 591 w 594"/>
                <a:gd name="T9" fmla="*/ 512 h 512"/>
                <a:gd name="T10" fmla="*/ 594 w 594"/>
                <a:gd name="T11" fmla="*/ 510 h 512"/>
                <a:gd name="T12" fmla="*/ 593 w 594"/>
                <a:gd name="T13" fmla="*/ 508 h 512"/>
                <a:gd name="T14" fmla="*/ 588 w 594"/>
                <a:gd name="T15" fmla="*/ 503 h 512"/>
                <a:gd name="T16" fmla="*/ 588 w 594"/>
                <a:gd name="T17" fmla="*/ 503 h 512"/>
                <a:gd name="T18" fmla="*/ 409 w 594"/>
                <a:gd name="T19" fmla="*/ 349 h 512"/>
                <a:gd name="T20" fmla="*/ 4 w 594"/>
                <a:gd name="T21" fmla="*/ 1 h 512"/>
                <a:gd name="T22" fmla="*/ 0 w 594"/>
                <a:gd name="T23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4" h="512">
                  <a:moveTo>
                    <a:pt x="0" y="0"/>
                  </a:moveTo>
                  <a:lnTo>
                    <a:pt x="7" y="10"/>
                  </a:lnTo>
                  <a:lnTo>
                    <a:pt x="180" y="159"/>
                  </a:lnTo>
                  <a:lnTo>
                    <a:pt x="587" y="509"/>
                  </a:lnTo>
                  <a:lnTo>
                    <a:pt x="591" y="512"/>
                  </a:lnTo>
                  <a:lnTo>
                    <a:pt x="594" y="510"/>
                  </a:lnTo>
                  <a:lnTo>
                    <a:pt x="593" y="508"/>
                  </a:lnTo>
                  <a:lnTo>
                    <a:pt x="588" y="503"/>
                  </a:lnTo>
                  <a:lnTo>
                    <a:pt x="588" y="503"/>
                  </a:lnTo>
                  <a:lnTo>
                    <a:pt x="409" y="349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6" name="Freeform 886"/>
            <p:cNvSpPr/>
            <p:nvPr/>
          </p:nvSpPr>
          <p:spPr bwMode="auto">
            <a:xfrm>
              <a:off x="3405251" y="4622837"/>
              <a:ext cx="11112" cy="7938"/>
            </a:xfrm>
            <a:custGeom>
              <a:avLst/>
              <a:gdLst>
                <a:gd name="T0" fmla="*/ 1 w 7"/>
                <a:gd name="T1" fmla="*/ 0 h 5"/>
                <a:gd name="T2" fmla="*/ 0 w 7"/>
                <a:gd name="T3" fmla="*/ 0 h 5"/>
                <a:gd name="T4" fmla="*/ 3 w 7"/>
                <a:gd name="T5" fmla="*/ 4 h 5"/>
                <a:gd name="T6" fmla="*/ 7 w 7"/>
                <a:gd name="T7" fmla="*/ 5 h 5"/>
                <a:gd name="T8" fmla="*/ 1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7" y="5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7" name="Freeform 887"/>
            <p:cNvSpPr/>
            <p:nvPr/>
          </p:nvSpPr>
          <p:spPr bwMode="auto">
            <a:xfrm>
              <a:off x="3405251" y="4622837"/>
              <a:ext cx="11112" cy="7938"/>
            </a:xfrm>
            <a:custGeom>
              <a:avLst/>
              <a:gdLst>
                <a:gd name="T0" fmla="*/ 1 w 7"/>
                <a:gd name="T1" fmla="*/ 0 h 5"/>
                <a:gd name="T2" fmla="*/ 0 w 7"/>
                <a:gd name="T3" fmla="*/ 0 h 5"/>
                <a:gd name="T4" fmla="*/ 3 w 7"/>
                <a:gd name="T5" fmla="*/ 4 h 5"/>
                <a:gd name="T6" fmla="*/ 7 w 7"/>
                <a:gd name="T7" fmla="*/ 5 h 5"/>
                <a:gd name="T8" fmla="*/ 1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7" y="5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" name="Rectangle 888"/>
            <p:cNvSpPr>
              <a:spLocks noChangeArrowheads="1"/>
            </p:cNvSpPr>
            <p:nvPr/>
          </p:nvSpPr>
          <p:spPr bwMode="auto">
            <a:xfrm>
              <a:off x="3405251" y="46228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9" name="Rectangle 889"/>
            <p:cNvSpPr>
              <a:spLocks noChangeArrowheads="1"/>
            </p:cNvSpPr>
            <p:nvPr/>
          </p:nvSpPr>
          <p:spPr bwMode="auto">
            <a:xfrm>
              <a:off x="3405251" y="46228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0" name="Freeform 890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2" name="Freeform 891"/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3" name="Freeform 892"/>
            <p:cNvSpPr/>
            <p:nvPr/>
          </p:nvSpPr>
          <p:spPr bwMode="auto">
            <a:xfrm>
              <a:off x="3397314" y="4618075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2 h 2"/>
                <a:gd name="T10" fmla="*/ 1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4" name="Freeform 893"/>
            <p:cNvSpPr/>
            <p:nvPr/>
          </p:nvSpPr>
          <p:spPr bwMode="auto">
            <a:xfrm>
              <a:off x="3397314" y="4618075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2 h 2"/>
                <a:gd name="T10" fmla="*/ 1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5" name="Freeform 894"/>
            <p:cNvSpPr/>
            <p:nvPr/>
          </p:nvSpPr>
          <p:spPr bwMode="auto">
            <a:xfrm>
              <a:off x="3403664" y="4627600"/>
              <a:ext cx="17462" cy="17463"/>
            </a:xfrm>
            <a:custGeom>
              <a:avLst/>
              <a:gdLst>
                <a:gd name="T0" fmla="*/ 0 w 11"/>
                <a:gd name="T1" fmla="*/ 0 h 11"/>
                <a:gd name="T2" fmla="*/ 0 w 11"/>
                <a:gd name="T3" fmla="*/ 1 h 11"/>
                <a:gd name="T4" fmla="*/ 11 w 11"/>
                <a:gd name="T5" fmla="*/ 11 h 11"/>
                <a:gd name="T6" fmla="*/ 4 w 11"/>
                <a:gd name="T7" fmla="*/ 1 h 11"/>
                <a:gd name="T8" fmla="*/ 0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0" y="0"/>
                  </a:moveTo>
                  <a:lnTo>
                    <a:pt x="0" y="1"/>
                  </a:lnTo>
                  <a:lnTo>
                    <a:pt x="11" y="11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" name="Freeform 895"/>
            <p:cNvSpPr/>
            <p:nvPr/>
          </p:nvSpPr>
          <p:spPr bwMode="auto">
            <a:xfrm>
              <a:off x="3403664" y="4627600"/>
              <a:ext cx="17462" cy="17463"/>
            </a:xfrm>
            <a:custGeom>
              <a:avLst/>
              <a:gdLst>
                <a:gd name="T0" fmla="*/ 0 w 11"/>
                <a:gd name="T1" fmla="*/ 0 h 11"/>
                <a:gd name="T2" fmla="*/ 0 w 11"/>
                <a:gd name="T3" fmla="*/ 1 h 11"/>
                <a:gd name="T4" fmla="*/ 11 w 11"/>
                <a:gd name="T5" fmla="*/ 11 h 11"/>
                <a:gd name="T6" fmla="*/ 4 w 11"/>
                <a:gd name="T7" fmla="*/ 1 h 11"/>
                <a:gd name="T8" fmla="*/ 0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0" y="0"/>
                  </a:moveTo>
                  <a:lnTo>
                    <a:pt x="0" y="1"/>
                  </a:lnTo>
                  <a:lnTo>
                    <a:pt x="11" y="11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" name="Freeform 896"/>
            <p:cNvSpPr/>
            <p:nvPr/>
          </p:nvSpPr>
          <p:spPr bwMode="auto">
            <a:xfrm>
              <a:off x="3403664" y="4622837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1 h 4"/>
                <a:gd name="T4" fmla="*/ 0 w 4"/>
                <a:gd name="T5" fmla="*/ 3 h 4"/>
                <a:gd name="T6" fmla="*/ 4 w 4"/>
                <a:gd name="T7" fmla="*/ 4 h 4"/>
                <a:gd name="T8" fmla="*/ 1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" name="Freeform 897"/>
            <p:cNvSpPr/>
            <p:nvPr/>
          </p:nvSpPr>
          <p:spPr bwMode="auto">
            <a:xfrm>
              <a:off x="3403664" y="4622837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1 h 4"/>
                <a:gd name="T4" fmla="*/ 0 w 4"/>
                <a:gd name="T5" fmla="*/ 3 h 4"/>
                <a:gd name="T6" fmla="*/ 4 w 4"/>
                <a:gd name="T7" fmla="*/ 4 h 4"/>
                <a:gd name="T8" fmla="*/ 1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" name="Freeform 898"/>
            <p:cNvSpPr/>
            <p:nvPr/>
          </p:nvSpPr>
          <p:spPr bwMode="auto">
            <a:xfrm>
              <a:off x="3403664" y="46228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" name="Freeform 899"/>
            <p:cNvSpPr/>
            <p:nvPr/>
          </p:nvSpPr>
          <p:spPr bwMode="auto">
            <a:xfrm>
              <a:off x="3403664" y="46228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" name="Freeform 900"/>
            <p:cNvSpPr/>
            <p:nvPr/>
          </p:nvSpPr>
          <p:spPr bwMode="auto">
            <a:xfrm>
              <a:off x="3403664" y="46196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1 w 1"/>
                <a:gd name="T5" fmla="*/ 2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" name="Freeform 901"/>
            <p:cNvSpPr/>
            <p:nvPr/>
          </p:nvSpPr>
          <p:spPr bwMode="auto">
            <a:xfrm>
              <a:off x="3403664" y="46196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1 w 1"/>
                <a:gd name="T5" fmla="*/ 2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" name="Freeform 902"/>
            <p:cNvSpPr>
              <a:spLocks noEditPoints="1"/>
            </p:cNvSpPr>
            <p:nvPr/>
          </p:nvSpPr>
          <p:spPr bwMode="auto">
            <a:xfrm>
              <a:off x="3394139" y="4619662"/>
              <a:ext cx="9525" cy="3175"/>
            </a:xfrm>
            <a:custGeom>
              <a:avLst/>
              <a:gdLst>
                <a:gd name="T0" fmla="*/ 2 w 6"/>
                <a:gd name="T1" fmla="*/ 0 h 2"/>
                <a:gd name="T2" fmla="*/ 0 w 6"/>
                <a:gd name="T3" fmla="*/ 0 h 2"/>
                <a:gd name="T4" fmla="*/ 2 w 6"/>
                <a:gd name="T5" fmla="*/ 2 h 2"/>
                <a:gd name="T6" fmla="*/ 2 w 6"/>
                <a:gd name="T7" fmla="*/ 0 h 2"/>
                <a:gd name="T8" fmla="*/ 6 w 6"/>
                <a:gd name="T9" fmla="*/ 0 h 2"/>
                <a:gd name="T10" fmla="*/ 6 w 6"/>
                <a:gd name="T11" fmla="*/ 0 h 2"/>
                <a:gd name="T12" fmla="*/ 6 w 6"/>
                <a:gd name="T13" fmla="*/ 0 h 2"/>
                <a:gd name="T14" fmla="*/ 6 w 6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" name="Freeform 903"/>
            <p:cNvSpPr>
              <a:spLocks noEditPoints="1"/>
            </p:cNvSpPr>
            <p:nvPr/>
          </p:nvSpPr>
          <p:spPr bwMode="auto">
            <a:xfrm>
              <a:off x="3394139" y="4619662"/>
              <a:ext cx="9525" cy="3175"/>
            </a:xfrm>
            <a:custGeom>
              <a:avLst/>
              <a:gdLst>
                <a:gd name="T0" fmla="*/ 2 w 6"/>
                <a:gd name="T1" fmla="*/ 0 h 2"/>
                <a:gd name="T2" fmla="*/ 0 w 6"/>
                <a:gd name="T3" fmla="*/ 0 h 2"/>
                <a:gd name="T4" fmla="*/ 2 w 6"/>
                <a:gd name="T5" fmla="*/ 2 h 2"/>
                <a:gd name="T6" fmla="*/ 2 w 6"/>
                <a:gd name="T7" fmla="*/ 0 h 2"/>
                <a:gd name="T8" fmla="*/ 6 w 6"/>
                <a:gd name="T9" fmla="*/ 0 h 2"/>
                <a:gd name="T10" fmla="*/ 6 w 6"/>
                <a:gd name="T11" fmla="*/ 0 h 2"/>
                <a:gd name="T12" fmla="*/ 6 w 6"/>
                <a:gd name="T13" fmla="*/ 0 h 2"/>
                <a:gd name="T14" fmla="*/ 6 w 6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" name="Freeform 904"/>
            <p:cNvSpPr>
              <a:spLocks noEditPoints="1"/>
            </p:cNvSpPr>
            <p:nvPr/>
          </p:nvSpPr>
          <p:spPr bwMode="auto">
            <a:xfrm>
              <a:off x="3398901" y="4618075"/>
              <a:ext cx="4762" cy="11113"/>
            </a:xfrm>
            <a:custGeom>
              <a:avLst/>
              <a:gdLst>
                <a:gd name="T0" fmla="*/ 1 w 3"/>
                <a:gd name="T1" fmla="*/ 5 h 7"/>
                <a:gd name="T2" fmla="*/ 0 w 3"/>
                <a:gd name="T3" fmla="*/ 5 h 7"/>
                <a:gd name="T4" fmla="*/ 3 w 3"/>
                <a:gd name="T5" fmla="*/ 7 h 7"/>
                <a:gd name="T6" fmla="*/ 3 w 3"/>
                <a:gd name="T7" fmla="*/ 6 h 7"/>
                <a:gd name="T8" fmla="*/ 1 w 3"/>
                <a:gd name="T9" fmla="*/ 5 h 7"/>
                <a:gd name="T10" fmla="*/ 1 w 3"/>
                <a:gd name="T11" fmla="*/ 0 h 7"/>
                <a:gd name="T12" fmla="*/ 1 w 3"/>
                <a:gd name="T13" fmla="*/ 0 h 7"/>
                <a:gd name="T14" fmla="*/ 1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1" y="5"/>
                  </a:moveTo>
                  <a:lnTo>
                    <a:pt x="0" y="5"/>
                  </a:lnTo>
                  <a:lnTo>
                    <a:pt x="3" y="7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" name="Freeform 905"/>
            <p:cNvSpPr>
              <a:spLocks noEditPoints="1"/>
            </p:cNvSpPr>
            <p:nvPr/>
          </p:nvSpPr>
          <p:spPr bwMode="auto">
            <a:xfrm>
              <a:off x="3398901" y="4618075"/>
              <a:ext cx="4762" cy="11113"/>
            </a:xfrm>
            <a:custGeom>
              <a:avLst/>
              <a:gdLst>
                <a:gd name="T0" fmla="*/ 1 w 3"/>
                <a:gd name="T1" fmla="*/ 5 h 7"/>
                <a:gd name="T2" fmla="*/ 0 w 3"/>
                <a:gd name="T3" fmla="*/ 5 h 7"/>
                <a:gd name="T4" fmla="*/ 3 w 3"/>
                <a:gd name="T5" fmla="*/ 7 h 7"/>
                <a:gd name="T6" fmla="*/ 3 w 3"/>
                <a:gd name="T7" fmla="*/ 6 h 7"/>
                <a:gd name="T8" fmla="*/ 1 w 3"/>
                <a:gd name="T9" fmla="*/ 5 h 7"/>
                <a:gd name="T10" fmla="*/ 1 w 3"/>
                <a:gd name="T11" fmla="*/ 0 h 7"/>
                <a:gd name="T12" fmla="*/ 1 w 3"/>
                <a:gd name="T13" fmla="*/ 0 h 7"/>
                <a:gd name="T14" fmla="*/ 1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1" y="5"/>
                  </a:moveTo>
                  <a:lnTo>
                    <a:pt x="0" y="5"/>
                  </a:lnTo>
                  <a:lnTo>
                    <a:pt x="3" y="7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" name="Freeform 906"/>
            <p:cNvSpPr>
              <a:spLocks noEditPoints="1"/>
            </p:cNvSpPr>
            <p:nvPr/>
          </p:nvSpPr>
          <p:spPr bwMode="auto">
            <a:xfrm>
              <a:off x="3400489" y="4618075"/>
              <a:ext cx="3175" cy="9525"/>
            </a:xfrm>
            <a:custGeom>
              <a:avLst/>
              <a:gdLst>
                <a:gd name="T0" fmla="*/ 2 w 2"/>
                <a:gd name="T1" fmla="*/ 4 h 6"/>
                <a:gd name="T2" fmla="*/ 1 w 2"/>
                <a:gd name="T3" fmla="*/ 4 h 6"/>
                <a:gd name="T4" fmla="*/ 0 w 2"/>
                <a:gd name="T5" fmla="*/ 5 h 6"/>
                <a:gd name="T6" fmla="*/ 2 w 2"/>
                <a:gd name="T7" fmla="*/ 6 h 6"/>
                <a:gd name="T8" fmla="*/ 2 w 2"/>
                <a:gd name="T9" fmla="*/ 4 h 6"/>
                <a:gd name="T10" fmla="*/ 0 w 2"/>
                <a:gd name="T11" fmla="*/ 0 h 6"/>
                <a:gd name="T12" fmla="*/ 0 w 2"/>
                <a:gd name="T13" fmla="*/ 0 h 6"/>
                <a:gd name="T14" fmla="*/ 0 w 2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6">
                  <a:moveTo>
                    <a:pt x="2" y="4"/>
                  </a:moveTo>
                  <a:lnTo>
                    <a:pt x="1" y="4"/>
                  </a:lnTo>
                  <a:lnTo>
                    <a:pt x="0" y="5"/>
                  </a:lnTo>
                  <a:lnTo>
                    <a:pt x="2" y="6"/>
                  </a:lnTo>
                  <a:lnTo>
                    <a:pt x="2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" name="Freeform 907"/>
            <p:cNvSpPr>
              <a:spLocks noEditPoints="1"/>
            </p:cNvSpPr>
            <p:nvPr/>
          </p:nvSpPr>
          <p:spPr bwMode="auto">
            <a:xfrm>
              <a:off x="3400489" y="4618075"/>
              <a:ext cx="3175" cy="9525"/>
            </a:xfrm>
            <a:custGeom>
              <a:avLst/>
              <a:gdLst>
                <a:gd name="T0" fmla="*/ 2 w 2"/>
                <a:gd name="T1" fmla="*/ 4 h 6"/>
                <a:gd name="T2" fmla="*/ 1 w 2"/>
                <a:gd name="T3" fmla="*/ 4 h 6"/>
                <a:gd name="T4" fmla="*/ 0 w 2"/>
                <a:gd name="T5" fmla="*/ 5 h 6"/>
                <a:gd name="T6" fmla="*/ 2 w 2"/>
                <a:gd name="T7" fmla="*/ 6 h 6"/>
                <a:gd name="T8" fmla="*/ 2 w 2"/>
                <a:gd name="T9" fmla="*/ 4 h 6"/>
                <a:gd name="T10" fmla="*/ 0 w 2"/>
                <a:gd name="T11" fmla="*/ 0 h 6"/>
                <a:gd name="T12" fmla="*/ 0 w 2"/>
                <a:gd name="T13" fmla="*/ 0 h 6"/>
                <a:gd name="T14" fmla="*/ 0 w 2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6">
                  <a:moveTo>
                    <a:pt x="2" y="4"/>
                  </a:moveTo>
                  <a:lnTo>
                    <a:pt x="1" y="4"/>
                  </a:lnTo>
                  <a:lnTo>
                    <a:pt x="0" y="5"/>
                  </a:lnTo>
                  <a:lnTo>
                    <a:pt x="2" y="6"/>
                  </a:lnTo>
                  <a:lnTo>
                    <a:pt x="2" y="4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" name="Rectangle 908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" name="Rectangle 909"/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" name="Freeform 910"/>
            <p:cNvSpPr>
              <a:spLocks noEditPoints="1"/>
            </p:cNvSpPr>
            <p:nvPr/>
          </p:nvSpPr>
          <p:spPr bwMode="auto">
            <a:xfrm>
              <a:off x="3400489" y="4618075"/>
              <a:ext cx="3175" cy="6350"/>
            </a:xfrm>
            <a:custGeom>
              <a:avLst/>
              <a:gdLst>
                <a:gd name="T0" fmla="*/ 2 w 2"/>
                <a:gd name="T1" fmla="*/ 4 h 4"/>
                <a:gd name="T2" fmla="*/ 1 w 2"/>
                <a:gd name="T3" fmla="*/ 4 h 4"/>
                <a:gd name="T4" fmla="*/ 2 w 2"/>
                <a:gd name="T5" fmla="*/ 4 h 4"/>
                <a:gd name="T6" fmla="*/ 2 w 2"/>
                <a:gd name="T7" fmla="*/ 4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1 w 2"/>
                <a:gd name="T17" fmla="*/ 0 h 4"/>
                <a:gd name="T18" fmla="*/ 0 w 2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" name="Freeform 911"/>
            <p:cNvSpPr>
              <a:spLocks noEditPoints="1"/>
            </p:cNvSpPr>
            <p:nvPr/>
          </p:nvSpPr>
          <p:spPr bwMode="auto">
            <a:xfrm>
              <a:off x="3400489" y="4618075"/>
              <a:ext cx="3175" cy="6350"/>
            </a:xfrm>
            <a:custGeom>
              <a:avLst/>
              <a:gdLst>
                <a:gd name="T0" fmla="*/ 2 w 2"/>
                <a:gd name="T1" fmla="*/ 4 h 4"/>
                <a:gd name="T2" fmla="*/ 1 w 2"/>
                <a:gd name="T3" fmla="*/ 4 h 4"/>
                <a:gd name="T4" fmla="*/ 2 w 2"/>
                <a:gd name="T5" fmla="*/ 4 h 4"/>
                <a:gd name="T6" fmla="*/ 2 w 2"/>
                <a:gd name="T7" fmla="*/ 4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1 w 2"/>
                <a:gd name="T17" fmla="*/ 0 h 4"/>
                <a:gd name="T18" fmla="*/ 0 w 2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" name="Freeform 912"/>
            <p:cNvSpPr/>
            <p:nvPr/>
          </p:nvSpPr>
          <p:spPr bwMode="auto">
            <a:xfrm>
              <a:off x="3398901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1 h 1"/>
                <a:gd name="T10" fmla="*/ 0 w 1"/>
                <a:gd name="T11" fmla="*/ 0 h 1"/>
                <a:gd name="T12" fmla="*/ 0 w 1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" name="Freeform 913"/>
            <p:cNvSpPr/>
            <p:nvPr/>
          </p:nvSpPr>
          <p:spPr bwMode="auto">
            <a:xfrm>
              <a:off x="3398901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1 h 1"/>
                <a:gd name="T10" fmla="*/ 0 w 1"/>
                <a:gd name="T11" fmla="*/ 0 h 1"/>
                <a:gd name="T12" fmla="*/ 0 w 1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" name="Freeform 914"/>
            <p:cNvSpPr>
              <a:spLocks noEditPoints="1"/>
            </p:cNvSpPr>
            <p:nvPr/>
          </p:nvSpPr>
          <p:spPr bwMode="auto">
            <a:xfrm>
              <a:off x="3397314" y="4624425"/>
              <a:ext cx="4762" cy="1588"/>
            </a:xfrm>
            <a:custGeom>
              <a:avLst/>
              <a:gdLst>
                <a:gd name="T0" fmla="*/ 3 w 3"/>
                <a:gd name="T1" fmla="*/ 0 h 1"/>
                <a:gd name="T2" fmla="*/ 2 w 3"/>
                <a:gd name="T3" fmla="*/ 0 h 1"/>
                <a:gd name="T4" fmla="*/ 2 w 3"/>
                <a:gd name="T5" fmla="*/ 1 h 1"/>
                <a:gd name="T6" fmla="*/ 2 w 3"/>
                <a:gd name="T7" fmla="*/ 1 h 1"/>
                <a:gd name="T8" fmla="*/ 3 w 3"/>
                <a:gd name="T9" fmla="*/ 0 h 1"/>
                <a:gd name="T10" fmla="*/ 0 w 3"/>
                <a:gd name="T11" fmla="*/ 0 h 1"/>
                <a:gd name="T12" fmla="*/ 1 w 3"/>
                <a:gd name="T13" fmla="*/ 0 h 1"/>
                <a:gd name="T14" fmla="*/ 1 w 3"/>
                <a:gd name="T15" fmla="*/ 0 h 1"/>
                <a:gd name="T16" fmla="*/ 0 w 3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close/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8" name="Freeform 915"/>
            <p:cNvSpPr>
              <a:spLocks noEditPoints="1"/>
            </p:cNvSpPr>
            <p:nvPr/>
          </p:nvSpPr>
          <p:spPr bwMode="auto">
            <a:xfrm>
              <a:off x="3397314" y="4624425"/>
              <a:ext cx="4762" cy="1588"/>
            </a:xfrm>
            <a:custGeom>
              <a:avLst/>
              <a:gdLst>
                <a:gd name="T0" fmla="*/ 3 w 3"/>
                <a:gd name="T1" fmla="*/ 0 h 1"/>
                <a:gd name="T2" fmla="*/ 2 w 3"/>
                <a:gd name="T3" fmla="*/ 0 h 1"/>
                <a:gd name="T4" fmla="*/ 2 w 3"/>
                <a:gd name="T5" fmla="*/ 1 h 1"/>
                <a:gd name="T6" fmla="*/ 2 w 3"/>
                <a:gd name="T7" fmla="*/ 1 h 1"/>
                <a:gd name="T8" fmla="*/ 3 w 3"/>
                <a:gd name="T9" fmla="*/ 0 h 1"/>
                <a:gd name="T10" fmla="*/ 0 w 3"/>
                <a:gd name="T11" fmla="*/ 0 h 1"/>
                <a:gd name="T12" fmla="*/ 1 w 3"/>
                <a:gd name="T13" fmla="*/ 0 h 1"/>
                <a:gd name="T14" fmla="*/ 1 w 3"/>
                <a:gd name="T15" fmla="*/ 0 h 1"/>
                <a:gd name="T16" fmla="*/ 0 w 3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9" name="Freeform 916"/>
            <p:cNvSpPr>
              <a:spLocks noEditPoints="1"/>
            </p:cNvSpPr>
            <p:nvPr/>
          </p:nvSpPr>
          <p:spPr bwMode="auto">
            <a:xfrm>
              <a:off x="3398901" y="4618075"/>
              <a:ext cx="3175" cy="7938"/>
            </a:xfrm>
            <a:custGeom>
              <a:avLst/>
              <a:gdLst>
                <a:gd name="T0" fmla="*/ 0 w 2"/>
                <a:gd name="T1" fmla="*/ 4 h 5"/>
                <a:gd name="T2" fmla="*/ 0 w 2"/>
                <a:gd name="T3" fmla="*/ 5 h 5"/>
                <a:gd name="T4" fmla="*/ 1 w 2"/>
                <a:gd name="T5" fmla="*/ 5 h 5"/>
                <a:gd name="T6" fmla="*/ 0 w 2"/>
                <a:gd name="T7" fmla="*/ 4 h 5"/>
                <a:gd name="T8" fmla="*/ 2 w 2"/>
                <a:gd name="T9" fmla="*/ 0 h 5"/>
                <a:gd name="T10" fmla="*/ 2 w 2"/>
                <a:gd name="T11" fmla="*/ 0 h 5"/>
                <a:gd name="T12" fmla="*/ 2 w 2"/>
                <a:gd name="T13" fmla="*/ 0 h 5"/>
                <a:gd name="T14" fmla="*/ 2 w 2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5">
                  <a:moveTo>
                    <a:pt x="0" y="4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0" y="4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0" name="Freeform 917"/>
            <p:cNvSpPr>
              <a:spLocks noEditPoints="1"/>
            </p:cNvSpPr>
            <p:nvPr/>
          </p:nvSpPr>
          <p:spPr bwMode="auto">
            <a:xfrm>
              <a:off x="3398901" y="4618075"/>
              <a:ext cx="3175" cy="7938"/>
            </a:xfrm>
            <a:custGeom>
              <a:avLst/>
              <a:gdLst>
                <a:gd name="T0" fmla="*/ 0 w 2"/>
                <a:gd name="T1" fmla="*/ 4 h 5"/>
                <a:gd name="T2" fmla="*/ 0 w 2"/>
                <a:gd name="T3" fmla="*/ 5 h 5"/>
                <a:gd name="T4" fmla="*/ 1 w 2"/>
                <a:gd name="T5" fmla="*/ 5 h 5"/>
                <a:gd name="T6" fmla="*/ 0 w 2"/>
                <a:gd name="T7" fmla="*/ 4 h 5"/>
                <a:gd name="T8" fmla="*/ 2 w 2"/>
                <a:gd name="T9" fmla="*/ 0 h 5"/>
                <a:gd name="T10" fmla="*/ 2 w 2"/>
                <a:gd name="T11" fmla="*/ 0 h 5"/>
                <a:gd name="T12" fmla="*/ 2 w 2"/>
                <a:gd name="T13" fmla="*/ 0 h 5"/>
                <a:gd name="T14" fmla="*/ 2 w 2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5">
                  <a:moveTo>
                    <a:pt x="0" y="4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0" y="4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1" name="Freeform 918"/>
            <p:cNvSpPr/>
            <p:nvPr/>
          </p:nvSpPr>
          <p:spPr bwMode="auto">
            <a:xfrm>
              <a:off x="3397314" y="4618075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1 w 4"/>
                <a:gd name="T3" fmla="*/ 0 h 5"/>
                <a:gd name="T4" fmla="*/ 1 w 4"/>
                <a:gd name="T5" fmla="*/ 0 h 5"/>
                <a:gd name="T6" fmla="*/ 2 w 4"/>
                <a:gd name="T7" fmla="*/ 2 h 5"/>
                <a:gd name="T8" fmla="*/ 1 w 4"/>
                <a:gd name="T9" fmla="*/ 0 h 5"/>
                <a:gd name="T10" fmla="*/ 0 w 4"/>
                <a:gd name="T11" fmla="*/ 1 h 5"/>
                <a:gd name="T12" fmla="*/ 0 w 4"/>
                <a:gd name="T13" fmla="*/ 3 h 5"/>
                <a:gd name="T14" fmla="*/ 0 w 4"/>
                <a:gd name="T15" fmla="*/ 4 h 5"/>
                <a:gd name="T16" fmla="*/ 0 w 4"/>
                <a:gd name="T17" fmla="*/ 4 h 5"/>
                <a:gd name="T18" fmla="*/ 1 w 4"/>
                <a:gd name="T19" fmla="*/ 4 h 5"/>
                <a:gd name="T20" fmla="*/ 2 w 4"/>
                <a:gd name="T21" fmla="*/ 5 h 5"/>
                <a:gd name="T22" fmla="*/ 2 w 4"/>
                <a:gd name="T23" fmla="*/ 4 h 5"/>
                <a:gd name="T24" fmla="*/ 3 w 4"/>
                <a:gd name="T25" fmla="*/ 4 h 5"/>
                <a:gd name="T26" fmla="*/ 4 w 4"/>
                <a:gd name="T27" fmla="*/ 4 h 5"/>
                <a:gd name="T28" fmla="*/ 4 w 4"/>
                <a:gd name="T29" fmla="*/ 1 h 5"/>
                <a:gd name="T30" fmla="*/ 4 w 4"/>
                <a:gd name="T31" fmla="*/ 1 h 5"/>
                <a:gd name="T32" fmla="*/ 3 w 4"/>
                <a:gd name="T33" fmla="*/ 0 h 5"/>
                <a:gd name="T34" fmla="*/ 3 w 4"/>
                <a:gd name="T35" fmla="*/ 0 h 5"/>
                <a:gd name="T36" fmla="*/ 2 w 4"/>
                <a:gd name="T37" fmla="*/ 0 h 5"/>
                <a:gd name="T38" fmla="*/ 2 w 4"/>
                <a:gd name="T3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2" name="Freeform 919"/>
            <p:cNvSpPr/>
            <p:nvPr/>
          </p:nvSpPr>
          <p:spPr bwMode="auto">
            <a:xfrm>
              <a:off x="3397314" y="4618075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1 w 4"/>
                <a:gd name="T3" fmla="*/ 0 h 5"/>
                <a:gd name="T4" fmla="*/ 1 w 4"/>
                <a:gd name="T5" fmla="*/ 0 h 5"/>
                <a:gd name="T6" fmla="*/ 2 w 4"/>
                <a:gd name="T7" fmla="*/ 2 h 5"/>
                <a:gd name="T8" fmla="*/ 1 w 4"/>
                <a:gd name="T9" fmla="*/ 0 h 5"/>
                <a:gd name="T10" fmla="*/ 0 w 4"/>
                <a:gd name="T11" fmla="*/ 1 h 5"/>
                <a:gd name="T12" fmla="*/ 0 w 4"/>
                <a:gd name="T13" fmla="*/ 3 h 5"/>
                <a:gd name="T14" fmla="*/ 0 w 4"/>
                <a:gd name="T15" fmla="*/ 4 h 5"/>
                <a:gd name="T16" fmla="*/ 0 w 4"/>
                <a:gd name="T17" fmla="*/ 4 h 5"/>
                <a:gd name="T18" fmla="*/ 1 w 4"/>
                <a:gd name="T19" fmla="*/ 4 h 5"/>
                <a:gd name="T20" fmla="*/ 2 w 4"/>
                <a:gd name="T21" fmla="*/ 5 h 5"/>
                <a:gd name="T22" fmla="*/ 2 w 4"/>
                <a:gd name="T23" fmla="*/ 4 h 5"/>
                <a:gd name="T24" fmla="*/ 3 w 4"/>
                <a:gd name="T25" fmla="*/ 4 h 5"/>
                <a:gd name="T26" fmla="*/ 4 w 4"/>
                <a:gd name="T27" fmla="*/ 4 h 5"/>
                <a:gd name="T28" fmla="*/ 4 w 4"/>
                <a:gd name="T29" fmla="*/ 1 h 5"/>
                <a:gd name="T30" fmla="*/ 4 w 4"/>
                <a:gd name="T31" fmla="*/ 1 h 5"/>
                <a:gd name="T32" fmla="*/ 3 w 4"/>
                <a:gd name="T33" fmla="*/ 0 h 5"/>
                <a:gd name="T34" fmla="*/ 3 w 4"/>
                <a:gd name="T35" fmla="*/ 0 h 5"/>
                <a:gd name="T36" fmla="*/ 2 w 4"/>
                <a:gd name="T37" fmla="*/ 0 h 5"/>
                <a:gd name="T38" fmla="*/ 2 w 4"/>
                <a:gd name="T3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582" name="组合 12581"/>
          <p:cNvGrpSpPr/>
          <p:nvPr/>
        </p:nvGrpSpPr>
        <p:grpSpPr>
          <a:xfrm flipH="1" flipV="1">
            <a:off x="9937213" y="740157"/>
            <a:ext cx="2268537" cy="1557339"/>
            <a:chOff x="11796349" y="8382981"/>
            <a:chExt cx="2268537" cy="1557339"/>
          </a:xfrm>
        </p:grpSpPr>
        <p:sp>
          <p:nvSpPr>
            <p:cNvPr id="945" name="Freeform 175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6" name="Freeform 176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7" name="Freeform 177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8" name="Freeform 178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7" name="Freeform 217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8" name="Freeform 218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1" name="Freeform 231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2" name="Freeform 232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3" name="Freeform 233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4" name="Freeform 234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5" name="Freeform 235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6" name="Freeform 236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7" name="Freeform 237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8" name="Freeform 238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9" name="Freeform 239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0" name="Freeform 240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1" name="Freeform 241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2" name="Freeform 242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3" name="Freeform 243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4" name="Freeform 244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5" name="Freeform 245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6" name="Freeform 246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7" name="Rectangle 247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8" name="Rectangle 248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9" name="Freeform 249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0" name="Freeform 250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1" name="Freeform 251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2" name="Freeform 252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3" name="Freeform 253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4" name="Freeform 254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5" name="Freeform 255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6" name="Freeform 256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7" name="Freeform 257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8" name="Freeform 258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9" name="Freeform 259"/>
            <p:cNvSpPr/>
            <p:nvPr/>
          </p:nvSpPr>
          <p:spPr bwMode="auto">
            <a:xfrm flipV="1">
              <a:off x="12637724" y="8395682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1" name="Freeform 261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2" name="Freeform 262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3" name="Freeform 263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4" name="Freeform 264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5" name="Freeform 265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6" name="Freeform 266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7" name="Freeform 267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8" name="Freeform 268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9" name="Freeform 269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0" name="Freeform 270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1" name="Rectangle 271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2" name="Rectangle 272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3" name="Freeform 273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4" name="Freeform 274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5" name="Freeform 275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6" name="Freeform 276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7" name="Freeform 277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" name="Freeform 278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" name="Freeform 279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" name="Freeform 280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1" name="Freeform 281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2" name="Freeform 282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3" name="Freeform 283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4" name="Freeform 284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5" name="Freeform 285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6" name="Freeform 286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7" name="Freeform 287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8" name="Freeform 288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9" name="Freeform 289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0" name="Freeform 290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1" name="Freeform 29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2" name="Freeform 29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7" name="Freeform 347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8" name="Freeform 348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9" name="Freeform 349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0" name="Freeform 350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1" name="Freeform 351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2" name="Freeform 352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3" name="Freeform 353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4" name="Freeform 354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5" name="Freeform 355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6" name="Freeform 356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7" name="Freeform 357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8" name="Freeform 358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9" name="Freeform 359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0" name="Freeform 360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1" name="Freeform 361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2" name="Freeform 362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3" name="Freeform 363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4" name="Freeform 364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5" name="Freeform 365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6" name="Freeform 366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7" name="Freeform 367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8" name="Freeform 368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9" name="Freeform 369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0" name="Freeform 370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1" name="Freeform 372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2" name="Freeform 373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3" name="Freeform 374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4" name="Freeform 375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5" name="Freeform 376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6" name="Freeform 377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7" name="Freeform 378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8" name="Freeform 379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9" name="Freeform 380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0" name="Freeform 381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1" name="Freeform 382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" name="Freeform 383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" name="Freeform 394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" name="Freeform 395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" name="Rectangle 400"/>
            <p:cNvSpPr>
              <a:spLocks noChangeArrowheads="1"/>
            </p:cNvSpPr>
            <p:nvPr/>
          </p:nvSpPr>
          <p:spPr bwMode="auto">
            <a:xfrm flipV="1">
              <a:off x="13909311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" name="Freeform 401"/>
            <p:cNvSpPr/>
            <p:nvPr/>
          </p:nvSpPr>
          <p:spPr bwMode="auto">
            <a:xfrm flipH="1" flipV="1">
              <a:off x="13909311" y="86734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" name="Freeform 404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" name="Freeform 405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" name="Freeform 406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" name="Freeform 407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" name="Freeform 412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" name="Freeform 413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" name="Rectangle 414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" name="Rectangle 415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" name="Freeform 424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8" name="Freeform 425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1" name="Freeform 428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2" name="Freeform 429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9" name="Freeform 436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0" name="Freeform 437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1" name="Freeform 438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2" name="Freeform 439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3" name="Freeform 440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4" name="Freeform 441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5" name="Freeform 442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6" name="Freeform 443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7" name="Freeform 444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8" name="Freeform 445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9" name="Freeform 446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" name="Freeform 447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1" name="Rectangle 448"/>
            <p:cNvSpPr>
              <a:spLocks noChangeArrowheads="1"/>
            </p:cNvSpPr>
            <p:nvPr/>
          </p:nvSpPr>
          <p:spPr bwMode="auto">
            <a:xfrm flipV="1">
              <a:off x="13926775" y="94085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2" name="Freeform 449"/>
            <p:cNvSpPr/>
            <p:nvPr/>
          </p:nvSpPr>
          <p:spPr bwMode="auto">
            <a:xfrm flipH="1" flipV="1">
              <a:off x="13926775" y="94100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3" name="Freeform 450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4" name="Freeform 451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5" name="Freeform 452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6" name="Freeform 453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7" name="Freeform 454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8" name="Freeform 455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9" name="Freeform 456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0" name="Freeform 457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1" name="Rectangle 458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2" name="Rectangle 459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3" name="Rectangle 460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4" name="Rectangle 461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5" name="Rectangle 462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6" name="Rectangle 463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7" name="Freeform 464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8" name="Freeform 465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9" name="Freeform 46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0" name="Freeform 46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1" name="Freeform 468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2" name="Freeform 469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3" name="Freeform 470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4" name="Freeform 471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5" name="Rectangle 472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6" name="Rectangle 473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7" name="Rectangle 474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8" name="Rectangle 475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9" name="Freeform 476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0" name="Freeform 477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1" name="Freeform 478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2" name="Freeform 479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3" name="Freeform 480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4" name="Freeform 481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5" name="Rectangle 482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6" name="Rectangle 483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7" name="Freeform 484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8" name="Freeform 485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9" name="Rectangle 486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0" name="Rectangle 487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1" name="Rectangle 488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2" name="Rectangle 489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3" name="Freeform 490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4" name="Freeform 491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5" name="Rectangle 492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6" name="Rectangle 493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7" name="Freeform 494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8" name="Freeform 495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9" name="Freeform 49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0" name="Freeform 49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1" name="Freeform 498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2" name="Freeform 499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3" name="Freeform 500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4" name="Freeform 501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5" name="Freeform 502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6" name="Freeform 503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7" name="Freeform 504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8" name="Freeform 505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9" name="Freeform 506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0" name="Freeform 507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1" name="Freeform 508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2" name="Freeform 509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3" name="Freeform 510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4" name="Freeform 511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5" name="Freeform 643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6" name="Freeform 644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7" name="Rectangle 64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8" name="Rectangle 64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9" name="Freeform 647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0" name="Freeform 648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1" name="Freeform 649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2" name="Freeform 650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3" name="Freeform 651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4" name="Freeform 652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5" name="Freeform 653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6" name="Freeform 654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7" name="Rectangle 65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8" name="Rectangle 65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9" name="Rectangle 657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0" name="Rectangle 658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1" name="Rectangle 659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2" name="Rectangle 660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3" name="Rectangle 661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4" name="Rectangle 662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5" name="Freeform 663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6" name="Freeform 664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7" name="Freeform 665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8" name="Freeform 666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9" name="Freeform 667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0" name="Freeform 668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7" name="Freeform 675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8" name="Freeform 676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9" name="Freeform 677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0" name="Freeform 678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1" name="Rectangle 679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2" name="Rectangle 680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3" name="Freeform 681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4" name="Freeform 682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5" name="Freeform 683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6" name="Freeform 684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7" name="Rectangle 685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8" name="Rectangle 686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9" name="Rectangle 687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0" name="Rectangle 688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1" name="Rectangle 689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2" name="Rectangle 690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3" name="Rectangle 691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4" name="Freeform 692"/>
            <p:cNvSpPr/>
            <p:nvPr/>
          </p:nvSpPr>
          <p:spPr bwMode="auto">
            <a:xfrm flipH="1" flipV="1">
              <a:off x="13902961" y="866397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5" name="Rectangle 693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6" name="Rectangle 694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7" name="Rectangle 695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8" name="Rectangle 696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9" name="Freeform 697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0" name="Freeform 698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1" name="Freeform 699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2" name="Freeform 700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3" name="Freeform 701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4" name="Freeform 702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5" name="Rectangle 703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6" name="Rectangle 704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7" name="Rectangle 705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8" name="Freeform 706"/>
            <p:cNvSpPr/>
            <p:nvPr/>
          </p:nvSpPr>
          <p:spPr bwMode="auto">
            <a:xfrm flipV="1">
              <a:off x="13901375" y="866397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9" name="Freeform 707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0" name="Freeform 708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1" name="Freeform 709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2" name="Freeform 710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3" name="Freeform 71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4" name="Freeform 71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5" name="Freeform 713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6" name="Freeform 714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7" name="Freeform 715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8" name="Freeform 716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9" name="Rectangle 717"/>
            <p:cNvSpPr>
              <a:spLocks noChangeArrowheads="1"/>
            </p:cNvSpPr>
            <p:nvPr/>
          </p:nvSpPr>
          <p:spPr bwMode="auto">
            <a:xfrm flipV="1">
              <a:off x="13906136" y="8667144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0" name="Freeform 718"/>
            <p:cNvSpPr/>
            <p:nvPr/>
          </p:nvSpPr>
          <p:spPr bwMode="auto">
            <a:xfrm flipH="1" flipV="1">
              <a:off x="13906136" y="8668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1" name="Freeform 719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2" name="Freeform 720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3" name="Freeform 721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4" name="Freeform 722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5" name="Freeform 723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6" name="Freeform 724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7" name="Freeform 725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8" name="Freeform 726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9" name="Rectangle 727"/>
            <p:cNvSpPr>
              <a:spLocks noChangeArrowheads="1"/>
            </p:cNvSpPr>
            <p:nvPr/>
          </p:nvSpPr>
          <p:spPr bwMode="auto">
            <a:xfrm flipV="1">
              <a:off x="13899786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0" name="Freeform 728"/>
            <p:cNvSpPr/>
            <p:nvPr/>
          </p:nvSpPr>
          <p:spPr bwMode="auto">
            <a:xfrm flipV="1">
              <a:off x="13899786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1" name="Freeform 729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2" name="Freeform 730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3" name="Freeform 731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4" name="Freeform 732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5" name="椭圆 184"/>
          <p:cNvSpPr/>
          <p:nvPr/>
        </p:nvSpPr>
        <p:spPr>
          <a:xfrm flipH="1">
            <a:off x="351128" y="48195"/>
            <a:ext cx="3489866" cy="3489866"/>
          </a:xfrm>
          <a:prstGeom prst="ellipse">
            <a:avLst/>
          </a:prstGeom>
          <a:gradFill>
            <a:gsLst>
              <a:gs pos="0">
                <a:srgbClr val="A60279">
                  <a:lumMod val="94000"/>
                  <a:lumOff val="6000"/>
                </a:srgbClr>
              </a:gs>
              <a:gs pos="12000">
                <a:srgbClr val="910475"/>
              </a:gs>
              <a:gs pos="85000">
                <a:srgbClr val="001340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椭圆 185"/>
          <p:cNvSpPr/>
          <p:nvPr/>
        </p:nvSpPr>
        <p:spPr>
          <a:xfrm flipH="1" flipV="1">
            <a:off x="5837347" y="3843422"/>
            <a:ext cx="1382708" cy="1382708"/>
          </a:xfrm>
          <a:prstGeom prst="ellipse">
            <a:avLst/>
          </a:prstGeom>
          <a:gradFill>
            <a:gsLst>
              <a:gs pos="0">
                <a:srgbClr val="A60279">
                  <a:lumMod val="94000"/>
                  <a:lumOff val="6000"/>
                </a:srgbClr>
              </a:gs>
              <a:gs pos="12000">
                <a:srgbClr val="910475"/>
              </a:gs>
              <a:gs pos="85000">
                <a:srgbClr val="001340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1" name="文本框 910" descr="演讲标题"/>
          <p:cNvSpPr txBox="1"/>
          <p:nvPr/>
        </p:nvSpPr>
        <p:spPr>
          <a:xfrm>
            <a:off x="1677281" y="2505396"/>
            <a:ext cx="5849257" cy="169277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00FAFF"/>
                </a:solidFill>
                <a:ea typeface="华文细黑" panose="02010600040101010101" pitchFamily="2" charset="-122"/>
              </a:defRPr>
            </a:lvl1pPr>
          </a:lstStyle>
          <a:p>
            <a:r>
              <a:rPr lang="en-US" altLang="zh-CN" sz="7200" dirty="0" err="1">
                <a:solidFill>
                  <a:srgbClr val="FF156E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endParaRPr lang="en-US" altLang="zh-CN" sz="7200" dirty="0">
              <a:solidFill>
                <a:srgbClr val="FF156E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r>
              <a:rPr lang="zh-CN" altLang="en-US" sz="3200" dirty="0">
                <a:solidFill>
                  <a:srgbClr val="FF156E"/>
                </a:solidFill>
                <a:latin typeface="汉仪大宋简" panose="02010609000101010101" charset="-122"/>
                <a:ea typeface="汉仪大宋简" panose="02010609000101010101" charset="-122"/>
              </a:rPr>
              <a:t>我们如何在</a:t>
            </a:r>
            <a:r>
              <a:rPr lang="en-US" altLang="zh-CN" sz="3200" dirty="0">
                <a:solidFill>
                  <a:srgbClr val="FF156E"/>
                </a:solidFill>
                <a:latin typeface="汉仪大宋简" panose="02010609000101010101" charset="-122"/>
                <a:ea typeface="汉仪大宋简" panose="02010609000101010101" charset="-122"/>
              </a:rPr>
              <a:t>24h</a:t>
            </a:r>
            <a:r>
              <a:rPr lang="zh-CN" altLang="en-US" sz="3200" dirty="0">
                <a:solidFill>
                  <a:srgbClr val="FF156E"/>
                </a:solidFill>
                <a:latin typeface="汉仪大宋简" panose="02010609000101010101" charset="-122"/>
                <a:ea typeface="汉仪大宋简" panose="02010609000101010101" charset="-122"/>
              </a:rPr>
              <a:t>内从</a:t>
            </a:r>
            <a:r>
              <a:rPr lang="en-US" altLang="zh-CN" sz="3200" dirty="0">
                <a:solidFill>
                  <a:srgbClr val="FF156E"/>
                </a:solidFill>
                <a:latin typeface="汉仪大宋简" panose="02010609000101010101" charset="-122"/>
                <a:ea typeface="汉仪大宋简" panose="02010609000101010101" charset="-122"/>
              </a:rPr>
              <a:t>0</a:t>
            </a:r>
            <a:r>
              <a:rPr lang="zh-CN" altLang="en-US" sz="3200" dirty="0">
                <a:solidFill>
                  <a:srgbClr val="FF156E"/>
                </a:solidFill>
                <a:latin typeface="汉仪大宋简" panose="02010609000101010101" charset="-122"/>
                <a:ea typeface="汉仪大宋简" panose="02010609000101010101" charset="-122"/>
              </a:rPr>
              <a:t>打造产品</a:t>
            </a:r>
          </a:p>
        </p:txBody>
      </p:sp>
      <p:sp>
        <p:nvSpPr>
          <p:cNvPr id="914" name="文本框 913" descr="演讲时间"/>
          <p:cNvSpPr txBox="1"/>
          <p:nvPr/>
        </p:nvSpPr>
        <p:spPr>
          <a:xfrm>
            <a:off x="1712045" y="1959853"/>
            <a:ext cx="8250604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2400" dirty="0">
                <a:latin typeface="汉仪大宋简" panose="02010609000101010101" charset="-122"/>
                <a:ea typeface="汉仪大宋简" panose="02010609000101010101" charset="-122"/>
              </a:rPr>
              <a:t>科学夏令营结业科创项目汇报</a:t>
            </a:r>
          </a:p>
        </p:txBody>
      </p:sp>
      <p:sp>
        <p:nvSpPr>
          <p:cNvPr id="913" name="文本框 912" descr="演讲人"/>
          <p:cNvSpPr txBox="1"/>
          <p:nvPr/>
        </p:nvSpPr>
        <p:spPr>
          <a:xfrm>
            <a:off x="1677281" y="4955125"/>
            <a:ext cx="5849257" cy="3683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汇报人：吴厚润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冯明一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4" name="直接连接符 203"/>
          <p:cNvCxnSpPr/>
          <p:nvPr/>
        </p:nvCxnSpPr>
        <p:spPr>
          <a:xfrm>
            <a:off x="1791606" y="5336373"/>
            <a:ext cx="268264" cy="0"/>
          </a:xfrm>
          <a:prstGeom prst="line">
            <a:avLst/>
          </a:prstGeom>
          <a:ln w="3175">
            <a:gradFill>
              <a:gsLst>
                <a:gs pos="9000">
                  <a:srgbClr val="FA005F"/>
                </a:gs>
                <a:gs pos="41000">
                  <a:srgbClr val="5944C0"/>
                </a:gs>
              </a:gsLst>
              <a:lin ang="0" scaled="0"/>
            </a:gra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" name="矩形 900"/>
          <p:cNvSpPr/>
          <p:nvPr/>
        </p:nvSpPr>
        <p:spPr>
          <a:xfrm>
            <a:off x="10101821" y="597483"/>
            <a:ext cx="1026488" cy="282239"/>
          </a:xfrm>
          <a:prstGeom prst="rect">
            <a:avLst/>
          </a:prstGeom>
          <a:gradFill>
            <a:gsLst>
              <a:gs pos="100000">
                <a:srgbClr val="C211E5"/>
              </a:gs>
              <a:gs pos="24000">
                <a:srgbClr val="00154D">
                  <a:alpha val="4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27" name="椭圆 12626"/>
          <p:cNvSpPr>
            <a:spLocks noChangeAspect="1"/>
          </p:cNvSpPr>
          <p:nvPr/>
        </p:nvSpPr>
        <p:spPr>
          <a:xfrm>
            <a:off x="8966200" y="299720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3" name="椭圆 2132"/>
          <p:cNvSpPr>
            <a:spLocks noChangeAspect="1"/>
          </p:cNvSpPr>
          <p:nvPr/>
        </p:nvSpPr>
        <p:spPr>
          <a:xfrm>
            <a:off x="9403402" y="327990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4" name="椭圆 2133"/>
          <p:cNvSpPr>
            <a:spLocks noChangeAspect="1"/>
          </p:cNvSpPr>
          <p:nvPr/>
        </p:nvSpPr>
        <p:spPr>
          <a:xfrm>
            <a:off x="9927885" y="4123803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5" name="椭圆 2134"/>
          <p:cNvSpPr>
            <a:spLocks noChangeAspect="1"/>
          </p:cNvSpPr>
          <p:nvPr/>
        </p:nvSpPr>
        <p:spPr>
          <a:xfrm>
            <a:off x="11315904" y="3503661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7" name="椭圆 2136"/>
          <p:cNvSpPr>
            <a:spLocks noChangeAspect="1"/>
          </p:cNvSpPr>
          <p:nvPr/>
        </p:nvSpPr>
        <p:spPr>
          <a:xfrm>
            <a:off x="9335202" y="4791225"/>
            <a:ext cx="36000" cy="36000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9" name="椭圆 2138"/>
          <p:cNvSpPr>
            <a:spLocks noChangeAspect="1"/>
          </p:cNvSpPr>
          <p:nvPr/>
        </p:nvSpPr>
        <p:spPr>
          <a:xfrm>
            <a:off x="9807235" y="309053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0" name="椭圆 2139"/>
          <p:cNvSpPr>
            <a:spLocks noChangeAspect="1"/>
          </p:cNvSpPr>
          <p:nvPr/>
        </p:nvSpPr>
        <p:spPr>
          <a:xfrm>
            <a:off x="11591274" y="3890105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1" name="椭圆 2140"/>
          <p:cNvSpPr>
            <a:spLocks noChangeAspect="1"/>
          </p:cNvSpPr>
          <p:nvPr/>
        </p:nvSpPr>
        <p:spPr>
          <a:xfrm>
            <a:off x="10478719" y="456761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5" name="椭圆 2144"/>
          <p:cNvSpPr>
            <a:spLocks noChangeAspect="1"/>
          </p:cNvSpPr>
          <p:nvPr/>
        </p:nvSpPr>
        <p:spPr>
          <a:xfrm>
            <a:off x="9705635" y="3283075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6" name="椭圆 2145"/>
          <p:cNvSpPr>
            <a:spLocks noChangeAspect="1"/>
          </p:cNvSpPr>
          <p:nvPr/>
        </p:nvSpPr>
        <p:spPr>
          <a:xfrm>
            <a:off x="10647022" y="4083030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7" name="椭圆 2146"/>
          <p:cNvSpPr>
            <a:spLocks noChangeAspect="1"/>
          </p:cNvSpPr>
          <p:nvPr/>
        </p:nvSpPr>
        <p:spPr>
          <a:xfrm>
            <a:off x="11604304" y="3808587"/>
            <a:ext cx="36000" cy="36000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8" name="椭圆 2147"/>
          <p:cNvSpPr>
            <a:spLocks noChangeAspect="1"/>
          </p:cNvSpPr>
          <p:nvPr/>
        </p:nvSpPr>
        <p:spPr>
          <a:xfrm>
            <a:off x="11418151" y="4471166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9" name="椭圆 2148"/>
          <p:cNvSpPr>
            <a:spLocks noChangeAspect="1"/>
          </p:cNvSpPr>
          <p:nvPr/>
        </p:nvSpPr>
        <p:spPr>
          <a:xfrm>
            <a:off x="12140729" y="4575881"/>
            <a:ext cx="36000" cy="36000"/>
          </a:xfrm>
          <a:prstGeom prst="ellipse">
            <a:avLst/>
          </a:prstGeom>
          <a:solidFill>
            <a:srgbClr val="410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" name="椭圆 2150"/>
          <p:cNvSpPr>
            <a:spLocks noChangeAspect="1"/>
          </p:cNvSpPr>
          <p:nvPr/>
        </p:nvSpPr>
        <p:spPr>
          <a:xfrm>
            <a:off x="11128309" y="5389838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3" name="椭圆 2152"/>
          <p:cNvSpPr>
            <a:spLocks noChangeAspect="1"/>
          </p:cNvSpPr>
          <p:nvPr/>
        </p:nvSpPr>
        <p:spPr>
          <a:xfrm>
            <a:off x="11012156" y="5262592"/>
            <a:ext cx="36000" cy="36000"/>
          </a:xfrm>
          <a:prstGeom prst="ellipse">
            <a:avLst/>
          </a:prstGeom>
          <a:solidFill>
            <a:srgbClr val="6410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5" name="椭圆 2154"/>
          <p:cNvSpPr>
            <a:spLocks noChangeAspect="1"/>
          </p:cNvSpPr>
          <p:nvPr/>
        </p:nvSpPr>
        <p:spPr>
          <a:xfrm>
            <a:off x="8799900" y="450659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6" name="椭圆 2155"/>
          <p:cNvSpPr>
            <a:spLocks noChangeAspect="1"/>
          </p:cNvSpPr>
          <p:nvPr/>
        </p:nvSpPr>
        <p:spPr>
          <a:xfrm>
            <a:off x="9555076" y="3969019"/>
            <a:ext cx="36000" cy="36000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7" name="椭圆 2156"/>
          <p:cNvSpPr>
            <a:spLocks noChangeAspect="1"/>
          </p:cNvSpPr>
          <p:nvPr/>
        </p:nvSpPr>
        <p:spPr>
          <a:xfrm>
            <a:off x="8570511" y="509630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9" name="椭圆 2158"/>
          <p:cNvSpPr>
            <a:spLocks noChangeAspect="1"/>
          </p:cNvSpPr>
          <p:nvPr/>
        </p:nvSpPr>
        <p:spPr>
          <a:xfrm flipV="1">
            <a:off x="10953376" y="898050"/>
            <a:ext cx="14015" cy="14015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68" name="椭圆 2167"/>
          <p:cNvSpPr>
            <a:spLocks noChangeAspect="1"/>
          </p:cNvSpPr>
          <p:nvPr/>
        </p:nvSpPr>
        <p:spPr>
          <a:xfrm flipV="1">
            <a:off x="11197589" y="1063362"/>
            <a:ext cx="14015" cy="14015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630" name="组合 12629"/>
          <p:cNvGrpSpPr/>
          <p:nvPr/>
        </p:nvGrpSpPr>
        <p:grpSpPr>
          <a:xfrm rot="21107131">
            <a:off x="9602075" y="416719"/>
            <a:ext cx="997429" cy="1326338"/>
            <a:chOff x="9602075" y="713103"/>
            <a:chExt cx="774543" cy="1029954"/>
          </a:xfrm>
        </p:grpSpPr>
        <p:sp>
          <p:nvSpPr>
            <p:cNvPr id="2160" name="椭圆 2159"/>
            <p:cNvSpPr>
              <a:spLocks noChangeAspect="1"/>
            </p:cNvSpPr>
            <p:nvPr/>
          </p:nvSpPr>
          <p:spPr>
            <a:xfrm flipV="1">
              <a:off x="10362603" y="1257987"/>
              <a:ext cx="14015" cy="14015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2" name="椭圆 2161"/>
            <p:cNvSpPr>
              <a:spLocks noChangeAspect="1"/>
            </p:cNvSpPr>
            <p:nvPr/>
          </p:nvSpPr>
          <p:spPr>
            <a:xfrm flipV="1">
              <a:off x="10030526" y="884035"/>
              <a:ext cx="14015" cy="14015"/>
            </a:xfrm>
            <a:prstGeom prst="ellipse">
              <a:avLst/>
            </a:prstGeom>
            <a:solidFill>
              <a:srgbClr val="4F3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5" name="椭圆 2164"/>
            <p:cNvSpPr>
              <a:spLocks noChangeAspect="1"/>
            </p:cNvSpPr>
            <p:nvPr/>
          </p:nvSpPr>
          <p:spPr>
            <a:xfrm flipV="1">
              <a:off x="10238077" y="1729042"/>
              <a:ext cx="14015" cy="14015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9" name="椭圆 2168"/>
            <p:cNvSpPr>
              <a:spLocks noChangeAspect="1"/>
            </p:cNvSpPr>
            <p:nvPr/>
          </p:nvSpPr>
          <p:spPr>
            <a:xfrm flipV="1">
              <a:off x="9730600" y="1043514"/>
              <a:ext cx="14015" cy="14015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0" name="椭圆 2169"/>
            <p:cNvSpPr>
              <a:spLocks noChangeAspect="1"/>
            </p:cNvSpPr>
            <p:nvPr/>
          </p:nvSpPr>
          <p:spPr>
            <a:xfrm flipV="1">
              <a:off x="10153720" y="1344712"/>
              <a:ext cx="14015" cy="14015"/>
            </a:xfrm>
            <a:prstGeom prst="ellipse">
              <a:avLst/>
            </a:prstGeom>
            <a:solidFill>
              <a:srgbClr val="4F3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1" name="椭圆 2170"/>
            <p:cNvSpPr>
              <a:spLocks noChangeAspect="1"/>
            </p:cNvSpPr>
            <p:nvPr/>
          </p:nvSpPr>
          <p:spPr>
            <a:xfrm flipV="1">
              <a:off x="9602075" y="713103"/>
              <a:ext cx="14015" cy="140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12" name="文本框 911" descr="公司名称"/>
          <p:cNvSpPr txBox="1"/>
          <p:nvPr/>
        </p:nvSpPr>
        <p:spPr>
          <a:xfrm>
            <a:off x="9843235" y="553521"/>
            <a:ext cx="1899075" cy="3683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en-US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文本框 362"/>
          <p:cNvSpPr txBox="1"/>
          <p:nvPr/>
        </p:nvSpPr>
        <p:spPr>
          <a:xfrm>
            <a:off x="3873526" y="79181"/>
            <a:ext cx="4444949" cy="115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6000" cap="all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Contents</a:t>
            </a:r>
          </a:p>
        </p:txBody>
      </p:sp>
      <p:cxnSp>
        <p:nvCxnSpPr>
          <p:cNvPr id="364" name="直接连接符 363"/>
          <p:cNvCxnSpPr/>
          <p:nvPr/>
        </p:nvCxnSpPr>
        <p:spPr>
          <a:xfrm rot="5400000" flipH="1">
            <a:off x="6096000" y="658517"/>
            <a:ext cx="0" cy="945077"/>
          </a:xfrm>
          <a:prstGeom prst="line">
            <a:avLst/>
          </a:prstGeom>
          <a:ln w="3175">
            <a:gradFill>
              <a:gsLst>
                <a:gs pos="9000">
                  <a:srgbClr val="FA005F"/>
                </a:gs>
                <a:gs pos="79000">
                  <a:srgbClr val="5944C0"/>
                </a:gs>
              </a:gsLst>
              <a:lin ang="5400000" scaled="0"/>
            </a:gra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椭圆 367"/>
          <p:cNvSpPr/>
          <p:nvPr/>
        </p:nvSpPr>
        <p:spPr>
          <a:xfrm rot="5400000" flipV="1">
            <a:off x="1955380" y="-1538188"/>
            <a:ext cx="8016250" cy="8016250"/>
          </a:xfrm>
          <a:prstGeom prst="ellipse">
            <a:avLst/>
          </a:prstGeom>
          <a:noFill/>
          <a:ln>
            <a:gradFill>
              <a:gsLst>
                <a:gs pos="98425">
                  <a:srgbClr val="1265BB">
                    <a:alpha val="0"/>
                  </a:srgbClr>
                </a:gs>
                <a:gs pos="91000">
                  <a:srgbClr val="D41366"/>
                </a:gs>
                <a:gs pos="0">
                  <a:srgbClr val="1265BB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373817" y="2100937"/>
            <a:ext cx="3311647" cy="1732545"/>
            <a:chOff x="44997" y="2259600"/>
            <a:chExt cx="3311647" cy="1732545"/>
          </a:xfrm>
        </p:grpSpPr>
        <p:sp>
          <p:nvSpPr>
            <p:cNvPr id="56" name="文本框 55" descr="章节序号1"/>
            <p:cNvSpPr txBox="1"/>
            <p:nvPr>
              <p:custDataLst>
                <p:tags r:id="rId161"/>
              </p:custDataLst>
            </p:nvPr>
          </p:nvSpPr>
          <p:spPr>
            <a:xfrm>
              <a:off x="722989" y="2259600"/>
              <a:ext cx="1762777" cy="646331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altLang="zh-CN" sz="3600">
                  <a:solidFill>
                    <a:srgbClr val="4F34F3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01</a:t>
              </a:r>
              <a:endParaRPr lang="zh-CN" altLang="en-US" sz="3600">
                <a:solidFill>
                  <a:srgbClr val="4F34F3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  <p:sp>
          <p:nvSpPr>
            <p:cNvPr id="60" name="文本框 59" descr="章节标题1"/>
            <p:cNvSpPr txBox="1"/>
            <p:nvPr>
              <p:custDataLst>
                <p:tags r:id="rId162"/>
              </p:custDataLst>
            </p:nvPr>
          </p:nvSpPr>
          <p:spPr>
            <a:xfrm>
              <a:off x="44998" y="2865150"/>
              <a:ext cx="311876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altLang="zh-CN" sz="2400" dirty="0" err="1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ChatMonitor</a:t>
              </a:r>
              <a:endParaRPr lang="zh-CN" altLang="en-US" sz="2400" dirty="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  <p:grpSp>
          <p:nvGrpSpPr>
            <p:cNvPr id="416" name="组合 415"/>
            <p:cNvGrpSpPr/>
            <p:nvPr/>
          </p:nvGrpSpPr>
          <p:grpSpPr>
            <a:xfrm>
              <a:off x="1175264" y="2395146"/>
              <a:ext cx="393673" cy="394721"/>
              <a:chOff x="2731720" y="54050"/>
              <a:chExt cx="6727675" cy="6745583"/>
            </a:xfrm>
          </p:grpSpPr>
          <p:sp>
            <p:nvSpPr>
              <p:cNvPr id="417" name="Line 5"/>
              <p:cNvSpPr>
                <a:spLocks noChangeShapeType="1"/>
              </p:cNvSpPr>
              <p:nvPr>
                <p:custDataLst>
                  <p:tags r:id="rId164"/>
                </p:custDataLst>
              </p:nvPr>
            </p:nvSpPr>
            <p:spPr bwMode="auto">
              <a:xfrm flipH="1">
                <a:off x="7843838" y="2370138"/>
                <a:ext cx="1414463" cy="28162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8" name="Line 6"/>
              <p:cNvSpPr>
                <a:spLocks noChangeShapeType="1"/>
              </p:cNvSpPr>
              <p:nvPr>
                <p:custDataLst>
                  <p:tags r:id="rId165"/>
                </p:custDataLst>
              </p:nvPr>
            </p:nvSpPr>
            <p:spPr bwMode="auto">
              <a:xfrm flipH="1">
                <a:off x="5843588" y="438150"/>
                <a:ext cx="1743075" cy="12287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9" name="Line 7"/>
              <p:cNvSpPr>
                <a:spLocks noChangeShapeType="1"/>
              </p:cNvSpPr>
              <p:nvPr>
                <p:custDataLst>
                  <p:tags r:id="rId166"/>
                </p:custDataLst>
              </p:nvPr>
            </p:nvSpPr>
            <p:spPr bwMode="auto">
              <a:xfrm flipH="1">
                <a:off x="7150101" y="438150"/>
                <a:ext cx="436563" cy="35020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0" name="Freeform 8"/>
              <p:cNvSpPr/>
              <p:nvPr>
                <p:custDataLst>
                  <p:tags r:id="rId167"/>
                </p:custDataLst>
              </p:nvPr>
            </p:nvSpPr>
            <p:spPr bwMode="auto">
              <a:xfrm>
                <a:off x="2765426" y="92075"/>
                <a:ext cx="6656388" cy="6673850"/>
              </a:xfrm>
              <a:custGeom>
                <a:avLst/>
                <a:gdLst>
                  <a:gd name="T0" fmla="*/ 3474 w 4193"/>
                  <a:gd name="T1" fmla="*/ 3694 h 4204"/>
                  <a:gd name="T2" fmla="*/ 2762 w 4193"/>
                  <a:gd name="T3" fmla="*/ 4100 h 4204"/>
                  <a:gd name="T4" fmla="*/ 1947 w 4193"/>
                  <a:gd name="T5" fmla="*/ 4204 h 4204"/>
                  <a:gd name="T6" fmla="*/ 1156 w 4193"/>
                  <a:gd name="T7" fmla="*/ 3986 h 4204"/>
                  <a:gd name="T8" fmla="*/ 508 w 4193"/>
                  <a:gd name="T9" fmla="*/ 3480 h 4204"/>
                  <a:gd name="T10" fmla="*/ 103 w 4193"/>
                  <a:gd name="T11" fmla="*/ 2766 h 4204"/>
                  <a:gd name="T12" fmla="*/ 0 w 4193"/>
                  <a:gd name="T13" fmla="*/ 1952 h 4204"/>
                  <a:gd name="T14" fmla="*/ 217 w 4193"/>
                  <a:gd name="T15" fmla="*/ 1159 h 4204"/>
                  <a:gd name="T16" fmla="*/ 719 w 4193"/>
                  <a:gd name="T17" fmla="*/ 509 h 4204"/>
                  <a:gd name="T18" fmla="*/ 1434 w 4193"/>
                  <a:gd name="T19" fmla="*/ 101 h 4204"/>
                  <a:gd name="T20" fmla="*/ 2246 w 4193"/>
                  <a:gd name="T21" fmla="*/ 0 h 4204"/>
                  <a:gd name="T22" fmla="*/ 3037 w 4193"/>
                  <a:gd name="T23" fmla="*/ 218 h 4204"/>
                  <a:gd name="T24" fmla="*/ 3685 w 4193"/>
                  <a:gd name="T25" fmla="*/ 722 h 4204"/>
                  <a:gd name="T26" fmla="*/ 4090 w 4193"/>
                  <a:gd name="T27" fmla="*/ 1435 h 4204"/>
                  <a:gd name="T28" fmla="*/ 4193 w 4193"/>
                  <a:gd name="T29" fmla="*/ 2252 h 4204"/>
                  <a:gd name="T30" fmla="*/ 3977 w 4193"/>
                  <a:gd name="T31" fmla="*/ 3045 h 4204"/>
                  <a:gd name="T32" fmla="*/ 3474 w 4193"/>
                  <a:gd name="T33" fmla="*/ 3694 h 4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193" h="4204">
                    <a:moveTo>
                      <a:pt x="3474" y="3694"/>
                    </a:moveTo>
                    <a:lnTo>
                      <a:pt x="2762" y="4100"/>
                    </a:lnTo>
                    <a:lnTo>
                      <a:pt x="1947" y="4204"/>
                    </a:lnTo>
                    <a:lnTo>
                      <a:pt x="1156" y="3986"/>
                    </a:lnTo>
                    <a:lnTo>
                      <a:pt x="508" y="3480"/>
                    </a:lnTo>
                    <a:lnTo>
                      <a:pt x="103" y="2766"/>
                    </a:lnTo>
                    <a:lnTo>
                      <a:pt x="0" y="1952"/>
                    </a:lnTo>
                    <a:lnTo>
                      <a:pt x="217" y="1159"/>
                    </a:lnTo>
                    <a:lnTo>
                      <a:pt x="719" y="509"/>
                    </a:lnTo>
                    <a:lnTo>
                      <a:pt x="1434" y="101"/>
                    </a:lnTo>
                    <a:lnTo>
                      <a:pt x="2246" y="0"/>
                    </a:lnTo>
                    <a:lnTo>
                      <a:pt x="3037" y="218"/>
                    </a:lnTo>
                    <a:lnTo>
                      <a:pt x="3685" y="722"/>
                    </a:lnTo>
                    <a:lnTo>
                      <a:pt x="4090" y="1435"/>
                    </a:lnTo>
                    <a:lnTo>
                      <a:pt x="4193" y="2252"/>
                    </a:lnTo>
                    <a:lnTo>
                      <a:pt x="3977" y="3045"/>
                    </a:lnTo>
                    <a:lnTo>
                      <a:pt x="3474" y="3694"/>
                    </a:lnTo>
                    <a:close/>
                  </a:path>
                </a:pathLst>
              </a:cu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1" name="Line 9"/>
              <p:cNvSpPr>
                <a:spLocks noChangeShapeType="1"/>
              </p:cNvSpPr>
              <p:nvPr>
                <p:custDataLst>
                  <p:tags r:id="rId168"/>
                </p:custDataLst>
              </p:nvPr>
            </p:nvSpPr>
            <p:spPr bwMode="auto">
              <a:xfrm flipH="1">
                <a:off x="2928938" y="252413"/>
                <a:ext cx="2112963" cy="42306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2" name="Line 10"/>
              <p:cNvSpPr>
                <a:spLocks noChangeShapeType="1"/>
              </p:cNvSpPr>
              <p:nvPr>
                <p:custDataLst>
                  <p:tags r:id="rId169"/>
                </p:custDataLst>
              </p:nvPr>
            </p:nvSpPr>
            <p:spPr bwMode="auto">
              <a:xfrm>
                <a:off x="3906838" y="900113"/>
                <a:ext cx="693738" cy="551973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3" name="Line 11"/>
              <p:cNvSpPr>
                <a:spLocks noChangeShapeType="1"/>
              </p:cNvSpPr>
              <p:nvPr>
                <p:custDataLst>
                  <p:tags r:id="rId170"/>
                </p:custDataLst>
              </p:nvPr>
            </p:nvSpPr>
            <p:spPr bwMode="auto">
              <a:xfrm>
                <a:off x="3571876" y="5616575"/>
                <a:ext cx="3578225" cy="984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4" name="Line 12"/>
              <p:cNvSpPr>
                <a:spLocks noChangeShapeType="1"/>
              </p:cNvSpPr>
              <p:nvPr>
                <p:custDataLst>
                  <p:tags r:id="rId171"/>
                </p:custDataLst>
              </p:nvPr>
            </p:nvSpPr>
            <p:spPr bwMode="auto">
              <a:xfrm>
                <a:off x="4533901" y="5881688"/>
                <a:ext cx="3746500" cy="74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5" name="Line 13"/>
              <p:cNvSpPr>
                <a:spLocks noChangeShapeType="1"/>
              </p:cNvSpPr>
              <p:nvPr>
                <p:custDataLst>
                  <p:tags r:id="rId172"/>
                </p:custDataLst>
              </p:nvPr>
            </p:nvSpPr>
            <p:spPr bwMode="auto">
              <a:xfrm>
                <a:off x="5041901" y="252413"/>
                <a:ext cx="3238500" cy="57038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6" name="Line 14"/>
              <p:cNvSpPr>
                <a:spLocks noChangeShapeType="1"/>
              </p:cNvSpPr>
              <p:nvPr>
                <p:custDataLst>
                  <p:tags r:id="rId173"/>
                </p:custDataLst>
              </p:nvPr>
            </p:nvSpPr>
            <p:spPr bwMode="auto">
              <a:xfrm flipV="1">
                <a:off x="4533901" y="4926013"/>
                <a:ext cx="4545013" cy="95567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7" name="Line 15"/>
              <p:cNvSpPr>
                <a:spLocks noChangeShapeType="1"/>
              </p:cNvSpPr>
              <p:nvPr>
                <p:custDataLst>
                  <p:tags r:id="rId174"/>
                </p:custDataLst>
              </p:nvPr>
            </p:nvSpPr>
            <p:spPr bwMode="auto">
              <a:xfrm flipV="1">
                <a:off x="4533901" y="2370138"/>
                <a:ext cx="4724400" cy="35115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8" name="Line 16"/>
              <p:cNvSpPr>
                <a:spLocks noChangeShapeType="1"/>
              </p:cNvSpPr>
              <p:nvPr>
                <p:custDataLst>
                  <p:tags r:id="rId175"/>
                </p:custDataLst>
              </p:nvPr>
            </p:nvSpPr>
            <p:spPr bwMode="auto">
              <a:xfrm>
                <a:off x="4071938" y="2193925"/>
                <a:ext cx="3078163" cy="1746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9" name="Line 17"/>
              <p:cNvSpPr>
                <a:spLocks noChangeShapeType="1"/>
              </p:cNvSpPr>
              <p:nvPr>
                <p:custDataLst>
                  <p:tags r:id="rId176"/>
                </p:custDataLst>
              </p:nvPr>
            </p:nvSpPr>
            <p:spPr bwMode="auto">
              <a:xfrm>
                <a:off x="3109913" y="1931988"/>
                <a:ext cx="1423988" cy="394970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0" name="Line 18"/>
              <p:cNvSpPr>
                <a:spLocks noChangeShapeType="1"/>
              </p:cNvSpPr>
              <p:nvPr>
                <p:custDataLst>
                  <p:tags r:id="rId177"/>
                </p:custDataLst>
              </p:nvPr>
            </p:nvSpPr>
            <p:spPr bwMode="auto">
              <a:xfrm flipV="1">
                <a:off x="7150101" y="1238250"/>
                <a:ext cx="1465263" cy="2701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1" name="Line 19"/>
              <p:cNvSpPr>
                <a:spLocks noChangeShapeType="1"/>
              </p:cNvSpPr>
              <p:nvPr>
                <p:custDataLst>
                  <p:tags r:id="rId178"/>
                </p:custDataLst>
              </p:nvPr>
            </p:nvSpPr>
            <p:spPr bwMode="auto">
              <a:xfrm flipV="1">
                <a:off x="2928938" y="3940175"/>
                <a:ext cx="4221163" cy="542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2" name="Line 20"/>
              <p:cNvSpPr>
                <a:spLocks noChangeShapeType="1"/>
              </p:cNvSpPr>
              <p:nvPr>
                <p:custDataLst>
                  <p:tags r:id="rId179"/>
                </p:custDataLst>
              </p:nvPr>
            </p:nvSpPr>
            <p:spPr bwMode="auto">
              <a:xfrm flipH="1">
                <a:off x="4533901" y="92075"/>
                <a:ext cx="1797050" cy="5789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3" name="Line 21"/>
              <p:cNvSpPr>
                <a:spLocks noChangeShapeType="1"/>
              </p:cNvSpPr>
              <p:nvPr>
                <p:custDataLst>
                  <p:tags r:id="rId180"/>
                </p:custDataLst>
              </p:nvPr>
            </p:nvSpPr>
            <p:spPr bwMode="auto">
              <a:xfrm>
                <a:off x="4071938" y="2193925"/>
                <a:ext cx="5186363" cy="1762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4" name="Line 22"/>
              <p:cNvSpPr>
                <a:spLocks noChangeShapeType="1"/>
              </p:cNvSpPr>
              <p:nvPr>
                <p:custDataLst>
                  <p:tags r:id="rId181"/>
                </p:custDataLst>
              </p:nvPr>
            </p:nvSpPr>
            <p:spPr bwMode="auto">
              <a:xfrm flipV="1">
                <a:off x="4071938" y="92075"/>
                <a:ext cx="2259013" cy="21018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5" name="Line 23"/>
              <p:cNvSpPr>
                <a:spLocks noChangeShapeType="1"/>
              </p:cNvSpPr>
              <p:nvPr>
                <p:custDataLst>
                  <p:tags r:id="rId182"/>
                </p:custDataLst>
              </p:nvPr>
            </p:nvSpPr>
            <p:spPr bwMode="auto">
              <a:xfrm>
                <a:off x="6330951" y="92075"/>
                <a:ext cx="2927350" cy="227806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6" name="Oval 24"/>
              <p:cNvSpPr>
                <a:spLocks noChangeArrowheads="1"/>
              </p:cNvSpPr>
              <p:nvPr>
                <p:custDataLst>
                  <p:tags r:id="rId183"/>
                </p:custDataLst>
              </p:nvPr>
            </p:nvSpPr>
            <p:spPr bwMode="auto">
              <a:xfrm>
                <a:off x="5003432" y="2187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7" name="Oval 25"/>
              <p:cNvSpPr>
                <a:spLocks noChangeArrowheads="1"/>
              </p:cNvSpPr>
              <p:nvPr>
                <p:custDataLst>
                  <p:tags r:id="rId184"/>
                </p:custDataLst>
              </p:nvPr>
            </p:nvSpPr>
            <p:spPr bwMode="auto">
              <a:xfrm>
                <a:off x="3873132" y="86208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8" name="Oval 26"/>
              <p:cNvSpPr>
                <a:spLocks noChangeArrowheads="1"/>
              </p:cNvSpPr>
              <p:nvPr>
                <p:custDataLst>
                  <p:tags r:id="rId185"/>
                </p:custDataLst>
              </p:nvPr>
            </p:nvSpPr>
            <p:spPr bwMode="auto">
              <a:xfrm>
                <a:off x="3076207" y="1893962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9" name="Oval 27"/>
              <p:cNvSpPr>
                <a:spLocks noChangeArrowheads="1"/>
              </p:cNvSpPr>
              <p:nvPr>
                <p:custDataLst>
                  <p:tags r:id="rId186"/>
                </p:custDataLst>
              </p:nvPr>
            </p:nvSpPr>
            <p:spPr bwMode="auto">
              <a:xfrm>
                <a:off x="2731720" y="31905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0" name="Oval 28"/>
              <p:cNvSpPr>
                <a:spLocks noChangeArrowheads="1"/>
              </p:cNvSpPr>
              <p:nvPr>
                <p:custDataLst>
                  <p:tags r:id="rId187"/>
                </p:custDataLst>
              </p:nvPr>
            </p:nvSpPr>
            <p:spPr bwMode="auto">
              <a:xfrm>
                <a:off x="2890470" y="44493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1" name="Oval 29"/>
              <p:cNvSpPr>
                <a:spLocks noChangeArrowheads="1"/>
              </p:cNvSpPr>
              <p:nvPr>
                <p:custDataLst>
                  <p:tags r:id="rId188"/>
                </p:custDataLst>
              </p:nvPr>
            </p:nvSpPr>
            <p:spPr bwMode="auto">
              <a:xfrm>
                <a:off x="3538170" y="558172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2" name="Oval 30"/>
              <p:cNvSpPr>
                <a:spLocks noChangeArrowheads="1"/>
              </p:cNvSpPr>
              <p:nvPr>
                <p:custDataLst>
                  <p:tags r:id="rId189"/>
                </p:custDataLst>
              </p:nvPr>
            </p:nvSpPr>
            <p:spPr bwMode="auto">
              <a:xfrm>
                <a:off x="4496762" y="5846837"/>
                <a:ext cx="74278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3" name="Oval 31"/>
              <p:cNvSpPr>
                <a:spLocks noChangeArrowheads="1"/>
              </p:cNvSpPr>
              <p:nvPr>
                <p:custDataLst>
                  <p:tags r:id="rId190"/>
                </p:custDataLst>
              </p:nvPr>
            </p:nvSpPr>
            <p:spPr bwMode="auto">
              <a:xfrm>
                <a:off x="7111632" y="39021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4" name="Oval 32"/>
              <p:cNvSpPr>
                <a:spLocks noChangeArrowheads="1"/>
              </p:cNvSpPr>
              <p:nvPr>
                <p:custDataLst>
                  <p:tags r:id="rId191"/>
                </p:custDataLst>
              </p:nvPr>
            </p:nvSpPr>
            <p:spPr bwMode="auto">
              <a:xfrm>
                <a:off x="7805370" y="51478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5" name="Oval 33"/>
              <p:cNvSpPr>
                <a:spLocks noChangeArrowheads="1"/>
              </p:cNvSpPr>
              <p:nvPr>
                <p:custDataLst>
                  <p:tags r:id="rId192"/>
                </p:custDataLst>
              </p:nvPr>
            </p:nvSpPr>
            <p:spPr bwMode="auto">
              <a:xfrm>
                <a:off x="5003432" y="41752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6" name="Oval 34"/>
              <p:cNvSpPr>
                <a:spLocks noChangeArrowheads="1"/>
              </p:cNvSpPr>
              <p:nvPr>
                <p:custDataLst>
                  <p:tags r:id="rId193"/>
                </p:custDataLst>
              </p:nvPr>
            </p:nvSpPr>
            <p:spPr bwMode="auto">
              <a:xfrm>
                <a:off x="5817820" y="672745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7" name="Oval 35"/>
              <p:cNvSpPr>
                <a:spLocks noChangeArrowheads="1"/>
              </p:cNvSpPr>
              <p:nvPr>
                <p:custDataLst>
                  <p:tags r:id="rId194"/>
                </p:custDataLst>
              </p:nvPr>
            </p:nvSpPr>
            <p:spPr bwMode="auto">
              <a:xfrm>
                <a:off x="4566870" y="63813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8" name="Oval 36"/>
              <p:cNvSpPr>
                <a:spLocks noChangeArrowheads="1"/>
              </p:cNvSpPr>
              <p:nvPr>
                <p:custDataLst>
                  <p:tags r:id="rId195"/>
                </p:custDataLst>
              </p:nvPr>
            </p:nvSpPr>
            <p:spPr bwMode="auto">
              <a:xfrm>
                <a:off x="7111632" y="65628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9" name="Oval 37"/>
              <p:cNvSpPr>
                <a:spLocks noChangeArrowheads="1"/>
              </p:cNvSpPr>
              <p:nvPr>
                <p:custDataLst>
                  <p:tags r:id="rId196"/>
                </p:custDataLst>
              </p:nvPr>
            </p:nvSpPr>
            <p:spPr bwMode="auto">
              <a:xfrm>
                <a:off x="8241932" y="59182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0" name="Oval 38"/>
              <p:cNvSpPr>
                <a:spLocks noChangeArrowheads="1"/>
              </p:cNvSpPr>
              <p:nvPr>
                <p:custDataLst>
                  <p:tags r:id="rId197"/>
                </p:custDataLst>
              </p:nvPr>
            </p:nvSpPr>
            <p:spPr bwMode="auto">
              <a:xfrm>
                <a:off x="3538170" y="3106369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1" name="Oval 39"/>
              <p:cNvSpPr>
                <a:spLocks noChangeArrowheads="1"/>
              </p:cNvSpPr>
              <p:nvPr>
                <p:custDataLst>
                  <p:tags r:id="rId198"/>
                </p:custDataLst>
              </p:nvPr>
            </p:nvSpPr>
            <p:spPr bwMode="auto">
              <a:xfrm>
                <a:off x="3949332" y="428473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2" name="Oval 40"/>
              <p:cNvSpPr>
                <a:spLocks noChangeArrowheads="1"/>
              </p:cNvSpPr>
              <p:nvPr>
                <p:custDataLst>
                  <p:tags r:id="rId199"/>
                </p:custDataLst>
              </p:nvPr>
            </p:nvSpPr>
            <p:spPr bwMode="auto">
              <a:xfrm>
                <a:off x="5406657" y="29507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3" name="Oval 41"/>
              <p:cNvSpPr>
                <a:spLocks noChangeArrowheads="1"/>
              </p:cNvSpPr>
              <p:nvPr>
                <p:custDataLst>
                  <p:tags r:id="rId200"/>
                </p:custDataLst>
              </p:nvPr>
            </p:nvSpPr>
            <p:spPr bwMode="auto">
              <a:xfrm>
                <a:off x="5805120" y="16284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4" name="Oval 42"/>
              <p:cNvSpPr>
                <a:spLocks noChangeArrowheads="1"/>
              </p:cNvSpPr>
              <p:nvPr>
                <p:custDataLst>
                  <p:tags r:id="rId201"/>
                </p:custDataLst>
              </p:nvPr>
            </p:nvSpPr>
            <p:spPr bwMode="auto">
              <a:xfrm>
                <a:off x="4033470" y="21590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5" name="Oval 43"/>
              <p:cNvSpPr>
                <a:spLocks noChangeArrowheads="1"/>
              </p:cNvSpPr>
              <p:nvPr>
                <p:custDataLst>
                  <p:tags r:id="rId202"/>
                </p:custDataLst>
              </p:nvPr>
            </p:nvSpPr>
            <p:spPr bwMode="auto">
              <a:xfrm>
                <a:off x="9041332" y="4887544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6" name="Oval 44"/>
              <p:cNvSpPr>
                <a:spLocks noChangeArrowheads="1"/>
              </p:cNvSpPr>
              <p:nvPr>
                <p:custDataLst>
                  <p:tags r:id="rId203"/>
                </p:custDataLst>
              </p:nvPr>
            </p:nvSpPr>
            <p:spPr bwMode="auto">
              <a:xfrm>
                <a:off x="9385819" y="3628657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7" name="Oval 45"/>
              <p:cNvSpPr>
                <a:spLocks noChangeArrowheads="1"/>
              </p:cNvSpPr>
              <p:nvPr>
                <p:custDataLst>
                  <p:tags r:id="rId204"/>
                </p:custDataLst>
              </p:nvPr>
            </p:nvSpPr>
            <p:spPr bwMode="auto">
              <a:xfrm>
                <a:off x="9224595" y="233643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8" name="Oval 46"/>
              <p:cNvSpPr>
                <a:spLocks noChangeArrowheads="1"/>
              </p:cNvSpPr>
              <p:nvPr>
                <p:custDataLst>
                  <p:tags r:id="rId205"/>
                </p:custDataLst>
              </p:nvPr>
            </p:nvSpPr>
            <p:spPr bwMode="auto">
              <a:xfrm>
                <a:off x="8578482" y="11997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9" name="Oval 47"/>
              <p:cNvSpPr>
                <a:spLocks noChangeArrowheads="1"/>
              </p:cNvSpPr>
              <p:nvPr>
                <p:custDataLst>
                  <p:tags r:id="rId206"/>
                </p:custDataLst>
              </p:nvPr>
            </p:nvSpPr>
            <p:spPr bwMode="auto">
              <a:xfrm>
                <a:off x="7552957" y="3996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0" name="Oval 48"/>
              <p:cNvSpPr>
                <a:spLocks noChangeArrowheads="1"/>
              </p:cNvSpPr>
              <p:nvPr>
                <p:custDataLst>
                  <p:tags r:id="rId207"/>
                </p:custDataLst>
              </p:nvPr>
            </p:nvSpPr>
            <p:spPr bwMode="auto">
              <a:xfrm>
                <a:off x="6297245" y="540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1" name="Oval 49"/>
              <p:cNvSpPr>
                <a:spLocks noChangeArrowheads="1"/>
              </p:cNvSpPr>
              <p:nvPr>
                <p:custDataLst>
                  <p:tags r:id="rId208"/>
                </p:custDataLst>
              </p:nvPr>
            </p:nvSpPr>
            <p:spPr bwMode="auto">
              <a:xfrm>
                <a:off x="7330707" y="22522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1" name="文本框 70" descr="章节概要1"/>
            <p:cNvSpPr txBox="1"/>
            <p:nvPr>
              <p:custDataLst>
                <p:tags r:id="rId163"/>
              </p:custDataLst>
            </p:nvPr>
          </p:nvSpPr>
          <p:spPr>
            <a:xfrm>
              <a:off x="44997" y="3312344"/>
              <a:ext cx="3311647" cy="67980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en-US" altLang="zh-CN" sz="1600" dirty="0" err="1">
                  <a:solidFill>
                    <a:schemeClr val="bg1">
                      <a:alpha val="54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ChatMonitor</a:t>
              </a:r>
              <a:r>
                <a:rPr lang="zh-CN" altLang="en-US" sz="1600" dirty="0">
                  <a:solidFill>
                    <a:schemeClr val="bg1">
                      <a:alpha val="54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能做什么？为何想开发</a:t>
              </a:r>
              <a:r>
                <a:rPr lang="en-US" altLang="zh-CN" sz="1600" dirty="0" err="1">
                  <a:solidFill>
                    <a:schemeClr val="bg1">
                      <a:alpha val="54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ChatMonitor</a:t>
              </a:r>
              <a:r>
                <a:rPr lang="zh-CN" altLang="en-US" sz="1600" dirty="0">
                  <a:solidFill>
                    <a:schemeClr val="bg1">
                      <a:alpha val="54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这款产品？</a:t>
              </a:r>
            </a:p>
          </p:txBody>
        </p:sp>
      </p:grpSp>
      <p:sp>
        <p:nvSpPr>
          <p:cNvPr id="367" name="椭圆 366"/>
          <p:cNvSpPr/>
          <p:nvPr>
            <p:custDataLst>
              <p:tags r:id="rId2"/>
            </p:custDataLst>
          </p:nvPr>
        </p:nvSpPr>
        <p:spPr>
          <a:xfrm>
            <a:off x="5269403" y="1895946"/>
            <a:ext cx="1704521" cy="1704521"/>
          </a:xfrm>
          <a:prstGeom prst="ellipse">
            <a:avLst/>
          </a:prstGeom>
          <a:gradFill>
            <a:gsLst>
              <a:gs pos="0">
                <a:srgbClr val="A60279">
                  <a:lumMod val="94000"/>
                  <a:lumOff val="6000"/>
                </a:srgbClr>
              </a:gs>
              <a:gs pos="14000">
                <a:srgbClr val="910475"/>
              </a:gs>
              <a:gs pos="77000">
                <a:srgbClr val="001340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 rot="20030576">
            <a:off x="5041852" y="2461373"/>
            <a:ext cx="2211583" cy="564802"/>
          </a:xfrm>
          <a:prstGeom prst="arc">
            <a:avLst>
              <a:gd name="adj1" fmla="val 20794745"/>
              <a:gd name="adj2" fmla="val 11505924"/>
            </a:avLst>
          </a:prstGeom>
          <a:ln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4" name="组合 83"/>
          <p:cNvGrpSpPr/>
          <p:nvPr>
            <p:custDataLst>
              <p:tags r:id="rId4"/>
            </p:custDataLst>
          </p:nvPr>
        </p:nvGrpSpPr>
        <p:grpSpPr>
          <a:xfrm>
            <a:off x="5614857" y="4973701"/>
            <a:ext cx="1013612" cy="126000"/>
            <a:chOff x="5589194" y="5654495"/>
            <a:chExt cx="1013612" cy="126000"/>
          </a:xfrm>
        </p:grpSpPr>
        <p:sp>
          <p:nvSpPr>
            <p:cNvPr id="577" name="椭圆 576"/>
            <p:cNvSpPr>
              <a:spLocks noChangeAspect="1"/>
            </p:cNvSpPr>
            <p:nvPr>
              <p:custDataLst>
                <p:tags r:id="rId157"/>
              </p:custDataLst>
            </p:nvPr>
          </p:nvSpPr>
          <p:spPr>
            <a:xfrm flipH="1">
              <a:off x="6180935" y="5672495"/>
              <a:ext cx="90000" cy="90000"/>
            </a:xfrm>
            <a:prstGeom prst="ellipse">
              <a:avLst/>
            </a:prstGeom>
            <a:solidFill>
              <a:srgbClr val="600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8" name="椭圆 577"/>
            <p:cNvSpPr>
              <a:spLocks noChangeAspect="1"/>
            </p:cNvSpPr>
            <p:nvPr>
              <p:custDataLst>
                <p:tags r:id="rId158"/>
              </p:custDataLst>
            </p:nvPr>
          </p:nvSpPr>
          <p:spPr>
            <a:xfrm flipH="1">
              <a:off x="5903064" y="5672495"/>
              <a:ext cx="90000" cy="90000"/>
            </a:xfrm>
            <a:prstGeom prst="ellipse">
              <a:avLst/>
            </a:prstGeom>
            <a:solidFill>
              <a:srgbClr val="6410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9" name="椭圆 578"/>
            <p:cNvSpPr>
              <a:spLocks noChangeAspect="1"/>
            </p:cNvSpPr>
            <p:nvPr>
              <p:custDataLst>
                <p:tags r:id="rId159"/>
              </p:custDataLst>
            </p:nvPr>
          </p:nvSpPr>
          <p:spPr>
            <a:xfrm flipH="1">
              <a:off x="5589194" y="5654495"/>
              <a:ext cx="126000" cy="126000"/>
            </a:xfrm>
            <a:prstGeom prst="ellipse">
              <a:avLst/>
            </a:prstGeom>
            <a:solidFill>
              <a:srgbClr val="4F3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0" name="椭圆 579"/>
            <p:cNvSpPr>
              <a:spLocks noChangeAspect="1"/>
            </p:cNvSpPr>
            <p:nvPr>
              <p:custDataLst>
                <p:tags r:id="rId160"/>
              </p:custDataLst>
            </p:nvPr>
          </p:nvSpPr>
          <p:spPr>
            <a:xfrm flipH="1">
              <a:off x="6476806" y="5654495"/>
              <a:ext cx="126000" cy="12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84" name="椭圆 583"/>
          <p:cNvSpPr>
            <a:spLocks noChangeAspect="1"/>
          </p:cNvSpPr>
          <p:nvPr/>
        </p:nvSpPr>
        <p:spPr>
          <a:xfrm rot="9347578" flipV="1">
            <a:off x="2109161" y="1655190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5" name="椭圆 584"/>
          <p:cNvSpPr>
            <a:spLocks noChangeAspect="1"/>
          </p:cNvSpPr>
          <p:nvPr/>
        </p:nvSpPr>
        <p:spPr>
          <a:xfrm rot="9347578" flipV="1">
            <a:off x="2934039" y="1095681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6" name="椭圆 585"/>
          <p:cNvSpPr>
            <a:spLocks noChangeAspect="1"/>
          </p:cNvSpPr>
          <p:nvPr/>
        </p:nvSpPr>
        <p:spPr>
          <a:xfrm rot="9347578" flipV="1">
            <a:off x="1082286" y="1099973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7" name="椭圆 586"/>
          <p:cNvSpPr>
            <a:spLocks noChangeAspect="1"/>
          </p:cNvSpPr>
          <p:nvPr/>
        </p:nvSpPr>
        <p:spPr>
          <a:xfrm rot="9347578" flipV="1">
            <a:off x="969370" y="1666827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8" name="椭圆 587"/>
          <p:cNvSpPr>
            <a:spLocks noChangeAspect="1"/>
          </p:cNvSpPr>
          <p:nvPr/>
        </p:nvSpPr>
        <p:spPr>
          <a:xfrm rot="9347578" flipV="1">
            <a:off x="2543747" y="1863844"/>
            <a:ext cx="30468" cy="304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9" name="椭圆 588"/>
          <p:cNvSpPr>
            <a:spLocks noChangeAspect="1"/>
          </p:cNvSpPr>
          <p:nvPr/>
        </p:nvSpPr>
        <p:spPr>
          <a:xfrm rot="9347578" flipV="1">
            <a:off x="2114747" y="1409554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0" name="椭圆 589"/>
          <p:cNvSpPr>
            <a:spLocks noChangeAspect="1"/>
          </p:cNvSpPr>
          <p:nvPr/>
        </p:nvSpPr>
        <p:spPr>
          <a:xfrm rot="9347578" flipV="1">
            <a:off x="914181" y="1582772"/>
            <a:ext cx="30468" cy="30468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1" name="椭圆 590"/>
          <p:cNvSpPr>
            <a:spLocks noChangeAspect="1"/>
          </p:cNvSpPr>
          <p:nvPr/>
        </p:nvSpPr>
        <p:spPr>
          <a:xfrm rot="9347578" flipV="1">
            <a:off x="1477574" y="1545100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2" name="椭圆 591"/>
          <p:cNvSpPr>
            <a:spLocks noChangeAspect="1"/>
          </p:cNvSpPr>
          <p:nvPr/>
        </p:nvSpPr>
        <p:spPr>
          <a:xfrm rot="9347578" flipV="1">
            <a:off x="4927731" y="1498147"/>
            <a:ext cx="30468" cy="304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4" name="椭圆 593"/>
          <p:cNvSpPr>
            <a:spLocks noChangeAspect="1"/>
          </p:cNvSpPr>
          <p:nvPr/>
        </p:nvSpPr>
        <p:spPr>
          <a:xfrm rot="12252422" flipH="1" flipV="1">
            <a:off x="10103697" y="1655190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5" name="椭圆 594"/>
          <p:cNvSpPr>
            <a:spLocks noChangeAspect="1"/>
          </p:cNvSpPr>
          <p:nvPr/>
        </p:nvSpPr>
        <p:spPr>
          <a:xfrm rot="12252422" flipH="1" flipV="1">
            <a:off x="9227493" y="1095681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6" name="椭圆 595"/>
          <p:cNvSpPr>
            <a:spLocks noChangeAspect="1"/>
          </p:cNvSpPr>
          <p:nvPr/>
        </p:nvSpPr>
        <p:spPr>
          <a:xfrm rot="12252422" flipH="1" flipV="1">
            <a:off x="11079247" y="1099973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7" name="椭圆 596"/>
          <p:cNvSpPr>
            <a:spLocks noChangeAspect="1"/>
          </p:cNvSpPr>
          <p:nvPr/>
        </p:nvSpPr>
        <p:spPr>
          <a:xfrm rot="12252422" flipH="1" flipV="1">
            <a:off x="11192162" y="1666827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8" name="椭圆 597"/>
          <p:cNvSpPr>
            <a:spLocks noChangeAspect="1"/>
          </p:cNvSpPr>
          <p:nvPr/>
        </p:nvSpPr>
        <p:spPr>
          <a:xfrm rot="12252422" flipH="1" flipV="1">
            <a:off x="9617786" y="1863844"/>
            <a:ext cx="30468" cy="304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9" name="椭圆 598"/>
          <p:cNvSpPr>
            <a:spLocks noChangeAspect="1"/>
          </p:cNvSpPr>
          <p:nvPr/>
        </p:nvSpPr>
        <p:spPr>
          <a:xfrm rot="12252422" flipH="1" flipV="1">
            <a:off x="10046785" y="1409554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0" name="椭圆 599"/>
          <p:cNvSpPr>
            <a:spLocks noChangeAspect="1"/>
          </p:cNvSpPr>
          <p:nvPr/>
        </p:nvSpPr>
        <p:spPr>
          <a:xfrm rot="12252422" flipH="1" flipV="1">
            <a:off x="11247352" y="1582772"/>
            <a:ext cx="30468" cy="30468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1" name="椭圆 600"/>
          <p:cNvSpPr>
            <a:spLocks noChangeAspect="1"/>
          </p:cNvSpPr>
          <p:nvPr/>
        </p:nvSpPr>
        <p:spPr>
          <a:xfrm rot="12252422" flipH="1" flipV="1">
            <a:off x="10735284" y="1545100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2" name="椭圆 601"/>
          <p:cNvSpPr>
            <a:spLocks noChangeAspect="1"/>
          </p:cNvSpPr>
          <p:nvPr/>
        </p:nvSpPr>
        <p:spPr>
          <a:xfrm rot="12252422" flipH="1" flipV="1">
            <a:off x="7233801" y="1498147"/>
            <a:ext cx="30468" cy="304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4" name="椭圆 60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 rot="9347578" flipV="1">
            <a:off x="1507691" y="5171869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5" name="椭圆 604"/>
          <p:cNvSpPr>
            <a:spLocks noChangeAspect="1"/>
          </p:cNvSpPr>
          <p:nvPr>
            <p:custDataLst>
              <p:tags r:id="rId6"/>
            </p:custDataLst>
          </p:nvPr>
        </p:nvSpPr>
        <p:spPr>
          <a:xfrm rot="9347578" flipV="1">
            <a:off x="2306843" y="4205410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6" name="椭圆 60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 rot="9347578" flipV="1">
            <a:off x="2247544" y="5425572"/>
            <a:ext cx="30468" cy="304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7" name="椭圆 606"/>
          <p:cNvSpPr>
            <a:spLocks noChangeAspect="1"/>
          </p:cNvSpPr>
          <p:nvPr>
            <p:custDataLst>
              <p:tags r:id="rId8"/>
            </p:custDataLst>
          </p:nvPr>
        </p:nvSpPr>
        <p:spPr>
          <a:xfrm rot="9347578" flipV="1">
            <a:off x="1487551" y="4519283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8" name="椭圆 60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 rot="9347578" flipV="1">
            <a:off x="824715" y="5335623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0" name="椭圆 609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 rot="18715833" flipV="1">
            <a:off x="11399069" y="4794579"/>
            <a:ext cx="30468" cy="3046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1" name="椭圆 610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 rot="18715833" flipV="1">
            <a:off x="10619825" y="4861865"/>
            <a:ext cx="30468" cy="304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2" name="椭圆 611"/>
          <p:cNvSpPr>
            <a:spLocks noChangeAspect="1"/>
          </p:cNvSpPr>
          <p:nvPr/>
        </p:nvSpPr>
        <p:spPr>
          <a:xfrm rot="18715833" flipV="1">
            <a:off x="11681486" y="5383234"/>
            <a:ext cx="30468" cy="3046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0" name="组合 239"/>
          <p:cNvGrpSpPr/>
          <p:nvPr>
            <p:custDataLst>
              <p:tags r:id="rId12"/>
            </p:custDataLst>
          </p:nvPr>
        </p:nvGrpSpPr>
        <p:grpSpPr>
          <a:xfrm>
            <a:off x="8386055" y="2100937"/>
            <a:ext cx="3118760" cy="1067215"/>
            <a:chOff x="44998" y="2259600"/>
            <a:chExt cx="3118760" cy="1067215"/>
          </a:xfrm>
        </p:grpSpPr>
        <p:sp>
          <p:nvSpPr>
            <p:cNvPr id="241" name="文本框 240" descr="章节序号1"/>
            <p:cNvSpPr txBox="1"/>
            <p:nvPr>
              <p:custDataLst>
                <p:tags r:id="rId110"/>
              </p:custDataLst>
            </p:nvPr>
          </p:nvSpPr>
          <p:spPr>
            <a:xfrm>
              <a:off x="722989" y="2259600"/>
              <a:ext cx="1762777" cy="646331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altLang="zh-CN" sz="3600">
                  <a:solidFill>
                    <a:srgbClr val="910475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04</a:t>
              </a:r>
              <a:endParaRPr lang="zh-CN" altLang="en-US" sz="3600">
                <a:solidFill>
                  <a:srgbClr val="910475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  <p:sp>
          <p:nvSpPr>
            <p:cNvPr id="242" name="文本框 241" descr="章节标题1"/>
            <p:cNvSpPr txBox="1"/>
            <p:nvPr>
              <p:custDataLst>
                <p:tags r:id="rId111"/>
              </p:custDataLst>
            </p:nvPr>
          </p:nvSpPr>
          <p:spPr>
            <a:xfrm>
              <a:off x="44998" y="2865150"/>
              <a:ext cx="311876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总结与展望</a:t>
              </a:r>
            </a:p>
          </p:txBody>
        </p:sp>
        <p:grpSp>
          <p:nvGrpSpPr>
            <p:cNvPr id="243" name="组合 242"/>
            <p:cNvGrpSpPr/>
            <p:nvPr/>
          </p:nvGrpSpPr>
          <p:grpSpPr>
            <a:xfrm>
              <a:off x="1175264" y="2395146"/>
              <a:ext cx="393673" cy="394721"/>
              <a:chOff x="2731720" y="54050"/>
              <a:chExt cx="6727675" cy="6745583"/>
            </a:xfrm>
          </p:grpSpPr>
          <p:sp>
            <p:nvSpPr>
              <p:cNvPr id="245" name="Line 5"/>
              <p:cNvSpPr>
                <a:spLocks noChangeShapeType="1"/>
              </p:cNvSpPr>
              <p:nvPr>
                <p:custDataLst>
                  <p:tags r:id="rId112"/>
                </p:custDataLst>
              </p:nvPr>
            </p:nvSpPr>
            <p:spPr bwMode="auto">
              <a:xfrm flipH="1">
                <a:off x="7843838" y="2370138"/>
                <a:ext cx="1414463" cy="28162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6" name="Line 6"/>
              <p:cNvSpPr>
                <a:spLocks noChangeShapeType="1"/>
              </p:cNvSpPr>
              <p:nvPr>
                <p:custDataLst>
                  <p:tags r:id="rId113"/>
                </p:custDataLst>
              </p:nvPr>
            </p:nvSpPr>
            <p:spPr bwMode="auto">
              <a:xfrm flipH="1">
                <a:off x="5843588" y="438150"/>
                <a:ext cx="1743075" cy="12287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7" name="Line 7"/>
              <p:cNvSpPr>
                <a:spLocks noChangeShapeType="1"/>
              </p:cNvSpPr>
              <p:nvPr>
                <p:custDataLst>
                  <p:tags r:id="rId114"/>
                </p:custDataLst>
              </p:nvPr>
            </p:nvSpPr>
            <p:spPr bwMode="auto">
              <a:xfrm flipH="1">
                <a:off x="7150101" y="438150"/>
                <a:ext cx="436563" cy="35020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8" name="Freeform 8"/>
              <p:cNvSpPr/>
              <p:nvPr>
                <p:custDataLst>
                  <p:tags r:id="rId115"/>
                </p:custDataLst>
              </p:nvPr>
            </p:nvSpPr>
            <p:spPr bwMode="auto">
              <a:xfrm>
                <a:off x="2765426" y="92075"/>
                <a:ext cx="6656388" cy="6673850"/>
              </a:xfrm>
              <a:custGeom>
                <a:avLst/>
                <a:gdLst>
                  <a:gd name="T0" fmla="*/ 3474 w 4193"/>
                  <a:gd name="T1" fmla="*/ 3694 h 4204"/>
                  <a:gd name="T2" fmla="*/ 2762 w 4193"/>
                  <a:gd name="T3" fmla="*/ 4100 h 4204"/>
                  <a:gd name="T4" fmla="*/ 1947 w 4193"/>
                  <a:gd name="T5" fmla="*/ 4204 h 4204"/>
                  <a:gd name="T6" fmla="*/ 1156 w 4193"/>
                  <a:gd name="T7" fmla="*/ 3986 h 4204"/>
                  <a:gd name="T8" fmla="*/ 508 w 4193"/>
                  <a:gd name="T9" fmla="*/ 3480 h 4204"/>
                  <a:gd name="T10" fmla="*/ 103 w 4193"/>
                  <a:gd name="T11" fmla="*/ 2766 h 4204"/>
                  <a:gd name="T12" fmla="*/ 0 w 4193"/>
                  <a:gd name="T13" fmla="*/ 1952 h 4204"/>
                  <a:gd name="T14" fmla="*/ 217 w 4193"/>
                  <a:gd name="T15" fmla="*/ 1159 h 4204"/>
                  <a:gd name="T16" fmla="*/ 719 w 4193"/>
                  <a:gd name="T17" fmla="*/ 509 h 4204"/>
                  <a:gd name="T18" fmla="*/ 1434 w 4193"/>
                  <a:gd name="T19" fmla="*/ 101 h 4204"/>
                  <a:gd name="T20" fmla="*/ 2246 w 4193"/>
                  <a:gd name="T21" fmla="*/ 0 h 4204"/>
                  <a:gd name="T22" fmla="*/ 3037 w 4193"/>
                  <a:gd name="T23" fmla="*/ 218 h 4204"/>
                  <a:gd name="T24" fmla="*/ 3685 w 4193"/>
                  <a:gd name="T25" fmla="*/ 722 h 4204"/>
                  <a:gd name="T26" fmla="*/ 4090 w 4193"/>
                  <a:gd name="T27" fmla="*/ 1435 h 4204"/>
                  <a:gd name="T28" fmla="*/ 4193 w 4193"/>
                  <a:gd name="T29" fmla="*/ 2252 h 4204"/>
                  <a:gd name="T30" fmla="*/ 3977 w 4193"/>
                  <a:gd name="T31" fmla="*/ 3045 h 4204"/>
                  <a:gd name="T32" fmla="*/ 3474 w 4193"/>
                  <a:gd name="T33" fmla="*/ 3694 h 4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193" h="4204">
                    <a:moveTo>
                      <a:pt x="3474" y="3694"/>
                    </a:moveTo>
                    <a:lnTo>
                      <a:pt x="2762" y="4100"/>
                    </a:lnTo>
                    <a:lnTo>
                      <a:pt x="1947" y="4204"/>
                    </a:lnTo>
                    <a:lnTo>
                      <a:pt x="1156" y="3986"/>
                    </a:lnTo>
                    <a:lnTo>
                      <a:pt x="508" y="3480"/>
                    </a:lnTo>
                    <a:lnTo>
                      <a:pt x="103" y="2766"/>
                    </a:lnTo>
                    <a:lnTo>
                      <a:pt x="0" y="1952"/>
                    </a:lnTo>
                    <a:lnTo>
                      <a:pt x="217" y="1159"/>
                    </a:lnTo>
                    <a:lnTo>
                      <a:pt x="719" y="509"/>
                    </a:lnTo>
                    <a:lnTo>
                      <a:pt x="1434" y="101"/>
                    </a:lnTo>
                    <a:lnTo>
                      <a:pt x="2246" y="0"/>
                    </a:lnTo>
                    <a:lnTo>
                      <a:pt x="3037" y="218"/>
                    </a:lnTo>
                    <a:lnTo>
                      <a:pt x="3685" y="722"/>
                    </a:lnTo>
                    <a:lnTo>
                      <a:pt x="4090" y="1435"/>
                    </a:lnTo>
                    <a:lnTo>
                      <a:pt x="4193" y="2252"/>
                    </a:lnTo>
                    <a:lnTo>
                      <a:pt x="3977" y="3045"/>
                    </a:lnTo>
                    <a:lnTo>
                      <a:pt x="3474" y="3694"/>
                    </a:lnTo>
                    <a:close/>
                  </a:path>
                </a:pathLst>
              </a:cu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9" name="Line 9"/>
              <p:cNvSpPr>
                <a:spLocks noChangeShapeType="1"/>
              </p:cNvSpPr>
              <p:nvPr>
                <p:custDataLst>
                  <p:tags r:id="rId116"/>
                </p:custDataLst>
              </p:nvPr>
            </p:nvSpPr>
            <p:spPr bwMode="auto">
              <a:xfrm flipH="1">
                <a:off x="2928938" y="252413"/>
                <a:ext cx="2112963" cy="42306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Line 10"/>
              <p:cNvSpPr>
                <a:spLocks noChangeShapeType="1"/>
              </p:cNvSpPr>
              <p:nvPr>
                <p:custDataLst>
                  <p:tags r:id="rId117"/>
                </p:custDataLst>
              </p:nvPr>
            </p:nvSpPr>
            <p:spPr bwMode="auto">
              <a:xfrm>
                <a:off x="3906838" y="900113"/>
                <a:ext cx="693738" cy="551973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1" name="Line 11"/>
              <p:cNvSpPr>
                <a:spLocks noChangeShapeType="1"/>
              </p:cNvSpPr>
              <p:nvPr>
                <p:custDataLst>
                  <p:tags r:id="rId118"/>
                </p:custDataLst>
              </p:nvPr>
            </p:nvSpPr>
            <p:spPr bwMode="auto">
              <a:xfrm>
                <a:off x="3571876" y="5616575"/>
                <a:ext cx="3578225" cy="984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2" name="Line 12"/>
              <p:cNvSpPr>
                <a:spLocks noChangeShapeType="1"/>
              </p:cNvSpPr>
              <p:nvPr>
                <p:custDataLst>
                  <p:tags r:id="rId119"/>
                </p:custDataLst>
              </p:nvPr>
            </p:nvSpPr>
            <p:spPr bwMode="auto">
              <a:xfrm>
                <a:off x="4533901" y="5881688"/>
                <a:ext cx="3746500" cy="74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3" name="Line 13"/>
              <p:cNvSpPr>
                <a:spLocks noChangeShapeType="1"/>
              </p:cNvSpPr>
              <p:nvPr>
                <p:custDataLst>
                  <p:tags r:id="rId120"/>
                </p:custDataLst>
              </p:nvPr>
            </p:nvSpPr>
            <p:spPr bwMode="auto">
              <a:xfrm>
                <a:off x="5041901" y="252413"/>
                <a:ext cx="3238500" cy="57038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4" name="Line 14"/>
              <p:cNvSpPr>
                <a:spLocks noChangeShapeType="1"/>
              </p:cNvSpPr>
              <p:nvPr>
                <p:custDataLst>
                  <p:tags r:id="rId121"/>
                </p:custDataLst>
              </p:nvPr>
            </p:nvSpPr>
            <p:spPr bwMode="auto">
              <a:xfrm flipV="1">
                <a:off x="4533901" y="4926013"/>
                <a:ext cx="4545013" cy="95567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5" name="Line 15"/>
              <p:cNvSpPr>
                <a:spLocks noChangeShapeType="1"/>
              </p:cNvSpPr>
              <p:nvPr>
                <p:custDataLst>
                  <p:tags r:id="rId122"/>
                </p:custDataLst>
              </p:nvPr>
            </p:nvSpPr>
            <p:spPr bwMode="auto">
              <a:xfrm flipV="1">
                <a:off x="4533901" y="2370138"/>
                <a:ext cx="4724400" cy="35115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6" name="Line 16"/>
              <p:cNvSpPr>
                <a:spLocks noChangeShapeType="1"/>
              </p:cNvSpPr>
              <p:nvPr>
                <p:custDataLst>
                  <p:tags r:id="rId123"/>
                </p:custDataLst>
              </p:nvPr>
            </p:nvSpPr>
            <p:spPr bwMode="auto">
              <a:xfrm>
                <a:off x="4071938" y="2193925"/>
                <a:ext cx="3078163" cy="1746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7" name="Line 17"/>
              <p:cNvSpPr>
                <a:spLocks noChangeShapeType="1"/>
              </p:cNvSpPr>
              <p:nvPr>
                <p:custDataLst>
                  <p:tags r:id="rId124"/>
                </p:custDataLst>
              </p:nvPr>
            </p:nvSpPr>
            <p:spPr bwMode="auto">
              <a:xfrm>
                <a:off x="3109913" y="1931988"/>
                <a:ext cx="1423988" cy="394970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8" name="Line 18"/>
              <p:cNvSpPr>
                <a:spLocks noChangeShapeType="1"/>
              </p:cNvSpPr>
              <p:nvPr>
                <p:custDataLst>
                  <p:tags r:id="rId125"/>
                </p:custDataLst>
              </p:nvPr>
            </p:nvSpPr>
            <p:spPr bwMode="auto">
              <a:xfrm flipV="1">
                <a:off x="7150101" y="1238250"/>
                <a:ext cx="1465263" cy="2701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9" name="Line 19"/>
              <p:cNvSpPr>
                <a:spLocks noChangeShapeType="1"/>
              </p:cNvSpPr>
              <p:nvPr>
                <p:custDataLst>
                  <p:tags r:id="rId126"/>
                </p:custDataLst>
              </p:nvPr>
            </p:nvSpPr>
            <p:spPr bwMode="auto">
              <a:xfrm flipV="1">
                <a:off x="2928938" y="3940175"/>
                <a:ext cx="4221163" cy="542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0" name="Line 20"/>
              <p:cNvSpPr>
                <a:spLocks noChangeShapeType="1"/>
              </p:cNvSpPr>
              <p:nvPr>
                <p:custDataLst>
                  <p:tags r:id="rId127"/>
                </p:custDataLst>
              </p:nvPr>
            </p:nvSpPr>
            <p:spPr bwMode="auto">
              <a:xfrm flipH="1">
                <a:off x="4533901" y="92075"/>
                <a:ext cx="1797050" cy="5789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1" name="Line 21"/>
              <p:cNvSpPr>
                <a:spLocks noChangeShapeType="1"/>
              </p:cNvSpPr>
              <p:nvPr>
                <p:custDataLst>
                  <p:tags r:id="rId128"/>
                </p:custDataLst>
              </p:nvPr>
            </p:nvSpPr>
            <p:spPr bwMode="auto">
              <a:xfrm>
                <a:off x="4071938" y="2193925"/>
                <a:ext cx="5186363" cy="1762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2" name="Line 22"/>
              <p:cNvSpPr>
                <a:spLocks noChangeShapeType="1"/>
              </p:cNvSpPr>
              <p:nvPr>
                <p:custDataLst>
                  <p:tags r:id="rId129"/>
                </p:custDataLst>
              </p:nvPr>
            </p:nvSpPr>
            <p:spPr bwMode="auto">
              <a:xfrm flipV="1">
                <a:off x="4071938" y="92075"/>
                <a:ext cx="2259013" cy="21018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Line 23"/>
              <p:cNvSpPr>
                <a:spLocks noChangeShapeType="1"/>
              </p:cNvSpPr>
              <p:nvPr>
                <p:custDataLst>
                  <p:tags r:id="rId130"/>
                </p:custDataLst>
              </p:nvPr>
            </p:nvSpPr>
            <p:spPr bwMode="auto">
              <a:xfrm>
                <a:off x="6330951" y="92075"/>
                <a:ext cx="2927350" cy="227806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Oval 24"/>
              <p:cNvSpPr>
                <a:spLocks noChangeArrowhead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5003432" y="2187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5" name="Oval 25"/>
              <p:cNvSpPr>
                <a:spLocks noChangeArrowheads="1"/>
              </p:cNvSpPr>
              <p:nvPr>
                <p:custDataLst>
                  <p:tags r:id="rId132"/>
                </p:custDataLst>
              </p:nvPr>
            </p:nvSpPr>
            <p:spPr bwMode="auto">
              <a:xfrm>
                <a:off x="3873132" y="86208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" name="Oval 26"/>
              <p:cNvSpPr>
                <a:spLocks noChangeArrowheads="1"/>
              </p:cNvSpPr>
              <p:nvPr>
                <p:custDataLst>
                  <p:tags r:id="rId133"/>
                </p:custDataLst>
              </p:nvPr>
            </p:nvSpPr>
            <p:spPr bwMode="auto">
              <a:xfrm>
                <a:off x="3076207" y="1893962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7" name="Oval 27"/>
              <p:cNvSpPr>
                <a:spLocks noChangeArrowheads="1"/>
              </p:cNvSpPr>
              <p:nvPr>
                <p:custDataLst>
                  <p:tags r:id="rId134"/>
                </p:custDataLst>
              </p:nvPr>
            </p:nvSpPr>
            <p:spPr bwMode="auto">
              <a:xfrm>
                <a:off x="2731720" y="31905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Oval 28"/>
              <p:cNvSpPr>
                <a:spLocks noChangeArrowheads="1"/>
              </p:cNvSpPr>
              <p:nvPr>
                <p:custDataLst>
                  <p:tags r:id="rId135"/>
                </p:custDataLst>
              </p:nvPr>
            </p:nvSpPr>
            <p:spPr bwMode="auto">
              <a:xfrm>
                <a:off x="2890470" y="44493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9" name="Oval 29"/>
              <p:cNvSpPr>
                <a:spLocks noChangeArrowheads="1"/>
              </p:cNvSpPr>
              <p:nvPr>
                <p:custDataLst>
                  <p:tags r:id="rId136"/>
                </p:custDataLst>
              </p:nvPr>
            </p:nvSpPr>
            <p:spPr bwMode="auto">
              <a:xfrm>
                <a:off x="3538170" y="558172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0" name="Oval 30"/>
              <p:cNvSpPr>
                <a:spLocks noChangeArrowheads="1"/>
              </p:cNvSpPr>
              <p:nvPr>
                <p:custDataLst>
                  <p:tags r:id="rId137"/>
                </p:custDataLst>
              </p:nvPr>
            </p:nvSpPr>
            <p:spPr bwMode="auto">
              <a:xfrm>
                <a:off x="4496762" y="5846837"/>
                <a:ext cx="74278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1" name="Oval 31"/>
              <p:cNvSpPr>
                <a:spLocks noChangeArrowheads="1"/>
              </p:cNvSpPr>
              <p:nvPr>
                <p:custDataLst>
                  <p:tags r:id="rId138"/>
                </p:custDataLst>
              </p:nvPr>
            </p:nvSpPr>
            <p:spPr bwMode="auto">
              <a:xfrm>
                <a:off x="7111632" y="39021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2" name="Oval 32"/>
              <p:cNvSpPr>
                <a:spLocks noChangeArrowheads="1"/>
              </p:cNvSpPr>
              <p:nvPr>
                <p:custDataLst>
                  <p:tags r:id="rId139"/>
                </p:custDataLst>
              </p:nvPr>
            </p:nvSpPr>
            <p:spPr bwMode="auto">
              <a:xfrm>
                <a:off x="7805370" y="51478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3" name="Oval 33"/>
              <p:cNvSpPr>
                <a:spLocks noChangeArrowheads="1"/>
              </p:cNvSpPr>
              <p:nvPr>
                <p:custDataLst>
                  <p:tags r:id="rId140"/>
                </p:custDataLst>
              </p:nvPr>
            </p:nvSpPr>
            <p:spPr bwMode="auto">
              <a:xfrm>
                <a:off x="5003432" y="41752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4" name="Oval 34"/>
              <p:cNvSpPr>
                <a:spLocks noChangeArrowheads="1"/>
              </p:cNvSpPr>
              <p:nvPr>
                <p:custDataLst>
                  <p:tags r:id="rId141"/>
                </p:custDataLst>
              </p:nvPr>
            </p:nvSpPr>
            <p:spPr bwMode="auto">
              <a:xfrm>
                <a:off x="5817820" y="672745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5" name="Oval 35"/>
              <p:cNvSpPr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4566870" y="63813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6" name="Oval 36"/>
              <p:cNvSpPr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7111632" y="65628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7" name="Oval 37"/>
              <p:cNvSpPr>
                <a:spLocks noChangeArrowheads="1"/>
              </p:cNvSpPr>
              <p:nvPr>
                <p:custDataLst>
                  <p:tags r:id="rId144"/>
                </p:custDataLst>
              </p:nvPr>
            </p:nvSpPr>
            <p:spPr bwMode="auto">
              <a:xfrm>
                <a:off x="8241932" y="59182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8" name="Oval 38"/>
              <p:cNvSpPr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3538170" y="3106369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9" name="Oval 39"/>
              <p:cNvSpPr>
                <a:spLocks noChangeArrowheads="1"/>
              </p:cNvSpPr>
              <p:nvPr>
                <p:custDataLst>
                  <p:tags r:id="rId146"/>
                </p:custDataLst>
              </p:nvPr>
            </p:nvSpPr>
            <p:spPr bwMode="auto">
              <a:xfrm>
                <a:off x="3949332" y="428473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0" name="Oval 40"/>
              <p:cNvSpPr>
                <a:spLocks noChangeArrowheads="1"/>
              </p:cNvSpPr>
              <p:nvPr>
                <p:custDataLst>
                  <p:tags r:id="rId147"/>
                </p:custDataLst>
              </p:nvPr>
            </p:nvSpPr>
            <p:spPr bwMode="auto">
              <a:xfrm>
                <a:off x="5406657" y="29507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1" name="Oval 41"/>
              <p:cNvSpPr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5805120" y="16284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2" name="Oval 42"/>
              <p:cNvSpPr>
                <a:spLocks noChangeArrowheads="1"/>
              </p:cNvSpPr>
              <p:nvPr>
                <p:custDataLst>
                  <p:tags r:id="rId149"/>
                </p:custDataLst>
              </p:nvPr>
            </p:nvSpPr>
            <p:spPr bwMode="auto">
              <a:xfrm>
                <a:off x="4033470" y="21590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3" name="Oval 43"/>
              <p:cNvSpPr>
                <a:spLocks noChangeArrowheads="1"/>
              </p:cNvSpPr>
              <p:nvPr>
                <p:custDataLst>
                  <p:tags r:id="rId150"/>
                </p:custDataLst>
              </p:nvPr>
            </p:nvSpPr>
            <p:spPr bwMode="auto">
              <a:xfrm>
                <a:off x="9041332" y="4887544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4" name="Oval 44"/>
              <p:cNvSpPr>
                <a:spLocks noChangeArrowheads="1"/>
              </p:cNvSpPr>
              <p:nvPr>
                <p:custDataLst>
                  <p:tags r:id="rId151"/>
                </p:custDataLst>
              </p:nvPr>
            </p:nvSpPr>
            <p:spPr bwMode="auto">
              <a:xfrm>
                <a:off x="9385819" y="3628657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5" name="Oval 45"/>
              <p:cNvSpPr>
                <a:spLocks noChangeArrowheads="1"/>
              </p:cNvSpPr>
              <p:nvPr>
                <p:custDataLst>
                  <p:tags r:id="rId152"/>
                </p:custDataLst>
              </p:nvPr>
            </p:nvSpPr>
            <p:spPr bwMode="auto">
              <a:xfrm>
                <a:off x="9224595" y="233643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6" name="Oval 46"/>
              <p:cNvSpPr>
                <a:spLocks noChangeArrowheads="1"/>
              </p:cNvSpPr>
              <p:nvPr>
                <p:custDataLst>
                  <p:tags r:id="rId153"/>
                </p:custDataLst>
              </p:nvPr>
            </p:nvSpPr>
            <p:spPr bwMode="auto">
              <a:xfrm>
                <a:off x="8578482" y="11997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7" name="Oval 47"/>
              <p:cNvSpPr>
                <a:spLocks noChangeArrowheads="1"/>
              </p:cNvSpPr>
              <p:nvPr>
                <p:custDataLst>
                  <p:tags r:id="rId154"/>
                </p:custDataLst>
              </p:nvPr>
            </p:nvSpPr>
            <p:spPr bwMode="auto">
              <a:xfrm>
                <a:off x="7552957" y="3996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8" name="Oval 48"/>
              <p:cNvSpPr>
                <a:spLocks noChangeArrowheads="1"/>
              </p:cNvSpPr>
              <p:nvPr>
                <p:custDataLst>
                  <p:tags r:id="rId155"/>
                </p:custDataLst>
              </p:nvPr>
            </p:nvSpPr>
            <p:spPr bwMode="auto">
              <a:xfrm>
                <a:off x="6297245" y="540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9" name="Oval 49"/>
              <p:cNvSpPr>
                <a:spLocks noChangeArrowheads="1"/>
              </p:cNvSpPr>
              <p:nvPr>
                <p:custDataLst>
                  <p:tags r:id="rId156"/>
                </p:custDataLst>
              </p:nvPr>
            </p:nvSpPr>
            <p:spPr bwMode="auto">
              <a:xfrm>
                <a:off x="7330707" y="22522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90" name="组合 289"/>
          <p:cNvGrpSpPr/>
          <p:nvPr>
            <p:custDataLst>
              <p:tags r:id="rId13"/>
            </p:custDataLst>
          </p:nvPr>
        </p:nvGrpSpPr>
        <p:grpSpPr>
          <a:xfrm>
            <a:off x="1536920" y="4371765"/>
            <a:ext cx="3311647" cy="1436547"/>
            <a:chOff x="44997" y="2259600"/>
            <a:chExt cx="3311647" cy="1436547"/>
          </a:xfrm>
        </p:grpSpPr>
        <p:sp>
          <p:nvSpPr>
            <p:cNvPr id="291" name="文本框 290" descr="章节序号1"/>
            <p:cNvSpPr txBox="1"/>
            <p:nvPr>
              <p:custDataLst>
                <p:tags r:id="rId62"/>
              </p:custDataLst>
            </p:nvPr>
          </p:nvSpPr>
          <p:spPr>
            <a:xfrm>
              <a:off x="722989" y="2259600"/>
              <a:ext cx="1762777" cy="646331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altLang="zh-CN" sz="3600">
                  <a:solidFill>
                    <a:srgbClr val="910475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02</a:t>
              </a:r>
              <a:endParaRPr lang="zh-CN" altLang="en-US" sz="3600">
                <a:solidFill>
                  <a:srgbClr val="910475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  <p:sp>
          <p:nvSpPr>
            <p:cNvPr id="292" name="文本框 291" descr="章节标题1"/>
            <p:cNvSpPr txBox="1"/>
            <p:nvPr>
              <p:custDataLst>
                <p:tags r:id="rId63"/>
              </p:custDataLst>
            </p:nvPr>
          </p:nvSpPr>
          <p:spPr>
            <a:xfrm>
              <a:off x="44998" y="2865150"/>
              <a:ext cx="3118760" cy="830997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从</a:t>
              </a:r>
              <a:r>
                <a:rPr lang="en-US" altLang="zh-CN" sz="24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0</a:t>
              </a:r>
              <a:r>
                <a:rPr lang="zh-CN" altLang="en-US" sz="24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到</a:t>
              </a:r>
              <a:r>
                <a:rPr lang="en-US" altLang="zh-CN" sz="24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1</a:t>
              </a:r>
              <a:r>
                <a:rPr lang="zh-CN" altLang="en-US" sz="24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，我们如何制作一款实用软件原型</a:t>
              </a:r>
            </a:p>
          </p:txBody>
        </p:sp>
        <p:grpSp>
          <p:nvGrpSpPr>
            <p:cNvPr id="293" name="组合 292"/>
            <p:cNvGrpSpPr/>
            <p:nvPr/>
          </p:nvGrpSpPr>
          <p:grpSpPr>
            <a:xfrm>
              <a:off x="1175264" y="2395146"/>
              <a:ext cx="393673" cy="394721"/>
              <a:chOff x="2731720" y="54050"/>
              <a:chExt cx="6727675" cy="6745583"/>
            </a:xfrm>
          </p:grpSpPr>
          <p:sp>
            <p:nvSpPr>
              <p:cNvPr id="295" name="Line 5"/>
              <p:cNvSpPr>
                <a:spLocks noChangeShapeType="1"/>
              </p:cNvSpPr>
              <p:nvPr>
                <p:custDataLst>
                  <p:tags r:id="rId65"/>
                </p:custDataLst>
              </p:nvPr>
            </p:nvSpPr>
            <p:spPr bwMode="auto">
              <a:xfrm flipH="1">
                <a:off x="7843838" y="2370138"/>
                <a:ext cx="1414463" cy="28162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6" name="Line 6"/>
              <p:cNvSpPr>
                <a:spLocks noChangeShapeType="1"/>
              </p:cNvSpPr>
              <p:nvPr>
                <p:custDataLst>
                  <p:tags r:id="rId66"/>
                </p:custDataLst>
              </p:nvPr>
            </p:nvSpPr>
            <p:spPr bwMode="auto">
              <a:xfrm flipH="1">
                <a:off x="5843588" y="438150"/>
                <a:ext cx="1743075" cy="12287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7" name="Line 7"/>
              <p:cNvSpPr>
                <a:spLocks noChangeShapeType="1"/>
              </p:cNvSpPr>
              <p:nvPr>
                <p:custDataLst>
                  <p:tags r:id="rId67"/>
                </p:custDataLst>
              </p:nvPr>
            </p:nvSpPr>
            <p:spPr bwMode="auto">
              <a:xfrm flipH="1">
                <a:off x="7150101" y="438150"/>
                <a:ext cx="436563" cy="35020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8" name="Freeform 8"/>
              <p:cNvSpPr/>
              <p:nvPr>
                <p:custDataLst>
                  <p:tags r:id="rId68"/>
                </p:custDataLst>
              </p:nvPr>
            </p:nvSpPr>
            <p:spPr bwMode="auto">
              <a:xfrm>
                <a:off x="2765426" y="92075"/>
                <a:ext cx="6656388" cy="6673850"/>
              </a:xfrm>
              <a:custGeom>
                <a:avLst/>
                <a:gdLst>
                  <a:gd name="T0" fmla="*/ 3474 w 4193"/>
                  <a:gd name="T1" fmla="*/ 3694 h 4204"/>
                  <a:gd name="T2" fmla="*/ 2762 w 4193"/>
                  <a:gd name="T3" fmla="*/ 4100 h 4204"/>
                  <a:gd name="T4" fmla="*/ 1947 w 4193"/>
                  <a:gd name="T5" fmla="*/ 4204 h 4204"/>
                  <a:gd name="T6" fmla="*/ 1156 w 4193"/>
                  <a:gd name="T7" fmla="*/ 3986 h 4204"/>
                  <a:gd name="T8" fmla="*/ 508 w 4193"/>
                  <a:gd name="T9" fmla="*/ 3480 h 4204"/>
                  <a:gd name="T10" fmla="*/ 103 w 4193"/>
                  <a:gd name="T11" fmla="*/ 2766 h 4204"/>
                  <a:gd name="T12" fmla="*/ 0 w 4193"/>
                  <a:gd name="T13" fmla="*/ 1952 h 4204"/>
                  <a:gd name="T14" fmla="*/ 217 w 4193"/>
                  <a:gd name="T15" fmla="*/ 1159 h 4204"/>
                  <a:gd name="T16" fmla="*/ 719 w 4193"/>
                  <a:gd name="T17" fmla="*/ 509 h 4204"/>
                  <a:gd name="T18" fmla="*/ 1434 w 4193"/>
                  <a:gd name="T19" fmla="*/ 101 h 4204"/>
                  <a:gd name="T20" fmla="*/ 2246 w 4193"/>
                  <a:gd name="T21" fmla="*/ 0 h 4204"/>
                  <a:gd name="T22" fmla="*/ 3037 w 4193"/>
                  <a:gd name="T23" fmla="*/ 218 h 4204"/>
                  <a:gd name="T24" fmla="*/ 3685 w 4193"/>
                  <a:gd name="T25" fmla="*/ 722 h 4204"/>
                  <a:gd name="T26" fmla="*/ 4090 w 4193"/>
                  <a:gd name="T27" fmla="*/ 1435 h 4204"/>
                  <a:gd name="T28" fmla="*/ 4193 w 4193"/>
                  <a:gd name="T29" fmla="*/ 2252 h 4204"/>
                  <a:gd name="T30" fmla="*/ 3977 w 4193"/>
                  <a:gd name="T31" fmla="*/ 3045 h 4204"/>
                  <a:gd name="T32" fmla="*/ 3474 w 4193"/>
                  <a:gd name="T33" fmla="*/ 3694 h 4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193" h="4204">
                    <a:moveTo>
                      <a:pt x="3474" y="3694"/>
                    </a:moveTo>
                    <a:lnTo>
                      <a:pt x="2762" y="4100"/>
                    </a:lnTo>
                    <a:lnTo>
                      <a:pt x="1947" y="4204"/>
                    </a:lnTo>
                    <a:lnTo>
                      <a:pt x="1156" y="3986"/>
                    </a:lnTo>
                    <a:lnTo>
                      <a:pt x="508" y="3480"/>
                    </a:lnTo>
                    <a:lnTo>
                      <a:pt x="103" y="2766"/>
                    </a:lnTo>
                    <a:lnTo>
                      <a:pt x="0" y="1952"/>
                    </a:lnTo>
                    <a:lnTo>
                      <a:pt x="217" y="1159"/>
                    </a:lnTo>
                    <a:lnTo>
                      <a:pt x="719" y="509"/>
                    </a:lnTo>
                    <a:lnTo>
                      <a:pt x="1434" y="101"/>
                    </a:lnTo>
                    <a:lnTo>
                      <a:pt x="2246" y="0"/>
                    </a:lnTo>
                    <a:lnTo>
                      <a:pt x="3037" y="218"/>
                    </a:lnTo>
                    <a:lnTo>
                      <a:pt x="3685" y="722"/>
                    </a:lnTo>
                    <a:lnTo>
                      <a:pt x="4090" y="1435"/>
                    </a:lnTo>
                    <a:lnTo>
                      <a:pt x="4193" y="2252"/>
                    </a:lnTo>
                    <a:lnTo>
                      <a:pt x="3977" y="3045"/>
                    </a:lnTo>
                    <a:lnTo>
                      <a:pt x="3474" y="3694"/>
                    </a:lnTo>
                    <a:close/>
                  </a:path>
                </a:pathLst>
              </a:cu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9" name="Line 9"/>
              <p:cNvSpPr>
                <a:spLocks noChangeShapeType="1"/>
              </p:cNvSpPr>
              <p:nvPr>
                <p:custDataLst>
                  <p:tags r:id="rId69"/>
                </p:custDataLst>
              </p:nvPr>
            </p:nvSpPr>
            <p:spPr bwMode="auto">
              <a:xfrm flipH="1">
                <a:off x="2928938" y="252413"/>
                <a:ext cx="2112963" cy="42306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0" name="Line 10"/>
              <p:cNvSpPr>
                <a:spLocks noChangeShapeType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3906838" y="900113"/>
                <a:ext cx="693738" cy="551973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1" name="Line 11"/>
              <p:cNvSpPr>
                <a:spLocks noChangeShapeType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3571876" y="5616575"/>
                <a:ext cx="3578225" cy="984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2" name="Line 12"/>
              <p:cNvSpPr>
                <a:spLocks noChangeShapeType="1"/>
              </p:cNvSpPr>
              <p:nvPr>
                <p:custDataLst>
                  <p:tags r:id="rId72"/>
                </p:custDataLst>
              </p:nvPr>
            </p:nvSpPr>
            <p:spPr bwMode="auto">
              <a:xfrm>
                <a:off x="4533901" y="5881688"/>
                <a:ext cx="3746500" cy="74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3" name="Line 13"/>
              <p:cNvSpPr>
                <a:spLocks noChangeShapeType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5041901" y="252413"/>
                <a:ext cx="3238500" cy="57038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4" name="Line 14"/>
              <p:cNvSpPr>
                <a:spLocks noChangeShapeType="1"/>
              </p:cNvSpPr>
              <p:nvPr>
                <p:custDataLst>
                  <p:tags r:id="rId74"/>
                </p:custDataLst>
              </p:nvPr>
            </p:nvSpPr>
            <p:spPr bwMode="auto">
              <a:xfrm flipV="1">
                <a:off x="4533901" y="4926013"/>
                <a:ext cx="4545013" cy="95567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5" name="Line 15"/>
              <p:cNvSpPr>
                <a:spLocks noChangeShapeType="1"/>
              </p:cNvSpPr>
              <p:nvPr>
                <p:custDataLst>
                  <p:tags r:id="rId75"/>
                </p:custDataLst>
              </p:nvPr>
            </p:nvSpPr>
            <p:spPr bwMode="auto">
              <a:xfrm flipV="1">
                <a:off x="4533901" y="2370138"/>
                <a:ext cx="4724400" cy="35115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6" name="Line 16"/>
              <p:cNvSpPr>
                <a:spLocks noChangeShapeType="1"/>
              </p:cNvSpPr>
              <p:nvPr>
                <p:custDataLst>
                  <p:tags r:id="rId76"/>
                </p:custDataLst>
              </p:nvPr>
            </p:nvSpPr>
            <p:spPr bwMode="auto">
              <a:xfrm>
                <a:off x="4071938" y="2193925"/>
                <a:ext cx="3078163" cy="1746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7" name="Line 17"/>
              <p:cNvSpPr>
                <a:spLocks noChangeShapeType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3109913" y="1931988"/>
                <a:ext cx="1423988" cy="394970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" name="Line 18"/>
              <p:cNvSpPr>
                <a:spLocks noChangeShapeType="1"/>
              </p:cNvSpPr>
              <p:nvPr>
                <p:custDataLst>
                  <p:tags r:id="rId78"/>
                </p:custDataLst>
              </p:nvPr>
            </p:nvSpPr>
            <p:spPr bwMode="auto">
              <a:xfrm flipV="1">
                <a:off x="7150101" y="1238250"/>
                <a:ext cx="1465263" cy="2701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9" name="Line 19"/>
              <p:cNvSpPr>
                <a:spLocks noChangeShapeType="1"/>
              </p:cNvSpPr>
              <p:nvPr>
                <p:custDataLst>
                  <p:tags r:id="rId79"/>
                </p:custDataLst>
              </p:nvPr>
            </p:nvSpPr>
            <p:spPr bwMode="auto">
              <a:xfrm flipV="1">
                <a:off x="2928938" y="3940175"/>
                <a:ext cx="4221163" cy="542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0" name="Line 20"/>
              <p:cNvSpPr>
                <a:spLocks noChangeShapeType="1"/>
              </p:cNvSpPr>
              <p:nvPr>
                <p:custDataLst>
                  <p:tags r:id="rId80"/>
                </p:custDataLst>
              </p:nvPr>
            </p:nvSpPr>
            <p:spPr bwMode="auto">
              <a:xfrm flipH="1">
                <a:off x="4533901" y="92075"/>
                <a:ext cx="1797050" cy="5789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1" name="Line 21"/>
              <p:cNvSpPr>
                <a:spLocks noChangeShapeType="1"/>
              </p:cNvSpPr>
              <p:nvPr>
                <p:custDataLst>
                  <p:tags r:id="rId81"/>
                </p:custDataLst>
              </p:nvPr>
            </p:nvSpPr>
            <p:spPr bwMode="auto">
              <a:xfrm>
                <a:off x="4071938" y="2193925"/>
                <a:ext cx="5186363" cy="1762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2" name="Line 22"/>
              <p:cNvSpPr>
                <a:spLocks noChangeShapeType="1"/>
              </p:cNvSpPr>
              <p:nvPr>
                <p:custDataLst>
                  <p:tags r:id="rId82"/>
                </p:custDataLst>
              </p:nvPr>
            </p:nvSpPr>
            <p:spPr bwMode="auto">
              <a:xfrm flipV="1">
                <a:off x="4071938" y="92075"/>
                <a:ext cx="2259013" cy="21018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3" name="Line 23"/>
              <p:cNvSpPr>
                <a:spLocks noChangeShapeType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6330951" y="92075"/>
                <a:ext cx="2927350" cy="227806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4" name="Oval 24"/>
              <p:cNvSpPr>
                <a:spLocks noChangeArrowheads="1"/>
              </p:cNvSpPr>
              <p:nvPr>
                <p:custDataLst>
                  <p:tags r:id="rId84"/>
                </p:custDataLst>
              </p:nvPr>
            </p:nvSpPr>
            <p:spPr bwMode="auto">
              <a:xfrm>
                <a:off x="5003432" y="2187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5" name="Oval 25"/>
              <p:cNvSpPr>
                <a:spLocks noChangeArrowheads="1"/>
              </p:cNvSpPr>
              <p:nvPr>
                <p:custDataLst>
                  <p:tags r:id="rId85"/>
                </p:custDataLst>
              </p:nvPr>
            </p:nvSpPr>
            <p:spPr bwMode="auto">
              <a:xfrm>
                <a:off x="3873132" y="86208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6" name="Oval 26"/>
              <p:cNvSpPr>
                <a:spLocks noChangeArrowheads="1"/>
              </p:cNvSpPr>
              <p:nvPr>
                <p:custDataLst>
                  <p:tags r:id="rId86"/>
                </p:custDataLst>
              </p:nvPr>
            </p:nvSpPr>
            <p:spPr bwMode="auto">
              <a:xfrm>
                <a:off x="3076207" y="1893962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7" name="Oval 27"/>
              <p:cNvSpPr>
                <a:spLocks noChangeArrowheads="1"/>
              </p:cNvSpPr>
              <p:nvPr>
                <p:custDataLst>
                  <p:tags r:id="rId87"/>
                </p:custDataLst>
              </p:nvPr>
            </p:nvSpPr>
            <p:spPr bwMode="auto">
              <a:xfrm>
                <a:off x="2731720" y="31905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8" name="Oval 28"/>
              <p:cNvSpPr>
                <a:spLocks noChangeArrowheads="1"/>
              </p:cNvSpPr>
              <p:nvPr>
                <p:custDataLst>
                  <p:tags r:id="rId88"/>
                </p:custDataLst>
              </p:nvPr>
            </p:nvSpPr>
            <p:spPr bwMode="auto">
              <a:xfrm>
                <a:off x="2890470" y="44493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9" name="Oval 29"/>
              <p:cNvSpPr>
                <a:spLocks noChangeArrowheads="1"/>
              </p:cNvSpPr>
              <p:nvPr>
                <p:custDataLst>
                  <p:tags r:id="rId89"/>
                </p:custDataLst>
              </p:nvPr>
            </p:nvSpPr>
            <p:spPr bwMode="auto">
              <a:xfrm>
                <a:off x="3538170" y="558172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0" name="Oval 30"/>
              <p:cNvSpPr>
                <a:spLocks noChangeArrowheads="1"/>
              </p:cNvSpPr>
              <p:nvPr>
                <p:custDataLst>
                  <p:tags r:id="rId90"/>
                </p:custDataLst>
              </p:nvPr>
            </p:nvSpPr>
            <p:spPr bwMode="auto">
              <a:xfrm>
                <a:off x="4496762" y="5846837"/>
                <a:ext cx="74278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1" name="Oval 31"/>
              <p:cNvSpPr>
                <a:spLocks noChangeArrowheads="1"/>
              </p:cNvSpPr>
              <p:nvPr>
                <p:custDataLst>
                  <p:tags r:id="rId91"/>
                </p:custDataLst>
              </p:nvPr>
            </p:nvSpPr>
            <p:spPr bwMode="auto">
              <a:xfrm>
                <a:off x="7111632" y="39021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2" name="Oval 32"/>
              <p:cNvSpPr>
                <a:spLocks noChangeArrowheads="1"/>
              </p:cNvSpPr>
              <p:nvPr>
                <p:custDataLst>
                  <p:tags r:id="rId92"/>
                </p:custDataLst>
              </p:nvPr>
            </p:nvSpPr>
            <p:spPr bwMode="auto">
              <a:xfrm>
                <a:off x="7805370" y="51478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3" name="Oval 33"/>
              <p:cNvSpPr>
                <a:spLocks noChangeArrowheads="1"/>
              </p:cNvSpPr>
              <p:nvPr>
                <p:custDataLst>
                  <p:tags r:id="rId93"/>
                </p:custDataLst>
              </p:nvPr>
            </p:nvSpPr>
            <p:spPr bwMode="auto">
              <a:xfrm>
                <a:off x="5003432" y="41752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4" name="Oval 34"/>
              <p:cNvSpPr>
                <a:spLocks noChangeArrowheads="1"/>
              </p:cNvSpPr>
              <p:nvPr>
                <p:custDataLst>
                  <p:tags r:id="rId94"/>
                </p:custDataLst>
              </p:nvPr>
            </p:nvSpPr>
            <p:spPr bwMode="auto">
              <a:xfrm>
                <a:off x="5817820" y="672745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5" name="Oval 35"/>
              <p:cNvSpPr>
                <a:spLocks noChangeArrowheads="1"/>
              </p:cNvSpPr>
              <p:nvPr>
                <p:custDataLst>
                  <p:tags r:id="rId95"/>
                </p:custDataLst>
              </p:nvPr>
            </p:nvSpPr>
            <p:spPr bwMode="auto">
              <a:xfrm>
                <a:off x="4566870" y="63813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6" name="Oval 36"/>
              <p:cNvSpPr>
                <a:spLocks noChangeArrowheads="1"/>
              </p:cNvSpPr>
              <p:nvPr>
                <p:custDataLst>
                  <p:tags r:id="rId96"/>
                </p:custDataLst>
              </p:nvPr>
            </p:nvSpPr>
            <p:spPr bwMode="auto">
              <a:xfrm>
                <a:off x="7111632" y="65628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7" name="Oval 37"/>
              <p:cNvSpPr>
                <a:spLocks noChangeArrowheads="1"/>
              </p:cNvSpPr>
              <p:nvPr>
                <p:custDataLst>
                  <p:tags r:id="rId97"/>
                </p:custDataLst>
              </p:nvPr>
            </p:nvSpPr>
            <p:spPr bwMode="auto">
              <a:xfrm>
                <a:off x="8241932" y="59182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" name="Oval 38"/>
              <p:cNvSpPr>
                <a:spLocks noChangeArrowheads="1"/>
              </p:cNvSpPr>
              <p:nvPr>
                <p:custDataLst>
                  <p:tags r:id="rId98"/>
                </p:custDataLst>
              </p:nvPr>
            </p:nvSpPr>
            <p:spPr bwMode="auto">
              <a:xfrm>
                <a:off x="3538170" y="3106369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9" name="Oval 39"/>
              <p:cNvSpPr>
                <a:spLocks noChangeArrowhead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3949332" y="428473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0" name="Oval 40"/>
              <p:cNvSpPr>
                <a:spLocks noChangeArrowheads="1"/>
              </p:cNvSpPr>
              <p:nvPr>
                <p:custDataLst>
                  <p:tags r:id="rId100"/>
                </p:custDataLst>
              </p:nvPr>
            </p:nvSpPr>
            <p:spPr bwMode="auto">
              <a:xfrm>
                <a:off x="5406657" y="29507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1" name="Oval 41"/>
              <p:cNvSpPr>
                <a:spLocks noChangeArrowheads="1"/>
              </p:cNvSpPr>
              <p:nvPr>
                <p:custDataLst>
                  <p:tags r:id="rId101"/>
                </p:custDataLst>
              </p:nvPr>
            </p:nvSpPr>
            <p:spPr bwMode="auto">
              <a:xfrm>
                <a:off x="5805120" y="16284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2" name="Oval 42"/>
              <p:cNvSpPr>
                <a:spLocks noChangeArrowheads="1"/>
              </p:cNvSpPr>
              <p:nvPr>
                <p:custDataLst>
                  <p:tags r:id="rId102"/>
                </p:custDataLst>
              </p:nvPr>
            </p:nvSpPr>
            <p:spPr bwMode="auto">
              <a:xfrm>
                <a:off x="4033470" y="21590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3" name="Oval 43"/>
              <p:cNvSpPr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9041332" y="4887544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4" name="Oval 44"/>
              <p:cNvSpPr>
                <a:spLocks noChangeArrowheads="1"/>
              </p:cNvSpPr>
              <p:nvPr>
                <p:custDataLst>
                  <p:tags r:id="rId104"/>
                </p:custDataLst>
              </p:nvPr>
            </p:nvSpPr>
            <p:spPr bwMode="auto">
              <a:xfrm>
                <a:off x="9385819" y="3628657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5" name="Oval 45"/>
              <p:cNvSpPr>
                <a:spLocks noChangeArrowheads="1"/>
              </p:cNvSpPr>
              <p:nvPr>
                <p:custDataLst>
                  <p:tags r:id="rId105"/>
                </p:custDataLst>
              </p:nvPr>
            </p:nvSpPr>
            <p:spPr bwMode="auto">
              <a:xfrm>
                <a:off x="9224595" y="233643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6" name="Oval 46"/>
              <p:cNvSpPr>
                <a:spLocks noChangeArrowheads="1"/>
              </p:cNvSpPr>
              <p:nvPr>
                <p:custDataLst>
                  <p:tags r:id="rId106"/>
                </p:custDataLst>
              </p:nvPr>
            </p:nvSpPr>
            <p:spPr bwMode="auto">
              <a:xfrm>
                <a:off x="8578482" y="11997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7" name="Oval 47"/>
              <p:cNvSpPr>
                <a:spLocks noChangeArrowheads="1"/>
              </p:cNvSpPr>
              <p:nvPr>
                <p:custDataLst>
                  <p:tags r:id="rId107"/>
                </p:custDataLst>
              </p:nvPr>
            </p:nvSpPr>
            <p:spPr bwMode="auto">
              <a:xfrm>
                <a:off x="7552957" y="3996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8" name="Oval 48"/>
              <p:cNvSpPr>
                <a:spLocks noChangeArrowheads="1"/>
              </p:cNvSpPr>
              <p:nvPr>
                <p:custDataLst>
                  <p:tags r:id="rId108"/>
                </p:custDataLst>
              </p:nvPr>
            </p:nvSpPr>
            <p:spPr bwMode="auto">
              <a:xfrm>
                <a:off x="6297245" y="540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9" name="Oval 49"/>
              <p:cNvSpPr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7330707" y="22522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94" name="文本框 293" descr="章节概要1"/>
            <p:cNvSpPr txBox="1"/>
            <p:nvPr>
              <p:custDataLst>
                <p:tags r:id="rId64"/>
              </p:custDataLst>
            </p:nvPr>
          </p:nvSpPr>
          <p:spPr>
            <a:xfrm>
              <a:off x="44997" y="3312344"/>
              <a:ext cx="3311647" cy="37202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endParaRPr lang="zh-CN" altLang="en-US" sz="1600" dirty="0">
                <a:solidFill>
                  <a:schemeClr val="bg1">
                    <a:alpha val="54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0" name="组合 339"/>
          <p:cNvGrpSpPr/>
          <p:nvPr>
            <p:custDataLst>
              <p:tags r:id="rId14"/>
            </p:custDataLst>
          </p:nvPr>
        </p:nvGrpSpPr>
        <p:grpSpPr>
          <a:xfrm>
            <a:off x="7344927" y="4371765"/>
            <a:ext cx="3118760" cy="1528880"/>
            <a:chOff x="44998" y="2259600"/>
            <a:chExt cx="3118760" cy="1528880"/>
          </a:xfrm>
        </p:grpSpPr>
        <p:sp>
          <p:nvSpPr>
            <p:cNvPr id="341" name="文本框 340" descr="章节序号1"/>
            <p:cNvSpPr txBox="1"/>
            <p:nvPr>
              <p:custDataLst>
                <p:tags r:id="rId15"/>
              </p:custDataLst>
            </p:nvPr>
          </p:nvSpPr>
          <p:spPr>
            <a:xfrm>
              <a:off x="722989" y="2259600"/>
              <a:ext cx="1762777" cy="646331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altLang="zh-CN" sz="3600">
                  <a:solidFill>
                    <a:srgbClr val="4F34F3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03</a:t>
              </a:r>
              <a:endParaRPr lang="zh-CN" altLang="en-US" sz="3600">
                <a:solidFill>
                  <a:srgbClr val="4F34F3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</p:txBody>
        </p:sp>
        <p:sp>
          <p:nvSpPr>
            <p:cNvPr id="342" name="文本框 341" descr="章节标题1"/>
            <p:cNvSpPr txBox="1"/>
            <p:nvPr>
              <p:custDataLst>
                <p:tags r:id="rId16"/>
              </p:custDataLst>
            </p:nvPr>
          </p:nvSpPr>
          <p:spPr>
            <a:xfrm>
              <a:off x="44998" y="2865150"/>
              <a:ext cx="3118760" cy="923330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从</a:t>
              </a:r>
              <a:r>
                <a:rPr lang="en-US" altLang="zh-CN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1</a:t>
              </a:r>
              <a:r>
                <a:rPr lang="zh-CN" altLang="en-US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到无穷大，我们如何将</a:t>
              </a:r>
              <a:r>
                <a:rPr lang="en-US" altLang="zh-CN" dirty="0" err="1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ChatMonitor</a:t>
              </a:r>
              <a:r>
                <a:rPr lang="zh-CN" altLang="en-US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作为一个产品上线</a:t>
              </a:r>
            </a:p>
          </p:txBody>
        </p:sp>
        <p:grpSp>
          <p:nvGrpSpPr>
            <p:cNvPr id="343" name="组合 342"/>
            <p:cNvGrpSpPr/>
            <p:nvPr/>
          </p:nvGrpSpPr>
          <p:grpSpPr>
            <a:xfrm>
              <a:off x="1175264" y="2395146"/>
              <a:ext cx="393673" cy="394721"/>
              <a:chOff x="2731720" y="54050"/>
              <a:chExt cx="6727675" cy="6745583"/>
            </a:xfrm>
          </p:grpSpPr>
          <p:sp>
            <p:nvSpPr>
              <p:cNvPr id="345" name="Line 5"/>
              <p:cNvSpPr>
                <a:spLocks noChangeShapeType="1"/>
              </p:cNvSpPr>
              <p:nvPr>
                <p:custDataLst>
                  <p:tags r:id="rId17"/>
                </p:custDataLst>
              </p:nvPr>
            </p:nvSpPr>
            <p:spPr bwMode="auto">
              <a:xfrm flipH="1">
                <a:off x="7843838" y="2370138"/>
                <a:ext cx="1414463" cy="28162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6" name="Line 6"/>
              <p:cNvSpPr>
                <a:spLocks noChangeShapeType="1"/>
              </p:cNvSpPr>
              <p:nvPr>
                <p:custDataLst>
                  <p:tags r:id="rId18"/>
                </p:custDataLst>
              </p:nvPr>
            </p:nvSpPr>
            <p:spPr bwMode="auto">
              <a:xfrm flipH="1">
                <a:off x="5843588" y="438150"/>
                <a:ext cx="1743075" cy="12287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7" name="Line 7"/>
              <p:cNvSpPr>
                <a:spLocks noChangeShapeType="1"/>
              </p:cNvSpPr>
              <p:nvPr>
                <p:custDataLst>
                  <p:tags r:id="rId19"/>
                </p:custDataLst>
              </p:nvPr>
            </p:nvSpPr>
            <p:spPr bwMode="auto">
              <a:xfrm flipH="1">
                <a:off x="7150101" y="438150"/>
                <a:ext cx="436563" cy="35020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8" name="Freeform 8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2765426" y="92075"/>
                <a:ext cx="6656388" cy="6673850"/>
              </a:xfrm>
              <a:custGeom>
                <a:avLst/>
                <a:gdLst>
                  <a:gd name="T0" fmla="*/ 3474 w 4193"/>
                  <a:gd name="T1" fmla="*/ 3694 h 4204"/>
                  <a:gd name="T2" fmla="*/ 2762 w 4193"/>
                  <a:gd name="T3" fmla="*/ 4100 h 4204"/>
                  <a:gd name="T4" fmla="*/ 1947 w 4193"/>
                  <a:gd name="T5" fmla="*/ 4204 h 4204"/>
                  <a:gd name="T6" fmla="*/ 1156 w 4193"/>
                  <a:gd name="T7" fmla="*/ 3986 h 4204"/>
                  <a:gd name="T8" fmla="*/ 508 w 4193"/>
                  <a:gd name="T9" fmla="*/ 3480 h 4204"/>
                  <a:gd name="T10" fmla="*/ 103 w 4193"/>
                  <a:gd name="T11" fmla="*/ 2766 h 4204"/>
                  <a:gd name="T12" fmla="*/ 0 w 4193"/>
                  <a:gd name="T13" fmla="*/ 1952 h 4204"/>
                  <a:gd name="T14" fmla="*/ 217 w 4193"/>
                  <a:gd name="T15" fmla="*/ 1159 h 4204"/>
                  <a:gd name="T16" fmla="*/ 719 w 4193"/>
                  <a:gd name="T17" fmla="*/ 509 h 4204"/>
                  <a:gd name="T18" fmla="*/ 1434 w 4193"/>
                  <a:gd name="T19" fmla="*/ 101 h 4204"/>
                  <a:gd name="T20" fmla="*/ 2246 w 4193"/>
                  <a:gd name="T21" fmla="*/ 0 h 4204"/>
                  <a:gd name="T22" fmla="*/ 3037 w 4193"/>
                  <a:gd name="T23" fmla="*/ 218 h 4204"/>
                  <a:gd name="T24" fmla="*/ 3685 w 4193"/>
                  <a:gd name="T25" fmla="*/ 722 h 4204"/>
                  <a:gd name="T26" fmla="*/ 4090 w 4193"/>
                  <a:gd name="T27" fmla="*/ 1435 h 4204"/>
                  <a:gd name="T28" fmla="*/ 4193 w 4193"/>
                  <a:gd name="T29" fmla="*/ 2252 h 4204"/>
                  <a:gd name="T30" fmla="*/ 3977 w 4193"/>
                  <a:gd name="T31" fmla="*/ 3045 h 4204"/>
                  <a:gd name="T32" fmla="*/ 3474 w 4193"/>
                  <a:gd name="T33" fmla="*/ 3694 h 4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193" h="4204">
                    <a:moveTo>
                      <a:pt x="3474" y="3694"/>
                    </a:moveTo>
                    <a:lnTo>
                      <a:pt x="2762" y="4100"/>
                    </a:lnTo>
                    <a:lnTo>
                      <a:pt x="1947" y="4204"/>
                    </a:lnTo>
                    <a:lnTo>
                      <a:pt x="1156" y="3986"/>
                    </a:lnTo>
                    <a:lnTo>
                      <a:pt x="508" y="3480"/>
                    </a:lnTo>
                    <a:lnTo>
                      <a:pt x="103" y="2766"/>
                    </a:lnTo>
                    <a:lnTo>
                      <a:pt x="0" y="1952"/>
                    </a:lnTo>
                    <a:lnTo>
                      <a:pt x="217" y="1159"/>
                    </a:lnTo>
                    <a:lnTo>
                      <a:pt x="719" y="509"/>
                    </a:lnTo>
                    <a:lnTo>
                      <a:pt x="1434" y="101"/>
                    </a:lnTo>
                    <a:lnTo>
                      <a:pt x="2246" y="0"/>
                    </a:lnTo>
                    <a:lnTo>
                      <a:pt x="3037" y="218"/>
                    </a:lnTo>
                    <a:lnTo>
                      <a:pt x="3685" y="722"/>
                    </a:lnTo>
                    <a:lnTo>
                      <a:pt x="4090" y="1435"/>
                    </a:lnTo>
                    <a:lnTo>
                      <a:pt x="4193" y="2252"/>
                    </a:lnTo>
                    <a:lnTo>
                      <a:pt x="3977" y="3045"/>
                    </a:lnTo>
                    <a:lnTo>
                      <a:pt x="3474" y="3694"/>
                    </a:lnTo>
                    <a:close/>
                  </a:path>
                </a:pathLst>
              </a:cu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9" name="Line 9"/>
              <p:cNvSpPr>
                <a:spLocks noChangeShapeType="1"/>
              </p:cNvSpPr>
              <p:nvPr>
                <p:custDataLst>
                  <p:tags r:id="rId21"/>
                </p:custDataLst>
              </p:nvPr>
            </p:nvSpPr>
            <p:spPr bwMode="auto">
              <a:xfrm flipH="1">
                <a:off x="2928938" y="252413"/>
                <a:ext cx="2112963" cy="42306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0" name="Line 10"/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906838" y="900113"/>
                <a:ext cx="693738" cy="551973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1" name="Line 11"/>
              <p:cNvSpPr>
                <a:spLocks noChangeShapeType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3571876" y="5616575"/>
                <a:ext cx="3578225" cy="984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2" name="Line 12"/>
              <p:cNvSpPr>
                <a:spLocks noChangeShapeType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4533901" y="5881688"/>
                <a:ext cx="3746500" cy="74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3" name="Line 13"/>
              <p:cNvSpPr>
                <a:spLocks noChangeShapeType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5041901" y="252413"/>
                <a:ext cx="3238500" cy="5703888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4" name="Line 14"/>
              <p:cNvSpPr>
                <a:spLocks noChangeShapeType="1"/>
              </p:cNvSpPr>
              <p:nvPr>
                <p:custDataLst>
                  <p:tags r:id="rId26"/>
                </p:custDataLst>
              </p:nvPr>
            </p:nvSpPr>
            <p:spPr bwMode="auto">
              <a:xfrm flipV="1">
                <a:off x="4533901" y="4926013"/>
                <a:ext cx="4545013" cy="95567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5" name="Line 15"/>
              <p:cNvSpPr>
                <a:spLocks noChangeShapeType="1"/>
              </p:cNvSpPr>
              <p:nvPr>
                <p:custDataLst>
                  <p:tags r:id="rId27"/>
                </p:custDataLst>
              </p:nvPr>
            </p:nvSpPr>
            <p:spPr bwMode="auto">
              <a:xfrm flipV="1">
                <a:off x="4533901" y="2370138"/>
                <a:ext cx="4724400" cy="35115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6" name="Line 16"/>
              <p:cNvSpPr>
                <a:spLocks noChangeShapeType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4071938" y="2193925"/>
                <a:ext cx="3078163" cy="17462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7" name="Line 17"/>
              <p:cNvSpPr>
                <a:spLocks noChangeShapeType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3109913" y="1931988"/>
                <a:ext cx="1423988" cy="394970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8" name="Line 18"/>
              <p:cNvSpPr>
                <a:spLocks noChangeShapeType="1"/>
              </p:cNvSpPr>
              <p:nvPr>
                <p:custDataLst>
                  <p:tags r:id="rId30"/>
                </p:custDataLst>
              </p:nvPr>
            </p:nvSpPr>
            <p:spPr bwMode="auto">
              <a:xfrm flipV="1">
                <a:off x="7150101" y="1238250"/>
                <a:ext cx="1465263" cy="2701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9" name="Line 19"/>
              <p:cNvSpPr>
                <a:spLocks noChangeShapeType="1"/>
              </p:cNvSpPr>
              <p:nvPr>
                <p:custDataLst>
                  <p:tags r:id="rId31"/>
                </p:custDataLst>
              </p:nvPr>
            </p:nvSpPr>
            <p:spPr bwMode="auto">
              <a:xfrm flipV="1">
                <a:off x="2928938" y="3940175"/>
                <a:ext cx="4221163" cy="542925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0" name="Line 20"/>
              <p:cNvSpPr>
                <a:spLocks noChangeShapeType="1"/>
              </p:cNvSpPr>
              <p:nvPr>
                <p:custDataLst>
                  <p:tags r:id="rId32"/>
                </p:custDataLst>
              </p:nvPr>
            </p:nvSpPr>
            <p:spPr bwMode="auto">
              <a:xfrm flipH="1">
                <a:off x="4533901" y="92075"/>
                <a:ext cx="1797050" cy="57896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1" name="Line 21"/>
              <p:cNvSpPr>
                <a:spLocks noChangeShapeType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4071938" y="2193925"/>
                <a:ext cx="5186363" cy="17621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2" name="Line 22"/>
              <p:cNvSpPr>
                <a:spLocks noChangeShapeType="1"/>
              </p:cNvSpPr>
              <p:nvPr>
                <p:custDataLst>
                  <p:tags r:id="rId34"/>
                </p:custDataLst>
              </p:nvPr>
            </p:nvSpPr>
            <p:spPr bwMode="auto">
              <a:xfrm flipV="1">
                <a:off x="4071938" y="92075"/>
                <a:ext cx="2259013" cy="2101850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5" name="Line 23"/>
              <p:cNvSpPr>
                <a:spLocks noChangeShapeType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6330951" y="92075"/>
                <a:ext cx="2927350" cy="2278063"/>
              </a:xfrm>
              <a:prstGeom prst="line">
                <a:avLst/>
              </a:prstGeom>
              <a:noFill/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6" name="Oval 24"/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5003432" y="2187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9" name="Oval 25"/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3873132" y="86208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4" name="Oval 26"/>
              <p:cNvSpPr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3076207" y="1893962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5" name="Oval 27"/>
              <p:cNvSpPr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2731720" y="31905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6" name="Oval 28"/>
              <p:cNvSpPr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2890470" y="44493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7" name="Oval 29"/>
              <p:cNvSpPr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3538170" y="558172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7" name="Oval 30"/>
              <p:cNvSpPr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4496762" y="5846837"/>
                <a:ext cx="74278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8" name="Oval 31"/>
              <p:cNvSpPr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7111632" y="39021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9" name="Oval 32"/>
              <p:cNvSpPr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7805370" y="51478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0" name="Oval 33"/>
              <p:cNvSpPr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5003432" y="41752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1" name="Oval 34"/>
              <p:cNvSpPr>
                <a:spLocks noChangeArrowhead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5817820" y="672745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2" name="Oval 35"/>
              <p:cNvSpPr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4566870" y="63813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3" name="Oval 36"/>
              <p:cNvSpPr>
                <a:spLocks noChangeArrowhead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7111632" y="656280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4" name="Oval 37"/>
              <p:cNvSpPr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8241932" y="59182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5" name="Oval 38"/>
              <p:cNvSpPr>
                <a:spLocks noChangeArrowheads="1"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3538170" y="3106369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6" name="Oval 39"/>
              <p:cNvSpPr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3949332" y="4284737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1" name="Oval 40"/>
              <p:cNvSpPr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5406657" y="29507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2" name="Oval 41"/>
              <p:cNvSpPr>
                <a:spLocks noChangeArrowhead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5805120" y="1628407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3" name="Oval 42"/>
              <p:cNvSpPr>
                <a:spLocks noChangeArrowheads="1"/>
              </p:cNvSpPr>
              <p:nvPr>
                <p:custDataLst>
                  <p:tags r:id="rId54"/>
                </p:custDataLst>
              </p:nvPr>
            </p:nvSpPr>
            <p:spPr bwMode="auto">
              <a:xfrm>
                <a:off x="4033470" y="2159075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3" name="Oval 43"/>
              <p:cNvSpPr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9041332" y="4887544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3" name="Oval 44"/>
              <p:cNvSpPr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9385819" y="3628657"/>
                <a:ext cx="735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9" name="Oval 45"/>
              <p:cNvSpPr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9224595" y="233643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3" name="Oval 46"/>
              <p:cNvSpPr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8578482" y="11997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4" name="Oval 47"/>
              <p:cNvSpPr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7552957" y="399682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5" name="Oval 48"/>
              <p:cNvSpPr>
                <a:spLocks noChangeArrowheads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6297245" y="54050"/>
                <a:ext cx="72176" cy="728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6" name="Oval 49"/>
              <p:cNvSpPr>
                <a:spLocks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7330707" y="2252294"/>
                <a:ext cx="72176" cy="72176"/>
              </a:xfrm>
              <a:prstGeom prst="ellipse">
                <a:avLst/>
              </a:prstGeom>
              <a:solidFill>
                <a:srgbClr val="FFFFFF"/>
              </a:solidFill>
              <a:ln w="3175" cap="flat">
                <a:solidFill>
                  <a:srgbClr val="910475">
                    <a:alpha val="56000"/>
                  </a:srgb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直接连接符 48"/>
          <p:cNvCxnSpPr/>
          <p:nvPr/>
        </p:nvCxnSpPr>
        <p:spPr>
          <a:xfrm flipH="1">
            <a:off x="4974702" y="33039"/>
            <a:ext cx="0" cy="3541065"/>
          </a:xfrm>
          <a:prstGeom prst="line">
            <a:avLst/>
          </a:prstGeom>
          <a:ln>
            <a:solidFill>
              <a:srgbClr val="3C17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4974702" y="2856343"/>
            <a:ext cx="0" cy="969397"/>
          </a:xfrm>
          <a:prstGeom prst="line">
            <a:avLst/>
          </a:prstGeom>
          <a:ln w="41275">
            <a:solidFill>
              <a:srgbClr val="7006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 descr="章节序号1"/>
          <p:cNvSpPr txBox="1"/>
          <p:nvPr/>
        </p:nvSpPr>
        <p:spPr>
          <a:xfrm>
            <a:off x="956126" y="2875002"/>
            <a:ext cx="4578213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PART</a:t>
            </a:r>
            <a:r>
              <a:rPr lang="zh-CN" altLang="en-US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 </a:t>
            </a:r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1</a:t>
            </a:r>
            <a:endParaRPr lang="zh-CN" altLang="en-US" sz="6600">
              <a:solidFill>
                <a:srgbClr val="D41366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52488" y="3013502"/>
            <a:ext cx="5558288" cy="830997"/>
            <a:chOff x="4854977" y="2900301"/>
            <a:chExt cx="5558288" cy="830997"/>
          </a:xfrm>
        </p:grpSpPr>
        <p:sp>
          <p:nvSpPr>
            <p:cNvPr id="55" name="矩形 54"/>
            <p:cNvSpPr/>
            <p:nvPr/>
          </p:nvSpPr>
          <p:spPr>
            <a:xfrm>
              <a:off x="8946768" y="3321060"/>
              <a:ext cx="1466497" cy="407847"/>
            </a:xfrm>
            <a:prstGeom prst="rect">
              <a:avLst/>
            </a:prstGeom>
            <a:gradFill>
              <a:gsLst>
                <a:gs pos="18000">
                  <a:srgbClr val="910475"/>
                </a:gs>
                <a:gs pos="75000">
                  <a:srgbClr val="1B0E4A">
                    <a:alpha val="25000"/>
                  </a:srgbClr>
                </a:gs>
              </a:gsLst>
              <a:lin ang="12600000" scaled="0"/>
            </a:gradFill>
            <a:ln w="3175">
              <a:noFill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文本框 56" descr="章节标题1"/>
            <p:cNvSpPr txBox="1"/>
            <p:nvPr/>
          </p:nvSpPr>
          <p:spPr>
            <a:xfrm>
              <a:off x="4854977" y="2900301"/>
              <a:ext cx="5311864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US" altLang="zh-CN" sz="4800" dirty="0" err="1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ChatMonitor</a:t>
              </a:r>
              <a:r>
                <a:rPr lang="zh-CN" altLang="en-US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介绍</a:t>
              </a:r>
            </a:p>
          </p:txBody>
        </p:sp>
      </p:grpSp>
      <p:cxnSp>
        <p:nvCxnSpPr>
          <p:cNvPr id="1129" name="直接连接符 1128"/>
          <p:cNvCxnSpPr/>
          <p:nvPr/>
        </p:nvCxnSpPr>
        <p:spPr>
          <a:xfrm flipH="1">
            <a:off x="4974702" y="4209143"/>
            <a:ext cx="0" cy="2648857"/>
          </a:xfrm>
          <a:prstGeom prst="line">
            <a:avLst/>
          </a:prstGeom>
          <a:ln>
            <a:solidFill>
              <a:srgbClr val="2B1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2" name="椭圆 1131"/>
          <p:cNvSpPr>
            <a:spLocks noChangeAspect="1"/>
          </p:cNvSpPr>
          <p:nvPr/>
        </p:nvSpPr>
        <p:spPr>
          <a:xfrm flipV="1">
            <a:off x="10402091" y="1115652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3" name="椭圆 1132"/>
          <p:cNvSpPr>
            <a:spLocks noChangeAspect="1"/>
          </p:cNvSpPr>
          <p:nvPr/>
        </p:nvSpPr>
        <p:spPr>
          <a:xfrm flipV="1">
            <a:off x="8222268" y="2443739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4" name="椭圆 1133"/>
          <p:cNvSpPr>
            <a:spLocks noChangeAspect="1"/>
          </p:cNvSpPr>
          <p:nvPr/>
        </p:nvSpPr>
        <p:spPr>
          <a:xfrm flipV="1">
            <a:off x="3777981" y="4475441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5" name="椭圆 1134"/>
          <p:cNvSpPr>
            <a:spLocks noChangeAspect="1"/>
          </p:cNvSpPr>
          <p:nvPr/>
        </p:nvSpPr>
        <p:spPr>
          <a:xfrm flipV="1">
            <a:off x="11661093" y="2926878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6" name="椭圆 1135"/>
          <p:cNvSpPr>
            <a:spLocks noChangeAspect="1"/>
          </p:cNvSpPr>
          <p:nvPr/>
        </p:nvSpPr>
        <p:spPr>
          <a:xfrm flipV="1">
            <a:off x="9361039" y="1526229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7" name="椭圆 1136"/>
          <p:cNvSpPr>
            <a:spLocks noChangeAspect="1"/>
          </p:cNvSpPr>
          <p:nvPr/>
        </p:nvSpPr>
        <p:spPr>
          <a:xfrm flipV="1">
            <a:off x="9708982" y="2528033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8" name="椭圆 1137"/>
          <p:cNvSpPr>
            <a:spLocks noChangeAspect="1"/>
          </p:cNvSpPr>
          <p:nvPr/>
        </p:nvSpPr>
        <p:spPr>
          <a:xfrm flipV="1">
            <a:off x="11688031" y="309540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9" name="椭圆 1138"/>
          <p:cNvSpPr>
            <a:spLocks noChangeAspect="1"/>
          </p:cNvSpPr>
          <p:nvPr/>
        </p:nvSpPr>
        <p:spPr>
          <a:xfrm flipV="1">
            <a:off x="11303185" y="1725617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0" name="椭圆 1139"/>
          <p:cNvSpPr>
            <a:spLocks noChangeAspect="1"/>
          </p:cNvSpPr>
          <p:nvPr/>
        </p:nvSpPr>
        <p:spPr>
          <a:xfrm flipV="1">
            <a:off x="6070143" y="1792060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1" name="椭圆 1140"/>
          <p:cNvSpPr>
            <a:spLocks noChangeAspect="1"/>
          </p:cNvSpPr>
          <p:nvPr/>
        </p:nvSpPr>
        <p:spPr>
          <a:xfrm flipV="1">
            <a:off x="9551918" y="5769411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2" name="椭圆 1141"/>
          <p:cNvSpPr>
            <a:spLocks noChangeAspect="1"/>
          </p:cNvSpPr>
          <p:nvPr/>
        </p:nvSpPr>
        <p:spPr>
          <a:xfrm flipV="1">
            <a:off x="8445257" y="635785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3" name="椭圆 1142"/>
          <p:cNvSpPr>
            <a:spLocks noChangeAspect="1"/>
          </p:cNvSpPr>
          <p:nvPr/>
        </p:nvSpPr>
        <p:spPr>
          <a:xfrm flipV="1">
            <a:off x="7971074" y="513871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4" name="椭圆 1143"/>
          <p:cNvSpPr>
            <a:spLocks noChangeAspect="1"/>
          </p:cNvSpPr>
          <p:nvPr/>
        </p:nvSpPr>
        <p:spPr>
          <a:xfrm flipH="1" flipV="1">
            <a:off x="3306646" y="4358157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5" name="椭圆 1144"/>
          <p:cNvSpPr>
            <a:spLocks noChangeAspect="1"/>
          </p:cNvSpPr>
          <p:nvPr/>
        </p:nvSpPr>
        <p:spPr>
          <a:xfrm flipH="1" flipV="1">
            <a:off x="3049890" y="5717196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6" name="椭圆 1145"/>
          <p:cNvSpPr>
            <a:spLocks noChangeAspect="1"/>
          </p:cNvSpPr>
          <p:nvPr/>
        </p:nvSpPr>
        <p:spPr>
          <a:xfrm flipH="1" flipV="1">
            <a:off x="3829694" y="283704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7" name="椭圆 1146"/>
          <p:cNvSpPr>
            <a:spLocks noChangeAspect="1"/>
          </p:cNvSpPr>
          <p:nvPr/>
        </p:nvSpPr>
        <p:spPr>
          <a:xfrm flipH="1" flipV="1">
            <a:off x="1612873" y="452700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8" name="椭圆 1147"/>
          <p:cNvSpPr>
            <a:spLocks noChangeAspect="1"/>
          </p:cNvSpPr>
          <p:nvPr/>
        </p:nvSpPr>
        <p:spPr>
          <a:xfrm flipH="1" flipV="1">
            <a:off x="810729" y="546121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9" name="椭圆 1148"/>
          <p:cNvSpPr>
            <a:spLocks noChangeAspect="1"/>
          </p:cNvSpPr>
          <p:nvPr/>
        </p:nvSpPr>
        <p:spPr>
          <a:xfrm flipH="1" flipV="1">
            <a:off x="452256" y="584882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0" name="椭圆 1149"/>
          <p:cNvSpPr>
            <a:spLocks noChangeAspect="1"/>
          </p:cNvSpPr>
          <p:nvPr/>
        </p:nvSpPr>
        <p:spPr>
          <a:xfrm flipH="1" flipV="1">
            <a:off x="1594330" y="274799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1" name="椭圆 1150"/>
          <p:cNvSpPr>
            <a:spLocks noChangeAspect="1"/>
          </p:cNvSpPr>
          <p:nvPr/>
        </p:nvSpPr>
        <p:spPr>
          <a:xfrm flipV="1">
            <a:off x="1790413" y="884900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99" name="组合 1198"/>
          <p:cNvGrpSpPr/>
          <p:nvPr/>
        </p:nvGrpSpPr>
        <p:grpSpPr>
          <a:xfrm flipH="1">
            <a:off x="10405721" y="5150779"/>
            <a:ext cx="1226873" cy="1230139"/>
            <a:chOff x="2731720" y="54050"/>
            <a:chExt cx="6727675" cy="6745583"/>
          </a:xfrm>
        </p:grpSpPr>
        <p:sp>
          <p:nvSpPr>
            <p:cNvPr id="1200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/>
          <p:cNvGrpSpPr/>
          <p:nvPr/>
        </p:nvGrpSpPr>
        <p:grpSpPr>
          <a:xfrm>
            <a:off x="-35160" y="3931450"/>
            <a:ext cx="2793152" cy="2793152"/>
            <a:chOff x="800265" y="3512398"/>
            <a:chExt cx="2793152" cy="2793152"/>
          </a:xfrm>
        </p:grpSpPr>
        <p:sp>
          <p:nvSpPr>
            <p:cNvPr id="5" name="椭圆 4"/>
            <p:cNvSpPr/>
            <p:nvPr/>
          </p:nvSpPr>
          <p:spPr>
            <a:xfrm>
              <a:off x="1125225" y="3837358"/>
              <a:ext cx="2143232" cy="2143232"/>
            </a:xfrm>
            <a:prstGeom prst="ellipse">
              <a:avLst/>
            </a:prstGeom>
            <a:gradFill>
              <a:gsLst>
                <a:gs pos="0">
                  <a:srgbClr val="A60279">
                    <a:lumMod val="94000"/>
                    <a:lumOff val="6000"/>
                  </a:srgbClr>
                </a:gs>
                <a:gs pos="12000">
                  <a:srgbClr val="910475"/>
                </a:gs>
                <a:gs pos="85000">
                  <a:srgbClr val="001340">
                    <a:alpha val="0"/>
                  </a:srgb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弧形 5"/>
            <p:cNvSpPr/>
            <p:nvPr/>
          </p:nvSpPr>
          <p:spPr>
            <a:xfrm flipV="1">
              <a:off x="800265" y="3512398"/>
              <a:ext cx="2793152" cy="2793152"/>
            </a:xfrm>
            <a:prstGeom prst="arc">
              <a:avLst>
                <a:gd name="adj1" fmla="val 17932875"/>
                <a:gd name="adj2" fmla="val 8263555"/>
              </a:avLst>
            </a:prstGeom>
            <a:ln w="3175">
              <a:solidFill>
                <a:srgbClr val="C0135F">
                  <a:alpha val="51000"/>
                </a:srgbClr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>
            <a:off x="8639403" y="288932"/>
            <a:ext cx="5443335" cy="5457826"/>
            <a:chOff x="2731720" y="54050"/>
            <a:chExt cx="6727675" cy="6745583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3" name="直接连接符 72"/>
          <p:cNvCxnSpPr/>
          <p:nvPr/>
        </p:nvCxnSpPr>
        <p:spPr>
          <a:xfrm flipH="1">
            <a:off x="6485836" y="2083945"/>
            <a:ext cx="169792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9845902" y="5302127"/>
            <a:ext cx="238419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 flipH="1">
            <a:off x="7437069" y="3693036"/>
            <a:ext cx="169792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组合 92"/>
          <p:cNvGrpSpPr/>
          <p:nvPr/>
        </p:nvGrpSpPr>
        <p:grpSpPr>
          <a:xfrm rot="1170479">
            <a:off x="-89250" y="6140606"/>
            <a:ext cx="951831" cy="653427"/>
            <a:chOff x="11796349" y="8382981"/>
            <a:chExt cx="2268537" cy="1557339"/>
          </a:xfrm>
        </p:grpSpPr>
        <p:sp>
          <p:nvSpPr>
            <p:cNvPr id="94" name="Freeform 175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176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177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178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217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218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231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232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233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234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235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236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237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238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239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240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241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242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243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244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245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246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Rectangle 247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Rectangle 248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249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250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251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252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253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254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255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256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257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258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Freeform 259"/>
            <p:cNvSpPr/>
            <p:nvPr/>
          </p:nvSpPr>
          <p:spPr bwMode="auto">
            <a:xfrm flipV="1">
              <a:off x="12637724" y="8395682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Freeform 261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Freeform 262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Freeform 263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Freeform 264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Freeform 265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Freeform 266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Freeform 267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Freeform 268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Freeform 269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Freeform 270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Rectangle 271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272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Freeform 273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Freeform 274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Freeform 275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Freeform 276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Freeform 277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Freeform 278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Freeform 279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Freeform 280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Freeform 281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Freeform 282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Freeform 283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Freeform 284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Freeform 285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Freeform 286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Freeform 287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Freeform 288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Freeform 289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Freeform 290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Freeform 29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Freeform 29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Freeform 347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Freeform 348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349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Freeform 350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Freeform 351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Freeform 352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Freeform 353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Freeform 354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355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356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357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Freeform 358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359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360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Freeform 361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Freeform 362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Freeform 363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Freeform 364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Freeform 365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366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367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368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Freeform 369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370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Freeform 372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Freeform 373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374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375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376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377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378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379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380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381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Freeform 382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383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394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395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Rectangle 400"/>
            <p:cNvSpPr>
              <a:spLocks noChangeArrowheads="1"/>
            </p:cNvSpPr>
            <p:nvPr/>
          </p:nvSpPr>
          <p:spPr bwMode="auto">
            <a:xfrm flipV="1">
              <a:off x="13909311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401"/>
            <p:cNvSpPr/>
            <p:nvPr/>
          </p:nvSpPr>
          <p:spPr bwMode="auto">
            <a:xfrm flipH="1" flipV="1">
              <a:off x="13909311" y="86734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404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405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406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Freeform 407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412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413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Rectangle 414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Rectangle 415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424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425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428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429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436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437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438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439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440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441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442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443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444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445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446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447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Rectangle 448"/>
            <p:cNvSpPr>
              <a:spLocks noChangeArrowheads="1"/>
            </p:cNvSpPr>
            <p:nvPr/>
          </p:nvSpPr>
          <p:spPr bwMode="auto">
            <a:xfrm flipV="1">
              <a:off x="13926775" y="94085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449"/>
            <p:cNvSpPr/>
            <p:nvPr/>
          </p:nvSpPr>
          <p:spPr bwMode="auto">
            <a:xfrm flipH="1" flipV="1">
              <a:off x="13926775" y="94100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450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451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452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453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454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Freeform 455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456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Freeform 457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Rectangle 458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Rectangle 459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Rectangle 460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Rectangle 461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Rectangle 462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Rectangle 463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464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465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46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46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468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469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Freeform 470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471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Rectangle 472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Rectangle 473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Rectangle 474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Rectangle 475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476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Freeform 477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478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" name="Freeform 479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7" name="Freeform 480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8" name="Freeform 481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9" name="Rectangle 482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0" name="Rectangle 483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1" name="Freeform 484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2" name="Freeform 485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3" name="Rectangle 486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4" name="Rectangle 487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5" name="Rectangle 488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" name="Rectangle 489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7" name="Freeform 490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8" name="Freeform 491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Rectangle 492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Rectangle 493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1" name="Freeform 494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Freeform 495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3" name="Freeform 49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4" name="Freeform 49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5" name="Freeform 498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" name="Freeform 499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7" name="Freeform 500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8" name="Freeform 501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9" name="Freeform 502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0" name="Freeform 503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1" name="Freeform 504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Freeform 505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3" name="Freeform 506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Freeform 507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Freeform 508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Freeform 509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Freeform 510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8" name="Freeform 511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9" name="Freeform 643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0" name="Freeform 644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1" name="Rectangle 64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2" name="Rectangle 64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3" name="Freeform 647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4" name="Freeform 648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5" name="Freeform 649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6" name="Freeform 650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" name="Freeform 651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8" name="Freeform 652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9" name="Freeform 653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0" name="Freeform 654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1" name="Rectangle 65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2" name="Rectangle 65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3" name="Rectangle 657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4" name="Rectangle 658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5" name="Rectangle 659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6" name="Rectangle 660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" name="Rectangle 661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" name="Rectangle 662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9" name="Freeform 663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0" name="Freeform 664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1" name="Freeform 665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2" name="Freeform 666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" name="Freeform 667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4" name="Freeform 668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5" name="Freeform 675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6" name="Freeform 676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Freeform 677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8" name="Freeform 678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9" name="Rectangle 679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0" name="Rectangle 680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1" name="Freeform 681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2" name="Freeform 682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3" name="Freeform 683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4" name="Freeform 684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5" name="Rectangle 685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6" name="Rectangle 686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7" name="Rectangle 687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" name="Rectangle 688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9" name="Rectangle 689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0" name="Rectangle 690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1" name="Rectangle 691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2" name="Freeform 692"/>
            <p:cNvSpPr/>
            <p:nvPr/>
          </p:nvSpPr>
          <p:spPr bwMode="auto">
            <a:xfrm flipH="1" flipV="1">
              <a:off x="13902961" y="866397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3" name="Rectangle 693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4" name="Rectangle 694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5" name="Rectangle 695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6" name="Rectangle 696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7" name="Freeform 697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8" name="Freeform 698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9" name="Freeform 699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0" name="Freeform 700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1" name="Freeform 701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2" name="Freeform 702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3" name="Rectangle 703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4" name="Rectangle 704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5" name="Rectangle 705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6" name="Freeform 706"/>
            <p:cNvSpPr/>
            <p:nvPr/>
          </p:nvSpPr>
          <p:spPr bwMode="auto">
            <a:xfrm flipV="1">
              <a:off x="13901375" y="866397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7" name="Freeform 707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8" name="Freeform 708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9" name="Freeform 709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0" name="Freeform 710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1" name="Freeform 71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2" name="Freeform 71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3" name="Freeform 713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4" name="Freeform 714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5" name="Freeform 715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6" name="Freeform 716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7" name="Rectangle 717"/>
            <p:cNvSpPr>
              <a:spLocks noChangeArrowheads="1"/>
            </p:cNvSpPr>
            <p:nvPr/>
          </p:nvSpPr>
          <p:spPr bwMode="auto">
            <a:xfrm flipV="1">
              <a:off x="13906136" y="8667144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" name="Freeform 718"/>
            <p:cNvSpPr/>
            <p:nvPr/>
          </p:nvSpPr>
          <p:spPr bwMode="auto">
            <a:xfrm flipH="1" flipV="1">
              <a:off x="13906136" y="8668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9" name="Freeform 719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0" name="Freeform 720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1" name="Freeform 721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2" name="Freeform 722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3" name="Freeform 723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4" name="Freeform 724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5" name="Freeform 725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6" name="Freeform 726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7" name="Rectangle 727"/>
            <p:cNvSpPr>
              <a:spLocks noChangeArrowheads="1"/>
            </p:cNvSpPr>
            <p:nvPr/>
          </p:nvSpPr>
          <p:spPr bwMode="auto">
            <a:xfrm flipV="1">
              <a:off x="13899786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8" name="Freeform 728"/>
            <p:cNvSpPr/>
            <p:nvPr/>
          </p:nvSpPr>
          <p:spPr bwMode="auto">
            <a:xfrm flipV="1">
              <a:off x="13899786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" name="Freeform 729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0" name="Freeform 730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1" name="Freeform 731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2" name="Freeform 732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3" name="文本框 372" descr="页面标题"/>
          <p:cNvSpPr txBox="1"/>
          <p:nvPr/>
        </p:nvSpPr>
        <p:spPr>
          <a:xfrm>
            <a:off x="720250" y="611403"/>
            <a:ext cx="562311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为什么开发</a:t>
            </a:r>
            <a:r>
              <a:rPr lang="en-US" altLang="zh-CN" sz="3200" dirty="0" err="1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？</a:t>
            </a:r>
          </a:p>
        </p:txBody>
      </p:sp>
      <p:sp>
        <p:nvSpPr>
          <p:cNvPr id="374" name="文本框 373"/>
          <p:cNvSpPr txBox="1"/>
          <p:nvPr/>
        </p:nvSpPr>
        <p:spPr>
          <a:xfrm>
            <a:off x="1515979" y="1360944"/>
            <a:ext cx="5921090" cy="224676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汉仪大宋简" panose="02010609000101010101" charset="-122"/>
            </a:endParaRPr>
          </a:p>
          <a:p>
            <a:pPr algn="l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每天数百条群消息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重要通知被淹没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紧急事件无法被及时发现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文件资料难整理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管理员难以监管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r>
              <a:rPr lang="zh-CN" altLang="zh-CN" sz="14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需要一套「低成本、易部署、双平台、智能化」的群聊监控分析工具</a:t>
            </a:r>
            <a:endParaRPr lang="en-US" altLang="zh-CN" sz="14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6" name="文本框 375"/>
          <p:cNvSpPr txBox="1"/>
          <p:nvPr/>
        </p:nvSpPr>
        <p:spPr>
          <a:xfrm>
            <a:off x="5478370" y="1360944"/>
            <a:ext cx="4664093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汉仪大宋简" panose="02010609000101010101" charset="-122"/>
              </a:rPr>
              <a:t>市场空缺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汉仪大宋简" panose="02010609000101010101" charset="-122"/>
            </a:endParaRPr>
          </a:p>
          <a:p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钉钉、微信、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自带机器人模型单一、不人性化、不个性化、没法高度自定义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0C57739-9AC6-89EB-15CD-57D33C41E5AD}"/>
              </a:ext>
            </a:extLst>
          </p:cNvPr>
          <p:cNvSpPr txBox="1"/>
          <p:nvPr/>
        </p:nvSpPr>
        <p:spPr>
          <a:xfrm>
            <a:off x="2642633" y="4146048"/>
            <a:ext cx="865493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为了解决这些问题，我们围绕痛点和市场空缺设计了新一代智能群聊内容总结平台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567B96-D4A9-8F33-95F3-215229AF71E7}"/>
              </a:ext>
            </a:extLst>
          </p:cNvPr>
          <p:cNvSpPr txBox="1"/>
          <p:nvPr/>
        </p:nvSpPr>
        <p:spPr>
          <a:xfrm>
            <a:off x="5266592" y="4515380"/>
            <a:ext cx="2438488" cy="64633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en-US" altLang="zh-CN" sz="3600" dirty="0" err="1">
                <a:solidFill>
                  <a:srgbClr val="0070C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ChatMonitor</a:t>
            </a:r>
            <a:endParaRPr lang="zh-CN" altLang="en-US" sz="3600" dirty="0">
              <a:solidFill>
                <a:srgbClr val="0070C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B438B-35DC-B977-D749-0344F0362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4C83117C-8BD1-0359-50B1-314A2F8731BF}"/>
              </a:ext>
            </a:extLst>
          </p:cNvPr>
          <p:cNvGrpSpPr/>
          <p:nvPr/>
        </p:nvGrpSpPr>
        <p:grpSpPr>
          <a:xfrm>
            <a:off x="-35160" y="3931450"/>
            <a:ext cx="2793152" cy="2793152"/>
            <a:chOff x="800265" y="3512398"/>
            <a:chExt cx="2793152" cy="2793152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F5B13743-F4A9-001D-3C8D-50CA7ED5D1B4}"/>
                </a:ext>
              </a:extLst>
            </p:cNvPr>
            <p:cNvSpPr/>
            <p:nvPr/>
          </p:nvSpPr>
          <p:spPr>
            <a:xfrm>
              <a:off x="1125225" y="3837358"/>
              <a:ext cx="2143232" cy="2143232"/>
            </a:xfrm>
            <a:prstGeom prst="ellipse">
              <a:avLst/>
            </a:prstGeom>
            <a:gradFill>
              <a:gsLst>
                <a:gs pos="0">
                  <a:srgbClr val="A60279">
                    <a:lumMod val="94000"/>
                    <a:lumOff val="6000"/>
                  </a:srgbClr>
                </a:gs>
                <a:gs pos="12000">
                  <a:srgbClr val="910475"/>
                </a:gs>
                <a:gs pos="85000">
                  <a:srgbClr val="001340">
                    <a:alpha val="0"/>
                  </a:srgb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弧形 5">
              <a:extLst>
                <a:ext uri="{FF2B5EF4-FFF2-40B4-BE49-F238E27FC236}">
                  <a16:creationId xmlns:a16="http://schemas.microsoft.com/office/drawing/2014/main" id="{D459C518-5DEB-4556-FB24-8F86301EA4F8}"/>
                </a:ext>
              </a:extLst>
            </p:cNvPr>
            <p:cNvSpPr/>
            <p:nvPr/>
          </p:nvSpPr>
          <p:spPr>
            <a:xfrm flipV="1">
              <a:off x="800265" y="3512398"/>
              <a:ext cx="2793152" cy="2793152"/>
            </a:xfrm>
            <a:prstGeom prst="arc">
              <a:avLst>
                <a:gd name="adj1" fmla="val 17932875"/>
                <a:gd name="adj2" fmla="val 8263555"/>
              </a:avLst>
            </a:prstGeom>
            <a:ln w="3175">
              <a:solidFill>
                <a:srgbClr val="C0135F">
                  <a:alpha val="51000"/>
                </a:srgbClr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F09F9E9D-CC89-6B94-F2AC-7631C55CC39A}"/>
              </a:ext>
            </a:extLst>
          </p:cNvPr>
          <p:cNvGrpSpPr/>
          <p:nvPr/>
        </p:nvGrpSpPr>
        <p:grpSpPr>
          <a:xfrm flipH="1">
            <a:off x="8639403" y="288932"/>
            <a:ext cx="5443335" cy="5457826"/>
            <a:chOff x="2731720" y="54050"/>
            <a:chExt cx="6727675" cy="6745583"/>
          </a:xfrm>
        </p:grpSpPr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45DB3599-1324-F33F-6D09-D29FF49074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B74AA9C8-477D-8949-B7D4-E1EEBF82CA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70F5D78B-3876-3E9B-5381-D6CC538544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A8A7FF1-F5CF-71AD-9B54-899FA017C625}"/>
                </a:ext>
              </a:extLst>
            </p:cNvPr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B2D0E040-B66B-EE47-D843-8ADA02EBE0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F3C7A1F9-10F9-772C-E281-9DAFD9B3E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0E95C50C-4082-0B07-80E2-6BA1201F7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3302C607-3A6E-2B64-B6F0-4EBD66C460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FDD353A9-88D6-7897-4373-D348F3A28C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FEA4E69E-AF58-F87B-C2A9-584C8B3FA5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662946F1-4E76-5DEC-B5E6-5A49C8FF9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C15DBA48-3DA8-D04A-04CF-63364ED342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5B56651E-E657-15F0-2F20-14119E64FE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48B26E69-180E-82A3-49C2-F33C2DD373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ABB4A64B-3D64-B580-74DE-28D69017CE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C1EDE3FB-854A-990B-64EF-F498040156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514AEE12-8EEE-95BE-B7F9-BBF0CFB428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144931E5-E740-6606-E4B7-3CC4B40C55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Oval 24">
              <a:extLst>
                <a:ext uri="{FF2B5EF4-FFF2-40B4-BE49-F238E27FC236}">
                  <a16:creationId xmlns:a16="http://schemas.microsoft.com/office/drawing/2014/main" id="{2B0BC4BD-6598-5537-2CF7-9BF73109D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25">
              <a:extLst>
                <a:ext uri="{FF2B5EF4-FFF2-40B4-BE49-F238E27FC236}">
                  <a16:creationId xmlns:a16="http://schemas.microsoft.com/office/drawing/2014/main" id="{5B6D3302-1EE8-B682-F745-2168C2FD0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Oval 26">
              <a:extLst>
                <a:ext uri="{FF2B5EF4-FFF2-40B4-BE49-F238E27FC236}">
                  <a16:creationId xmlns:a16="http://schemas.microsoft.com/office/drawing/2014/main" id="{DFC51C41-B44A-6166-1382-0A5798B86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Oval 27">
              <a:extLst>
                <a:ext uri="{FF2B5EF4-FFF2-40B4-BE49-F238E27FC236}">
                  <a16:creationId xmlns:a16="http://schemas.microsoft.com/office/drawing/2014/main" id="{024C8C48-771A-52DB-5DDC-D471C11D3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Oval 28">
              <a:extLst>
                <a:ext uri="{FF2B5EF4-FFF2-40B4-BE49-F238E27FC236}">
                  <a16:creationId xmlns:a16="http://schemas.microsoft.com/office/drawing/2014/main" id="{F02329CF-2571-4DCE-4542-D350F65E3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29">
              <a:extLst>
                <a:ext uri="{FF2B5EF4-FFF2-40B4-BE49-F238E27FC236}">
                  <a16:creationId xmlns:a16="http://schemas.microsoft.com/office/drawing/2014/main" id="{B5333C73-27D7-4AE6-56D5-1602EA0EA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30">
              <a:extLst>
                <a:ext uri="{FF2B5EF4-FFF2-40B4-BE49-F238E27FC236}">
                  <a16:creationId xmlns:a16="http://schemas.microsoft.com/office/drawing/2014/main" id="{D0CACC51-28F5-54E6-DA6C-56477DFAB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val 31">
              <a:extLst>
                <a:ext uri="{FF2B5EF4-FFF2-40B4-BE49-F238E27FC236}">
                  <a16:creationId xmlns:a16="http://schemas.microsoft.com/office/drawing/2014/main" id="{7E6BD4A0-8D71-4312-4716-25125C478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val 32">
              <a:extLst>
                <a:ext uri="{FF2B5EF4-FFF2-40B4-BE49-F238E27FC236}">
                  <a16:creationId xmlns:a16="http://schemas.microsoft.com/office/drawing/2014/main" id="{00EE0E1C-592E-3D8C-3E50-A6F838B8D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33">
              <a:extLst>
                <a:ext uri="{FF2B5EF4-FFF2-40B4-BE49-F238E27FC236}">
                  <a16:creationId xmlns:a16="http://schemas.microsoft.com/office/drawing/2014/main" id="{E41DDD56-9A5C-9398-9902-B6F79F36E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34">
              <a:extLst>
                <a:ext uri="{FF2B5EF4-FFF2-40B4-BE49-F238E27FC236}">
                  <a16:creationId xmlns:a16="http://schemas.microsoft.com/office/drawing/2014/main" id="{1354CDFA-5FCE-BA7C-8CC4-72AF95700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35">
              <a:extLst>
                <a:ext uri="{FF2B5EF4-FFF2-40B4-BE49-F238E27FC236}">
                  <a16:creationId xmlns:a16="http://schemas.microsoft.com/office/drawing/2014/main" id="{D7D4464D-8DC2-D5B9-786F-FBBBB387B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36">
              <a:extLst>
                <a:ext uri="{FF2B5EF4-FFF2-40B4-BE49-F238E27FC236}">
                  <a16:creationId xmlns:a16="http://schemas.microsoft.com/office/drawing/2014/main" id="{253FC242-1F76-D8CE-AD1D-20650536D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37">
              <a:extLst>
                <a:ext uri="{FF2B5EF4-FFF2-40B4-BE49-F238E27FC236}">
                  <a16:creationId xmlns:a16="http://schemas.microsoft.com/office/drawing/2014/main" id="{EEB79273-BFDA-4C4C-E05D-7886C7A08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38">
              <a:extLst>
                <a:ext uri="{FF2B5EF4-FFF2-40B4-BE49-F238E27FC236}">
                  <a16:creationId xmlns:a16="http://schemas.microsoft.com/office/drawing/2014/main" id="{FB621AEF-FD44-E30D-4C86-5F36B398F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39">
              <a:extLst>
                <a:ext uri="{FF2B5EF4-FFF2-40B4-BE49-F238E27FC236}">
                  <a16:creationId xmlns:a16="http://schemas.microsoft.com/office/drawing/2014/main" id="{26DC9D4F-E13D-3B83-B244-604262EEA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val 40">
              <a:extLst>
                <a:ext uri="{FF2B5EF4-FFF2-40B4-BE49-F238E27FC236}">
                  <a16:creationId xmlns:a16="http://schemas.microsoft.com/office/drawing/2014/main" id="{F1D6079E-9269-4955-BA22-4C09767E8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41">
              <a:extLst>
                <a:ext uri="{FF2B5EF4-FFF2-40B4-BE49-F238E27FC236}">
                  <a16:creationId xmlns:a16="http://schemas.microsoft.com/office/drawing/2014/main" id="{E43DAA5D-2BF9-7689-6955-EEAA1DAF3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42">
              <a:extLst>
                <a:ext uri="{FF2B5EF4-FFF2-40B4-BE49-F238E27FC236}">
                  <a16:creationId xmlns:a16="http://schemas.microsoft.com/office/drawing/2014/main" id="{C099A3B4-925D-A456-81A8-652558E0D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43">
              <a:extLst>
                <a:ext uri="{FF2B5EF4-FFF2-40B4-BE49-F238E27FC236}">
                  <a16:creationId xmlns:a16="http://schemas.microsoft.com/office/drawing/2014/main" id="{5728A030-DDDF-56FB-F52D-BDFF71844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44">
              <a:extLst>
                <a:ext uri="{FF2B5EF4-FFF2-40B4-BE49-F238E27FC236}">
                  <a16:creationId xmlns:a16="http://schemas.microsoft.com/office/drawing/2014/main" id="{C07874E2-733D-F341-E441-3BFA7F891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45">
              <a:extLst>
                <a:ext uri="{FF2B5EF4-FFF2-40B4-BE49-F238E27FC236}">
                  <a16:creationId xmlns:a16="http://schemas.microsoft.com/office/drawing/2014/main" id="{9D9AD11B-3E11-15DE-7725-AE6B7FA27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46">
              <a:extLst>
                <a:ext uri="{FF2B5EF4-FFF2-40B4-BE49-F238E27FC236}">
                  <a16:creationId xmlns:a16="http://schemas.microsoft.com/office/drawing/2014/main" id="{149A1CAE-D548-AF6D-808A-8B1146E46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47">
              <a:extLst>
                <a:ext uri="{FF2B5EF4-FFF2-40B4-BE49-F238E27FC236}">
                  <a16:creationId xmlns:a16="http://schemas.microsoft.com/office/drawing/2014/main" id="{40464ED6-DF4D-7D46-3926-2C18096D0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val 48">
              <a:extLst>
                <a:ext uri="{FF2B5EF4-FFF2-40B4-BE49-F238E27FC236}">
                  <a16:creationId xmlns:a16="http://schemas.microsoft.com/office/drawing/2014/main" id="{4AED2034-A155-DD82-C1B9-D23B445B5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val 49">
              <a:extLst>
                <a:ext uri="{FF2B5EF4-FFF2-40B4-BE49-F238E27FC236}">
                  <a16:creationId xmlns:a16="http://schemas.microsoft.com/office/drawing/2014/main" id="{09A7D34F-03D9-6258-F037-C0C038C30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6F045E22-F2A4-B935-0EB0-31969358AFEB}"/>
              </a:ext>
            </a:extLst>
          </p:cNvPr>
          <p:cNvCxnSpPr/>
          <p:nvPr/>
        </p:nvCxnSpPr>
        <p:spPr>
          <a:xfrm flipH="1">
            <a:off x="6485836" y="2083945"/>
            <a:ext cx="169792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58B2E6F6-20A3-BC78-4E72-E98FAB4EC835}"/>
              </a:ext>
            </a:extLst>
          </p:cNvPr>
          <p:cNvCxnSpPr/>
          <p:nvPr/>
        </p:nvCxnSpPr>
        <p:spPr>
          <a:xfrm flipH="1">
            <a:off x="9845902" y="5302127"/>
            <a:ext cx="238419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679FA4F6-24B1-8C19-BAD1-FDC0B65871FE}"/>
              </a:ext>
            </a:extLst>
          </p:cNvPr>
          <p:cNvCxnSpPr/>
          <p:nvPr/>
        </p:nvCxnSpPr>
        <p:spPr>
          <a:xfrm flipH="1">
            <a:off x="7437069" y="3693036"/>
            <a:ext cx="169792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21E639B3-FACE-EA22-833C-46367E41BB8D}"/>
              </a:ext>
            </a:extLst>
          </p:cNvPr>
          <p:cNvGrpSpPr/>
          <p:nvPr/>
        </p:nvGrpSpPr>
        <p:grpSpPr>
          <a:xfrm rot="1170479">
            <a:off x="-89250" y="6140606"/>
            <a:ext cx="951831" cy="653427"/>
            <a:chOff x="11796349" y="8382981"/>
            <a:chExt cx="2268537" cy="1557339"/>
          </a:xfrm>
        </p:grpSpPr>
        <p:sp>
          <p:nvSpPr>
            <p:cNvPr id="94" name="Freeform 175">
              <a:extLst>
                <a:ext uri="{FF2B5EF4-FFF2-40B4-BE49-F238E27FC236}">
                  <a16:creationId xmlns:a16="http://schemas.microsoft.com/office/drawing/2014/main" id="{146E9E82-52A7-D131-44C5-9FAA36577B6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176">
              <a:extLst>
                <a:ext uri="{FF2B5EF4-FFF2-40B4-BE49-F238E27FC236}">
                  <a16:creationId xmlns:a16="http://schemas.microsoft.com/office/drawing/2014/main" id="{FEA757A4-96BF-EA72-CCBC-FF56D601F3C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177">
              <a:extLst>
                <a:ext uri="{FF2B5EF4-FFF2-40B4-BE49-F238E27FC236}">
                  <a16:creationId xmlns:a16="http://schemas.microsoft.com/office/drawing/2014/main" id="{8D75C3EC-3605-CFE3-E1A6-693D384F72C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178">
              <a:extLst>
                <a:ext uri="{FF2B5EF4-FFF2-40B4-BE49-F238E27FC236}">
                  <a16:creationId xmlns:a16="http://schemas.microsoft.com/office/drawing/2014/main" id="{7B4D832A-6DA0-0775-0518-CE404217E3A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217">
              <a:extLst>
                <a:ext uri="{FF2B5EF4-FFF2-40B4-BE49-F238E27FC236}">
                  <a16:creationId xmlns:a16="http://schemas.microsoft.com/office/drawing/2014/main" id="{B9AFAA58-A099-78AC-63C3-B5FA8F3E4D85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218">
              <a:extLst>
                <a:ext uri="{FF2B5EF4-FFF2-40B4-BE49-F238E27FC236}">
                  <a16:creationId xmlns:a16="http://schemas.microsoft.com/office/drawing/2014/main" id="{13F76776-F819-22E4-8212-8AA929631623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231">
              <a:extLst>
                <a:ext uri="{FF2B5EF4-FFF2-40B4-BE49-F238E27FC236}">
                  <a16:creationId xmlns:a16="http://schemas.microsoft.com/office/drawing/2014/main" id="{94C3152B-44FE-47A3-8EA7-9DE0A5DC3895}"/>
                </a:ext>
              </a:extLst>
            </p:cNvPr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232">
              <a:extLst>
                <a:ext uri="{FF2B5EF4-FFF2-40B4-BE49-F238E27FC236}">
                  <a16:creationId xmlns:a16="http://schemas.microsoft.com/office/drawing/2014/main" id="{70C41C25-678D-32CE-E6B7-BFEF9CF16CAE}"/>
                </a:ext>
              </a:extLst>
            </p:cNvPr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233">
              <a:extLst>
                <a:ext uri="{FF2B5EF4-FFF2-40B4-BE49-F238E27FC236}">
                  <a16:creationId xmlns:a16="http://schemas.microsoft.com/office/drawing/2014/main" id="{E278D73F-7D2C-1868-8E41-07F37613A4FC}"/>
                </a:ext>
              </a:extLst>
            </p:cNvPr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234">
              <a:extLst>
                <a:ext uri="{FF2B5EF4-FFF2-40B4-BE49-F238E27FC236}">
                  <a16:creationId xmlns:a16="http://schemas.microsoft.com/office/drawing/2014/main" id="{DA3881E3-21F0-E271-E4F6-2270DDFA12D4}"/>
                </a:ext>
              </a:extLst>
            </p:cNvPr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235">
              <a:extLst>
                <a:ext uri="{FF2B5EF4-FFF2-40B4-BE49-F238E27FC236}">
                  <a16:creationId xmlns:a16="http://schemas.microsoft.com/office/drawing/2014/main" id="{0FF1CA8D-D6EC-A45B-680C-623471CBBE77}"/>
                </a:ext>
              </a:extLst>
            </p:cNvPr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236">
              <a:extLst>
                <a:ext uri="{FF2B5EF4-FFF2-40B4-BE49-F238E27FC236}">
                  <a16:creationId xmlns:a16="http://schemas.microsoft.com/office/drawing/2014/main" id="{DD31EA9C-560C-8422-57E5-F60ED8A7AFB5}"/>
                </a:ext>
              </a:extLst>
            </p:cNvPr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237">
              <a:extLst>
                <a:ext uri="{FF2B5EF4-FFF2-40B4-BE49-F238E27FC236}">
                  <a16:creationId xmlns:a16="http://schemas.microsoft.com/office/drawing/2014/main" id="{08BB80B1-D308-F37A-F49A-7A0A874B3DB6}"/>
                </a:ext>
              </a:extLst>
            </p:cNvPr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238">
              <a:extLst>
                <a:ext uri="{FF2B5EF4-FFF2-40B4-BE49-F238E27FC236}">
                  <a16:creationId xmlns:a16="http://schemas.microsoft.com/office/drawing/2014/main" id="{91961DB5-8B6C-8DB9-248E-4DE16613A18A}"/>
                </a:ext>
              </a:extLst>
            </p:cNvPr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239">
              <a:extLst>
                <a:ext uri="{FF2B5EF4-FFF2-40B4-BE49-F238E27FC236}">
                  <a16:creationId xmlns:a16="http://schemas.microsoft.com/office/drawing/2014/main" id="{7FBFFF16-3C11-95FB-1643-CD70CFCBA28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240">
              <a:extLst>
                <a:ext uri="{FF2B5EF4-FFF2-40B4-BE49-F238E27FC236}">
                  <a16:creationId xmlns:a16="http://schemas.microsoft.com/office/drawing/2014/main" id="{2FC55771-2DDA-92C8-C2F9-CBE4A4094350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241">
              <a:extLst>
                <a:ext uri="{FF2B5EF4-FFF2-40B4-BE49-F238E27FC236}">
                  <a16:creationId xmlns:a16="http://schemas.microsoft.com/office/drawing/2014/main" id="{DFF0FD64-03B3-E432-3F57-95F5A546034E}"/>
                </a:ext>
              </a:extLst>
            </p:cNvPr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242">
              <a:extLst>
                <a:ext uri="{FF2B5EF4-FFF2-40B4-BE49-F238E27FC236}">
                  <a16:creationId xmlns:a16="http://schemas.microsoft.com/office/drawing/2014/main" id="{CDA4A97C-957F-7794-1FA4-E5EBE25EF7D2}"/>
                </a:ext>
              </a:extLst>
            </p:cNvPr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243">
              <a:extLst>
                <a:ext uri="{FF2B5EF4-FFF2-40B4-BE49-F238E27FC236}">
                  <a16:creationId xmlns:a16="http://schemas.microsoft.com/office/drawing/2014/main" id="{36CBDCC9-C643-DC40-8D75-CEB98D3DDD0F}"/>
                </a:ext>
              </a:extLst>
            </p:cNvPr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244">
              <a:extLst>
                <a:ext uri="{FF2B5EF4-FFF2-40B4-BE49-F238E27FC236}">
                  <a16:creationId xmlns:a16="http://schemas.microsoft.com/office/drawing/2014/main" id="{304CB84A-D532-0A84-3CD5-FF169D931010}"/>
                </a:ext>
              </a:extLst>
            </p:cNvPr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245">
              <a:extLst>
                <a:ext uri="{FF2B5EF4-FFF2-40B4-BE49-F238E27FC236}">
                  <a16:creationId xmlns:a16="http://schemas.microsoft.com/office/drawing/2014/main" id="{8621CE3E-3150-2F7A-894A-FDB57F93F3FC}"/>
                </a:ext>
              </a:extLst>
            </p:cNvPr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246">
              <a:extLst>
                <a:ext uri="{FF2B5EF4-FFF2-40B4-BE49-F238E27FC236}">
                  <a16:creationId xmlns:a16="http://schemas.microsoft.com/office/drawing/2014/main" id="{24466A50-1AC9-D12C-89CE-7588644DF31C}"/>
                </a:ext>
              </a:extLst>
            </p:cNvPr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Rectangle 247">
              <a:extLst>
                <a:ext uri="{FF2B5EF4-FFF2-40B4-BE49-F238E27FC236}">
                  <a16:creationId xmlns:a16="http://schemas.microsoft.com/office/drawing/2014/main" id="{E445DF94-F591-429D-9492-E8C49E333EB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Rectangle 248">
              <a:extLst>
                <a:ext uri="{FF2B5EF4-FFF2-40B4-BE49-F238E27FC236}">
                  <a16:creationId xmlns:a16="http://schemas.microsoft.com/office/drawing/2014/main" id="{D1C66224-D28F-D6A2-AF11-B4E8419573A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249">
              <a:extLst>
                <a:ext uri="{FF2B5EF4-FFF2-40B4-BE49-F238E27FC236}">
                  <a16:creationId xmlns:a16="http://schemas.microsoft.com/office/drawing/2014/main" id="{F3CB2AAC-7684-F452-5306-3119B5518AA8}"/>
                </a:ext>
              </a:extLst>
            </p:cNvPr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250">
              <a:extLst>
                <a:ext uri="{FF2B5EF4-FFF2-40B4-BE49-F238E27FC236}">
                  <a16:creationId xmlns:a16="http://schemas.microsoft.com/office/drawing/2014/main" id="{C1FBF1DF-11C8-BA3E-F0F1-C34C16B76D1A}"/>
                </a:ext>
              </a:extLst>
            </p:cNvPr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251">
              <a:extLst>
                <a:ext uri="{FF2B5EF4-FFF2-40B4-BE49-F238E27FC236}">
                  <a16:creationId xmlns:a16="http://schemas.microsoft.com/office/drawing/2014/main" id="{D42CA114-21F9-784C-36EA-394BDBFAE659}"/>
                </a:ext>
              </a:extLst>
            </p:cNvPr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252">
              <a:extLst>
                <a:ext uri="{FF2B5EF4-FFF2-40B4-BE49-F238E27FC236}">
                  <a16:creationId xmlns:a16="http://schemas.microsoft.com/office/drawing/2014/main" id="{6D11EAE1-3775-F174-0CB5-A4A1239D74D4}"/>
                </a:ext>
              </a:extLst>
            </p:cNvPr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253">
              <a:extLst>
                <a:ext uri="{FF2B5EF4-FFF2-40B4-BE49-F238E27FC236}">
                  <a16:creationId xmlns:a16="http://schemas.microsoft.com/office/drawing/2014/main" id="{C4928DEA-3C79-448B-B58F-C63771F066D5}"/>
                </a:ext>
              </a:extLst>
            </p:cNvPr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254">
              <a:extLst>
                <a:ext uri="{FF2B5EF4-FFF2-40B4-BE49-F238E27FC236}">
                  <a16:creationId xmlns:a16="http://schemas.microsoft.com/office/drawing/2014/main" id="{E2213848-FB58-065C-A11F-88CF83D9380D}"/>
                </a:ext>
              </a:extLst>
            </p:cNvPr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255">
              <a:extLst>
                <a:ext uri="{FF2B5EF4-FFF2-40B4-BE49-F238E27FC236}">
                  <a16:creationId xmlns:a16="http://schemas.microsoft.com/office/drawing/2014/main" id="{82CBAE8F-725B-E1C8-1252-4086371D5B61}"/>
                </a:ext>
              </a:extLst>
            </p:cNvPr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256">
              <a:extLst>
                <a:ext uri="{FF2B5EF4-FFF2-40B4-BE49-F238E27FC236}">
                  <a16:creationId xmlns:a16="http://schemas.microsoft.com/office/drawing/2014/main" id="{4F858DFD-03C9-33E3-29B2-079C7E07DE2F}"/>
                </a:ext>
              </a:extLst>
            </p:cNvPr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257">
              <a:extLst>
                <a:ext uri="{FF2B5EF4-FFF2-40B4-BE49-F238E27FC236}">
                  <a16:creationId xmlns:a16="http://schemas.microsoft.com/office/drawing/2014/main" id="{1368B291-82F5-4E93-DBD7-496E56E0747E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258">
              <a:extLst>
                <a:ext uri="{FF2B5EF4-FFF2-40B4-BE49-F238E27FC236}">
                  <a16:creationId xmlns:a16="http://schemas.microsoft.com/office/drawing/2014/main" id="{4C0C9705-161D-9ADA-1951-338A7D058ACD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Freeform 259">
              <a:extLst>
                <a:ext uri="{FF2B5EF4-FFF2-40B4-BE49-F238E27FC236}">
                  <a16:creationId xmlns:a16="http://schemas.microsoft.com/office/drawing/2014/main" id="{A7F51431-B476-F031-3E69-77C0027C95A9}"/>
                </a:ext>
              </a:extLst>
            </p:cNvPr>
            <p:cNvSpPr/>
            <p:nvPr/>
          </p:nvSpPr>
          <p:spPr bwMode="auto">
            <a:xfrm flipV="1">
              <a:off x="12637724" y="8395682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Freeform 261">
              <a:extLst>
                <a:ext uri="{FF2B5EF4-FFF2-40B4-BE49-F238E27FC236}">
                  <a16:creationId xmlns:a16="http://schemas.microsoft.com/office/drawing/2014/main" id="{F2C845E3-20D3-741C-1746-7520FEE333FD}"/>
                </a:ext>
              </a:extLst>
            </p:cNvPr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Freeform 262">
              <a:extLst>
                <a:ext uri="{FF2B5EF4-FFF2-40B4-BE49-F238E27FC236}">
                  <a16:creationId xmlns:a16="http://schemas.microsoft.com/office/drawing/2014/main" id="{0EBCAC8E-29E8-3642-619B-22026D12D79A}"/>
                </a:ext>
              </a:extLst>
            </p:cNvPr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Freeform 263">
              <a:extLst>
                <a:ext uri="{FF2B5EF4-FFF2-40B4-BE49-F238E27FC236}">
                  <a16:creationId xmlns:a16="http://schemas.microsoft.com/office/drawing/2014/main" id="{35B1F0A7-1547-7B21-D32D-A24794AA84F7}"/>
                </a:ext>
              </a:extLst>
            </p:cNvPr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Freeform 264">
              <a:extLst>
                <a:ext uri="{FF2B5EF4-FFF2-40B4-BE49-F238E27FC236}">
                  <a16:creationId xmlns:a16="http://schemas.microsoft.com/office/drawing/2014/main" id="{EC508942-CFE7-0AAC-9A80-5CDC07582DF4}"/>
                </a:ext>
              </a:extLst>
            </p:cNvPr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Freeform 265">
              <a:extLst>
                <a:ext uri="{FF2B5EF4-FFF2-40B4-BE49-F238E27FC236}">
                  <a16:creationId xmlns:a16="http://schemas.microsoft.com/office/drawing/2014/main" id="{D0B80AA6-6C6C-1337-13EC-E121064F17AA}"/>
                </a:ext>
              </a:extLst>
            </p:cNvPr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Freeform 266">
              <a:extLst>
                <a:ext uri="{FF2B5EF4-FFF2-40B4-BE49-F238E27FC236}">
                  <a16:creationId xmlns:a16="http://schemas.microsoft.com/office/drawing/2014/main" id="{CC773CA4-F62B-43C4-354A-133659A2B439}"/>
                </a:ext>
              </a:extLst>
            </p:cNvPr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Freeform 267">
              <a:extLst>
                <a:ext uri="{FF2B5EF4-FFF2-40B4-BE49-F238E27FC236}">
                  <a16:creationId xmlns:a16="http://schemas.microsoft.com/office/drawing/2014/main" id="{5B562730-4722-7E78-8DFD-32F5FD5036C2}"/>
                </a:ext>
              </a:extLst>
            </p:cNvPr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Freeform 268">
              <a:extLst>
                <a:ext uri="{FF2B5EF4-FFF2-40B4-BE49-F238E27FC236}">
                  <a16:creationId xmlns:a16="http://schemas.microsoft.com/office/drawing/2014/main" id="{ADE5513C-0BBE-C89A-C3C5-B2BD13BC8BF5}"/>
                </a:ext>
              </a:extLst>
            </p:cNvPr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Freeform 269">
              <a:extLst>
                <a:ext uri="{FF2B5EF4-FFF2-40B4-BE49-F238E27FC236}">
                  <a16:creationId xmlns:a16="http://schemas.microsoft.com/office/drawing/2014/main" id="{C8700E05-A3C1-E331-EDF1-A094B1FED3C9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Freeform 270">
              <a:extLst>
                <a:ext uri="{FF2B5EF4-FFF2-40B4-BE49-F238E27FC236}">
                  <a16:creationId xmlns:a16="http://schemas.microsoft.com/office/drawing/2014/main" id="{B9AD21B5-BC8D-ECA5-A502-1A8C2B0AA9EC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Rectangle 271">
              <a:extLst>
                <a:ext uri="{FF2B5EF4-FFF2-40B4-BE49-F238E27FC236}">
                  <a16:creationId xmlns:a16="http://schemas.microsoft.com/office/drawing/2014/main" id="{F3E16DF7-172F-B753-B89C-3C9097EEEBB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272">
              <a:extLst>
                <a:ext uri="{FF2B5EF4-FFF2-40B4-BE49-F238E27FC236}">
                  <a16:creationId xmlns:a16="http://schemas.microsoft.com/office/drawing/2014/main" id="{FF55D53C-3B59-94C8-7204-ED77C74DCAC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Freeform 273">
              <a:extLst>
                <a:ext uri="{FF2B5EF4-FFF2-40B4-BE49-F238E27FC236}">
                  <a16:creationId xmlns:a16="http://schemas.microsoft.com/office/drawing/2014/main" id="{DBD1DF5F-04E4-0878-1062-622FA0F189F7}"/>
                </a:ext>
              </a:extLst>
            </p:cNvPr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Freeform 274">
              <a:extLst>
                <a:ext uri="{FF2B5EF4-FFF2-40B4-BE49-F238E27FC236}">
                  <a16:creationId xmlns:a16="http://schemas.microsoft.com/office/drawing/2014/main" id="{13B47EE3-20F4-423D-D762-90B509C07D71}"/>
                </a:ext>
              </a:extLst>
            </p:cNvPr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Freeform 275">
              <a:extLst>
                <a:ext uri="{FF2B5EF4-FFF2-40B4-BE49-F238E27FC236}">
                  <a16:creationId xmlns:a16="http://schemas.microsoft.com/office/drawing/2014/main" id="{E18B6641-07A1-1894-B04E-E926DE6B5D2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Freeform 276">
              <a:extLst>
                <a:ext uri="{FF2B5EF4-FFF2-40B4-BE49-F238E27FC236}">
                  <a16:creationId xmlns:a16="http://schemas.microsoft.com/office/drawing/2014/main" id="{A228AB33-29A5-CF60-65C1-BDC434EE7C5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Freeform 277">
              <a:extLst>
                <a:ext uri="{FF2B5EF4-FFF2-40B4-BE49-F238E27FC236}">
                  <a16:creationId xmlns:a16="http://schemas.microsoft.com/office/drawing/2014/main" id="{B2B71DF6-A8D0-40E2-0136-3BDE2F6B8CBB}"/>
                </a:ext>
              </a:extLst>
            </p:cNvPr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Freeform 278">
              <a:extLst>
                <a:ext uri="{FF2B5EF4-FFF2-40B4-BE49-F238E27FC236}">
                  <a16:creationId xmlns:a16="http://schemas.microsoft.com/office/drawing/2014/main" id="{00458F70-5BC8-53B0-C500-79985046C758}"/>
                </a:ext>
              </a:extLst>
            </p:cNvPr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Freeform 279">
              <a:extLst>
                <a:ext uri="{FF2B5EF4-FFF2-40B4-BE49-F238E27FC236}">
                  <a16:creationId xmlns:a16="http://schemas.microsoft.com/office/drawing/2014/main" id="{DD0C8B03-4AD1-A71D-7093-AA3A9A40FF6D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Freeform 280">
              <a:extLst>
                <a:ext uri="{FF2B5EF4-FFF2-40B4-BE49-F238E27FC236}">
                  <a16:creationId xmlns:a16="http://schemas.microsoft.com/office/drawing/2014/main" id="{3053B906-A940-EA1C-BF9E-6618506003E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Freeform 281">
              <a:extLst>
                <a:ext uri="{FF2B5EF4-FFF2-40B4-BE49-F238E27FC236}">
                  <a16:creationId xmlns:a16="http://schemas.microsoft.com/office/drawing/2014/main" id="{FE617625-A352-65FD-08A0-C6D29A70036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Freeform 282">
              <a:extLst>
                <a:ext uri="{FF2B5EF4-FFF2-40B4-BE49-F238E27FC236}">
                  <a16:creationId xmlns:a16="http://schemas.microsoft.com/office/drawing/2014/main" id="{0CCEA65C-E93C-7F67-4C1D-DDF6FE6D4719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Freeform 283">
              <a:extLst>
                <a:ext uri="{FF2B5EF4-FFF2-40B4-BE49-F238E27FC236}">
                  <a16:creationId xmlns:a16="http://schemas.microsoft.com/office/drawing/2014/main" id="{EE2C1699-959A-2798-F39E-3B79AA82D78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Freeform 284">
              <a:extLst>
                <a:ext uri="{FF2B5EF4-FFF2-40B4-BE49-F238E27FC236}">
                  <a16:creationId xmlns:a16="http://schemas.microsoft.com/office/drawing/2014/main" id="{F5D510E5-278E-3D1A-2954-DC6E3360FC6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Freeform 285">
              <a:extLst>
                <a:ext uri="{FF2B5EF4-FFF2-40B4-BE49-F238E27FC236}">
                  <a16:creationId xmlns:a16="http://schemas.microsoft.com/office/drawing/2014/main" id="{340CAB0C-AA21-9A42-8870-6AFD653E0FD7}"/>
                </a:ext>
              </a:extLst>
            </p:cNvPr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Freeform 286">
              <a:extLst>
                <a:ext uri="{FF2B5EF4-FFF2-40B4-BE49-F238E27FC236}">
                  <a16:creationId xmlns:a16="http://schemas.microsoft.com/office/drawing/2014/main" id="{2B1F5BBB-33A0-14D5-1623-B1AEF96A618F}"/>
                </a:ext>
              </a:extLst>
            </p:cNvPr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Freeform 287">
              <a:extLst>
                <a:ext uri="{FF2B5EF4-FFF2-40B4-BE49-F238E27FC236}">
                  <a16:creationId xmlns:a16="http://schemas.microsoft.com/office/drawing/2014/main" id="{E14B7205-3180-F2D6-E995-FC909297B889}"/>
                </a:ext>
              </a:extLst>
            </p:cNvPr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Freeform 288">
              <a:extLst>
                <a:ext uri="{FF2B5EF4-FFF2-40B4-BE49-F238E27FC236}">
                  <a16:creationId xmlns:a16="http://schemas.microsoft.com/office/drawing/2014/main" id="{72C7B1FC-204C-36B2-1998-94D5133BFE96}"/>
                </a:ext>
              </a:extLst>
            </p:cNvPr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Freeform 289">
              <a:extLst>
                <a:ext uri="{FF2B5EF4-FFF2-40B4-BE49-F238E27FC236}">
                  <a16:creationId xmlns:a16="http://schemas.microsoft.com/office/drawing/2014/main" id="{E13BABBD-5CF1-FD5E-6A9F-F20355CC368A}"/>
                </a:ext>
              </a:extLst>
            </p:cNvPr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Freeform 290">
              <a:extLst>
                <a:ext uri="{FF2B5EF4-FFF2-40B4-BE49-F238E27FC236}">
                  <a16:creationId xmlns:a16="http://schemas.microsoft.com/office/drawing/2014/main" id="{5B432D72-51A3-4F94-A7FB-3EC18262A7F2}"/>
                </a:ext>
              </a:extLst>
            </p:cNvPr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Freeform 291">
              <a:extLst>
                <a:ext uri="{FF2B5EF4-FFF2-40B4-BE49-F238E27FC236}">
                  <a16:creationId xmlns:a16="http://schemas.microsoft.com/office/drawing/2014/main" id="{DAE59A02-EB49-AD5B-6DB2-32FE10A5B783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Freeform 292">
              <a:extLst>
                <a:ext uri="{FF2B5EF4-FFF2-40B4-BE49-F238E27FC236}">
                  <a16:creationId xmlns:a16="http://schemas.microsoft.com/office/drawing/2014/main" id="{73987627-9627-9299-9EB9-249CE710A18C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Freeform 347">
              <a:extLst>
                <a:ext uri="{FF2B5EF4-FFF2-40B4-BE49-F238E27FC236}">
                  <a16:creationId xmlns:a16="http://schemas.microsoft.com/office/drawing/2014/main" id="{8AA964CF-65D6-FB01-8E41-56FD2A75994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Freeform 348">
              <a:extLst>
                <a:ext uri="{FF2B5EF4-FFF2-40B4-BE49-F238E27FC236}">
                  <a16:creationId xmlns:a16="http://schemas.microsoft.com/office/drawing/2014/main" id="{58C33537-4ECE-3B8D-CF1B-7124AE984B6A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349">
              <a:extLst>
                <a:ext uri="{FF2B5EF4-FFF2-40B4-BE49-F238E27FC236}">
                  <a16:creationId xmlns:a16="http://schemas.microsoft.com/office/drawing/2014/main" id="{5ED139D5-85CA-8259-FEF9-8ED939072017}"/>
                </a:ext>
              </a:extLst>
            </p:cNvPr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Freeform 350">
              <a:extLst>
                <a:ext uri="{FF2B5EF4-FFF2-40B4-BE49-F238E27FC236}">
                  <a16:creationId xmlns:a16="http://schemas.microsoft.com/office/drawing/2014/main" id="{9DE3BBA5-4D8A-59C2-C120-2E698C906575}"/>
                </a:ext>
              </a:extLst>
            </p:cNvPr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Freeform 351">
              <a:extLst>
                <a:ext uri="{FF2B5EF4-FFF2-40B4-BE49-F238E27FC236}">
                  <a16:creationId xmlns:a16="http://schemas.microsoft.com/office/drawing/2014/main" id="{4BFAC747-C5E6-5195-339E-85AC9AD082D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Freeform 352">
              <a:extLst>
                <a:ext uri="{FF2B5EF4-FFF2-40B4-BE49-F238E27FC236}">
                  <a16:creationId xmlns:a16="http://schemas.microsoft.com/office/drawing/2014/main" id="{F3C83A3B-16CD-A9E6-52D2-71EDD263ED2E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Freeform 353">
              <a:extLst>
                <a:ext uri="{FF2B5EF4-FFF2-40B4-BE49-F238E27FC236}">
                  <a16:creationId xmlns:a16="http://schemas.microsoft.com/office/drawing/2014/main" id="{6BD522E3-5436-3632-1541-B0505C1D96A7}"/>
                </a:ext>
              </a:extLst>
            </p:cNvPr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Freeform 354">
              <a:extLst>
                <a:ext uri="{FF2B5EF4-FFF2-40B4-BE49-F238E27FC236}">
                  <a16:creationId xmlns:a16="http://schemas.microsoft.com/office/drawing/2014/main" id="{63B5068F-FDD1-CBB2-E5EA-112804B1C3F9}"/>
                </a:ext>
              </a:extLst>
            </p:cNvPr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355">
              <a:extLst>
                <a:ext uri="{FF2B5EF4-FFF2-40B4-BE49-F238E27FC236}">
                  <a16:creationId xmlns:a16="http://schemas.microsoft.com/office/drawing/2014/main" id="{964FEDE7-3AF4-E0CC-6C34-1561CB78635D}"/>
                </a:ext>
              </a:extLst>
            </p:cNvPr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356">
              <a:extLst>
                <a:ext uri="{FF2B5EF4-FFF2-40B4-BE49-F238E27FC236}">
                  <a16:creationId xmlns:a16="http://schemas.microsoft.com/office/drawing/2014/main" id="{D6B59534-462A-817E-18ED-BC6A99E90722}"/>
                </a:ext>
              </a:extLst>
            </p:cNvPr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357">
              <a:extLst>
                <a:ext uri="{FF2B5EF4-FFF2-40B4-BE49-F238E27FC236}">
                  <a16:creationId xmlns:a16="http://schemas.microsoft.com/office/drawing/2014/main" id="{5FE3939D-C469-0004-5C92-A76B55FBC826}"/>
                </a:ext>
              </a:extLst>
            </p:cNvPr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Freeform 358">
              <a:extLst>
                <a:ext uri="{FF2B5EF4-FFF2-40B4-BE49-F238E27FC236}">
                  <a16:creationId xmlns:a16="http://schemas.microsoft.com/office/drawing/2014/main" id="{2BC628F7-060B-0E7B-CE29-4F67A240604A}"/>
                </a:ext>
              </a:extLst>
            </p:cNvPr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359">
              <a:extLst>
                <a:ext uri="{FF2B5EF4-FFF2-40B4-BE49-F238E27FC236}">
                  <a16:creationId xmlns:a16="http://schemas.microsoft.com/office/drawing/2014/main" id="{27CBE2FE-A17D-38A0-E83D-4287CBEF354E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360">
              <a:extLst>
                <a:ext uri="{FF2B5EF4-FFF2-40B4-BE49-F238E27FC236}">
                  <a16:creationId xmlns:a16="http://schemas.microsoft.com/office/drawing/2014/main" id="{ECB96265-DC9F-9CC6-7F6C-3162891D132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Freeform 361">
              <a:extLst>
                <a:ext uri="{FF2B5EF4-FFF2-40B4-BE49-F238E27FC236}">
                  <a16:creationId xmlns:a16="http://schemas.microsoft.com/office/drawing/2014/main" id="{70067323-B705-79FA-0DFE-E1A567E6FFD4}"/>
                </a:ext>
              </a:extLst>
            </p:cNvPr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Freeform 362">
              <a:extLst>
                <a:ext uri="{FF2B5EF4-FFF2-40B4-BE49-F238E27FC236}">
                  <a16:creationId xmlns:a16="http://schemas.microsoft.com/office/drawing/2014/main" id="{BAD85D3D-46B7-791E-8AD9-CEE06B162490}"/>
                </a:ext>
              </a:extLst>
            </p:cNvPr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Freeform 363">
              <a:extLst>
                <a:ext uri="{FF2B5EF4-FFF2-40B4-BE49-F238E27FC236}">
                  <a16:creationId xmlns:a16="http://schemas.microsoft.com/office/drawing/2014/main" id="{404AC444-6A8E-CC19-F92E-C01E6CD11A28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Freeform 364">
              <a:extLst>
                <a:ext uri="{FF2B5EF4-FFF2-40B4-BE49-F238E27FC236}">
                  <a16:creationId xmlns:a16="http://schemas.microsoft.com/office/drawing/2014/main" id="{8DA4938D-DC8A-D7D2-0C9D-762D9561DB89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Freeform 365">
              <a:extLst>
                <a:ext uri="{FF2B5EF4-FFF2-40B4-BE49-F238E27FC236}">
                  <a16:creationId xmlns:a16="http://schemas.microsoft.com/office/drawing/2014/main" id="{842154CD-E472-6575-D848-F62F2FBB32E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366">
              <a:extLst>
                <a:ext uri="{FF2B5EF4-FFF2-40B4-BE49-F238E27FC236}">
                  <a16:creationId xmlns:a16="http://schemas.microsoft.com/office/drawing/2014/main" id="{F0176BB6-0074-2437-FEA4-5FF7913823F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367">
              <a:extLst>
                <a:ext uri="{FF2B5EF4-FFF2-40B4-BE49-F238E27FC236}">
                  <a16:creationId xmlns:a16="http://schemas.microsoft.com/office/drawing/2014/main" id="{F2F24354-A364-0A8B-6694-4F350BF05B93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368">
              <a:extLst>
                <a:ext uri="{FF2B5EF4-FFF2-40B4-BE49-F238E27FC236}">
                  <a16:creationId xmlns:a16="http://schemas.microsoft.com/office/drawing/2014/main" id="{329B1BCD-ADE1-1EE0-C7A9-C5012985C6D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Freeform 369">
              <a:extLst>
                <a:ext uri="{FF2B5EF4-FFF2-40B4-BE49-F238E27FC236}">
                  <a16:creationId xmlns:a16="http://schemas.microsoft.com/office/drawing/2014/main" id="{9D62B481-8E33-CFC6-70C4-3C2A8F54CB21}"/>
                </a:ext>
              </a:extLst>
            </p:cNvPr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370">
              <a:extLst>
                <a:ext uri="{FF2B5EF4-FFF2-40B4-BE49-F238E27FC236}">
                  <a16:creationId xmlns:a16="http://schemas.microsoft.com/office/drawing/2014/main" id="{7C00E13C-FB4E-E37C-6604-E0297C0EE792}"/>
                </a:ext>
              </a:extLst>
            </p:cNvPr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Freeform 372">
              <a:extLst>
                <a:ext uri="{FF2B5EF4-FFF2-40B4-BE49-F238E27FC236}">
                  <a16:creationId xmlns:a16="http://schemas.microsoft.com/office/drawing/2014/main" id="{977A57DF-C45B-3987-7D2A-9766BEADC5FF}"/>
                </a:ext>
              </a:extLst>
            </p:cNvPr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Freeform 373">
              <a:extLst>
                <a:ext uri="{FF2B5EF4-FFF2-40B4-BE49-F238E27FC236}">
                  <a16:creationId xmlns:a16="http://schemas.microsoft.com/office/drawing/2014/main" id="{3BCA310C-E19C-74FD-2FAA-2208E424C045}"/>
                </a:ext>
              </a:extLst>
            </p:cNvPr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374">
              <a:extLst>
                <a:ext uri="{FF2B5EF4-FFF2-40B4-BE49-F238E27FC236}">
                  <a16:creationId xmlns:a16="http://schemas.microsoft.com/office/drawing/2014/main" id="{CF1C7528-FB6E-94DC-7733-780421BD0DFC}"/>
                </a:ext>
              </a:extLst>
            </p:cNvPr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375">
              <a:extLst>
                <a:ext uri="{FF2B5EF4-FFF2-40B4-BE49-F238E27FC236}">
                  <a16:creationId xmlns:a16="http://schemas.microsoft.com/office/drawing/2014/main" id="{F2FA2D5A-2343-A573-675A-03A74F5561C4}"/>
                </a:ext>
              </a:extLst>
            </p:cNvPr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376">
              <a:extLst>
                <a:ext uri="{FF2B5EF4-FFF2-40B4-BE49-F238E27FC236}">
                  <a16:creationId xmlns:a16="http://schemas.microsoft.com/office/drawing/2014/main" id="{9CF55065-3AE1-2ACF-3459-E58F683FF045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377">
              <a:extLst>
                <a:ext uri="{FF2B5EF4-FFF2-40B4-BE49-F238E27FC236}">
                  <a16:creationId xmlns:a16="http://schemas.microsoft.com/office/drawing/2014/main" id="{C629B3E7-F0D7-780E-8835-AAB221B2EFD3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378">
              <a:extLst>
                <a:ext uri="{FF2B5EF4-FFF2-40B4-BE49-F238E27FC236}">
                  <a16:creationId xmlns:a16="http://schemas.microsoft.com/office/drawing/2014/main" id="{1B9164A7-F927-8AC7-1043-43A5AD4E7D00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379">
              <a:extLst>
                <a:ext uri="{FF2B5EF4-FFF2-40B4-BE49-F238E27FC236}">
                  <a16:creationId xmlns:a16="http://schemas.microsoft.com/office/drawing/2014/main" id="{E684B1DD-ED00-462C-551A-07FD3DD65D0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380">
              <a:extLst>
                <a:ext uri="{FF2B5EF4-FFF2-40B4-BE49-F238E27FC236}">
                  <a16:creationId xmlns:a16="http://schemas.microsoft.com/office/drawing/2014/main" id="{15BB3905-EDB3-8801-9E83-A0AD5474F1C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381">
              <a:extLst>
                <a:ext uri="{FF2B5EF4-FFF2-40B4-BE49-F238E27FC236}">
                  <a16:creationId xmlns:a16="http://schemas.microsoft.com/office/drawing/2014/main" id="{2B9B3135-85A5-68DB-00C6-41B6F938D708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Freeform 382">
              <a:extLst>
                <a:ext uri="{FF2B5EF4-FFF2-40B4-BE49-F238E27FC236}">
                  <a16:creationId xmlns:a16="http://schemas.microsoft.com/office/drawing/2014/main" id="{7C65D4D2-FD3A-FB17-6EE1-9126A9B652BF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383">
              <a:extLst>
                <a:ext uri="{FF2B5EF4-FFF2-40B4-BE49-F238E27FC236}">
                  <a16:creationId xmlns:a16="http://schemas.microsoft.com/office/drawing/2014/main" id="{91D8B920-03CC-94F3-59AD-CD2A44FF4775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394">
              <a:extLst>
                <a:ext uri="{FF2B5EF4-FFF2-40B4-BE49-F238E27FC236}">
                  <a16:creationId xmlns:a16="http://schemas.microsoft.com/office/drawing/2014/main" id="{A07D3260-3584-CE44-B573-BE6BE929F09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395">
              <a:extLst>
                <a:ext uri="{FF2B5EF4-FFF2-40B4-BE49-F238E27FC236}">
                  <a16:creationId xmlns:a16="http://schemas.microsoft.com/office/drawing/2014/main" id="{F411B5CF-6C35-FD62-CBB3-FF31DA622B6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Rectangle 400">
              <a:extLst>
                <a:ext uri="{FF2B5EF4-FFF2-40B4-BE49-F238E27FC236}">
                  <a16:creationId xmlns:a16="http://schemas.microsoft.com/office/drawing/2014/main" id="{3BD74A6A-2355-8D44-B4AD-D67100EB1D3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9311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401">
              <a:extLst>
                <a:ext uri="{FF2B5EF4-FFF2-40B4-BE49-F238E27FC236}">
                  <a16:creationId xmlns:a16="http://schemas.microsoft.com/office/drawing/2014/main" id="{B24FEC91-5619-2256-86FB-9B7158CED230}"/>
                </a:ext>
              </a:extLst>
            </p:cNvPr>
            <p:cNvSpPr/>
            <p:nvPr/>
          </p:nvSpPr>
          <p:spPr bwMode="auto">
            <a:xfrm flipH="1" flipV="1">
              <a:off x="13909311" y="86734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404">
              <a:extLst>
                <a:ext uri="{FF2B5EF4-FFF2-40B4-BE49-F238E27FC236}">
                  <a16:creationId xmlns:a16="http://schemas.microsoft.com/office/drawing/2014/main" id="{801967A5-D035-9ED4-0AAA-A2D3BF81CEF4}"/>
                </a:ext>
              </a:extLst>
            </p:cNvPr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405">
              <a:extLst>
                <a:ext uri="{FF2B5EF4-FFF2-40B4-BE49-F238E27FC236}">
                  <a16:creationId xmlns:a16="http://schemas.microsoft.com/office/drawing/2014/main" id="{7D4622D1-7684-F65A-71FA-406982E96FC8}"/>
                </a:ext>
              </a:extLst>
            </p:cNvPr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406">
              <a:extLst>
                <a:ext uri="{FF2B5EF4-FFF2-40B4-BE49-F238E27FC236}">
                  <a16:creationId xmlns:a16="http://schemas.microsoft.com/office/drawing/2014/main" id="{6ED89327-5394-C96F-9B2E-3B962A52D482}"/>
                </a:ext>
              </a:extLst>
            </p:cNvPr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Freeform 407">
              <a:extLst>
                <a:ext uri="{FF2B5EF4-FFF2-40B4-BE49-F238E27FC236}">
                  <a16:creationId xmlns:a16="http://schemas.microsoft.com/office/drawing/2014/main" id="{920AEDA3-9095-EF94-B73C-964C489CDF8F}"/>
                </a:ext>
              </a:extLst>
            </p:cNvPr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412">
              <a:extLst>
                <a:ext uri="{FF2B5EF4-FFF2-40B4-BE49-F238E27FC236}">
                  <a16:creationId xmlns:a16="http://schemas.microsoft.com/office/drawing/2014/main" id="{27CE4856-4C8D-C808-01BD-15AAD5F4DF7A}"/>
                </a:ext>
              </a:extLst>
            </p:cNvPr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413">
              <a:extLst>
                <a:ext uri="{FF2B5EF4-FFF2-40B4-BE49-F238E27FC236}">
                  <a16:creationId xmlns:a16="http://schemas.microsoft.com/office/drawing/2014/main" id="{8B056E90-8023-2DB8-A19E-68668CAEF809}"/>
                </a:ext>
              </a:extLst>
            </p:cNvPr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Rectangle 414">
              <a:extLst>
                <a:ext uri="{FF2B5EF4-FFF2-40B4-BE49-F238E27FC236}">
                  <a16:creationId xmlns:a16="http://schemas.microsoft.com/office/drawing/2014/main" id="{950BC945-3037-2AB2-5B00-BDDF1BBFA4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Rectangle 415">
              <a:extLst>
                <a:ext uri="{FF2B5EF4-FFF2-40B4-BE49-F238E27FC236}">
                  <a16:creationId xmlns:a16="http://schemas.microsoft.com/office/drawing/2014/main" id="{FD92C54A-E300-B102-4599-8307B563251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424">
              <a:extLst>
                <a:ext uri="{FF2B5EF4-FFF2-40B4-BE49-F238E27FC236}">
                  <a16:creationId xmlns:a16="http://schemas.microsoft.com/office/drawing/2014/main" id="{FC6714E9-7676-3D14-2B98-5722CF99D338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425">
              <a:extLst>
                <a:ext uri="{FF2B5EF4-FFF2-40B4-BE49-F238E27FC236}">
                  <a16:creationId xmlns:a16="http://schemas.microsoft.com/office/drawing/2014/main" id="{C9C14795-9323-3475-416D-4B03C75CC2F8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428">
              <a:extLst>
                <a:ext uri="{FF2B5EF4-FFF2-40B4-BE49-F238E27FC236}">
                  <a16:creationId xmlns:a16="http://schemas.microsoft.com/office/drawing/2014/main" id="{8ACBFBBF-B0C4-3161-EC14-DCC7747F57AB}"/>
                </a:ext>
              </a:extLst>
            </p:cNvPr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429">
              <a:extLst>
                <a:ext uri="{FF2B5EF4-FFF2-40B4-BE49-F238E27FC236}">
                  <a16:creationId xmlns:a16="http://schemas.microsoft.com/office/drawing/2014/main" id="{6199811C-0FAC-DE63-E47F-8F67CBFD365C}"/>
                </a:ext>
              </a:extLst>
            </p:cNvPr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436">
              <a:extLst>
                <a:ext uri="{FF2B5EF4-FFF2-40B4-BE49-F238E27FC236}">
                  <a16:creationId xmlns:a16="http://schemas.microsoft.com/office/drawing/2014/main" id="{8E3FA8F3-726A-853B-F4A6-6EB6BAD58D0D}"/>
                </a:ext>
              </a:extLst>
            </p:cNvPr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437">
              <a:extLst>
                <a:ext uri="{FF2B5EF4-FFF2-40B4-BE49-F238E27FC236}">
                  <a16:creationId xmlns:a16="http://schemas.microsoft.com/office/drawing/2014/main" id="{C664F842-3A21-604A-0CCE-BC8E8C41BB0B}"/>
                </a:ext>
              </a:extLst>
            </p:cNvPr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438">
              <a:extLst>
                <a:ext uri="{FF2B5EF4-FFF2-40B4-BE49-F238E27FC236}">
                  <a16:creationId xmlns:a16="http://schemas.microsoft.com/office/drawing/2014/main" id="{996B91E0-E902-4047-020A-BF2DCD2D98E8}"/>
                </a:ext>
              </a:extLst>
            </p:cNvPr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439">
              <a:extLst>
                <a:ext uri="{FF2B5EF4-FFF2-40B4-BE49-F238E27FC236}">
                  <a16:creationId xmlns:a16="http://schemas.microsoft.com/office/drawing/2014/main" id="{E7253F7C-5C12-9160-17D2-BFD2C1AA4134}"/>
                </a:ext>
              </a:extLst>
            </p:cNvPr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440">
              <a:extLst>
                <a:ext uri="{FF2B5EF4-FFF2-40B4-BE49-F238E27FC236}">
                  <a16:creationId xmlns:a16="http://schemas.microsoft.com/office/drawing/2014/main" id="{896E00C5-33E0-2AF1-16D9-06EE6E0718C8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441">
              <a:extLst>
                <a:ext uri="{FF2B5EF4-FFF2-40B4-BE49-F238E27FC236}">
                  <a16:creationId xmlns:a16="http://schemas.microsoft.com/office/drawing/2014/main" id="{95255884-5BB3-57F9-8E1F-D675130BA78A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442">
              <a:extLst>
                <a:ext uri="{FF2B5EF4-FFF2-40B4-BE49-F238E27FC236}">
                  <a16:creationId xmlns:a16="http://schemas.microsoft.com/office/drawing/2014/main" id="{966C40C2-EB42-3E60-1038-3FF1E917C618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443">
              <a:extLst>
                <a:ext uri="{FF2B5EF4-FFF2-40B4-BE49-F238E27FC236}">
                  <a16:creationId xmlns:a16="http://schemas.microsoft.com/office/drawing/2014/main" id="{52FDBF1E-D10E-BFE0-54BD-A4C662D18D3B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444">
              <a:extLst>
                <a:ext uri="{FF2B5EF4-FFF2-40B4-BE49-F238E27FC236}">
                  <a16:creationId xmlns:a16="http://schemas.microsoft.com/office/drawing/2014/main" id="{435DF056-8930-A343-EE6E-0F1DB63C660F}"/>
                </a:ext>
              </a:extLst>
            </p:cNvPr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445">
              <a:extLst>
                <a:ext uri="{FF2B5EF4-FFF2-40B4-BE49-F238E27FC236}">
                  <a16:creationId xmlns:a16="http://schemas.microsoft.com/office/drawing/2014/main" id="{82974D17-D936-581B-27DA-6B330C26DD2F}"/>
                </a:ext>
              </a:extLst>
            </p:cNvPr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446">
              <a:extLst>
                <a:ext uri="{FF2B5EF4-FFF2-40B4-BE49-F238E27FC236}">
                  <a16:creationId xmlns:a16="http://schemas.microsoft.com/office/drawing/2014/main" id="{C973F04C-5362-890A-4666-AA6E6CF518C8}"/>
                </a:ext>
              </a:extLst>
            </p:cNvPr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447">
              <a:extLst>
                <a:ext uri="{FF2B5EF4-FFF2-40B4-BE49-F238E27FC236}">
                  <a16:creationId xmlns:a16="http://schemas.microsoft.com/office/drawing/2014/main" id="{8CAD432A-374D-4DE3-87A6-329D02A53A69}"/>
                </a:ext>
              </a:extLst>
            </p:cNvPr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Rectangle 448">
              <a:extLst>
                <a:ext uri="{FF2B5EF4-FFF2-40B4-BE49-F238E27FC236}">
                  <a16:creationId xmlns:a16="http://schemas.microsoft.com/office/drawing/2014/main" id="{E40267DF-1F4A-51C8-BFB2-8E3339A882C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26775" y="94085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449">
              <a:extLst>
                <a:ext uri="{FF2B5EF4-FFF2-40B4-BE49-F238E27FC236}">
                  <a16:creationId xmlns:a16="http://schemas.microsoft.com/office/drawing/2014/main" id="{81FDB37C-CCE1-D43C-2886-33979D7CF66F}"/>
                </a:ext>
              </a:extLst>
            </p:cNvPr>
            <p:cNvSpPr/>
            <p:nvPr/>
          </p:nvSpPr>
          <p:spPr bwMode="auto">
            <a:xfrm flipH="1" flipV="1">
              <a:off x="13926775" y="94100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450">
              <a:extLst>
                <a:ext uri="{FF2B5EF4-FFF2-40B4-BE49-F238E27FC236}">
                  <a16:creationId xmlns:a16="http://schemas.microsoft.com/office/drawing/2014/main" id="{59FBDEFE-9799-6C0A-E5A4-72CBC8B17620}"/>
                </a:ext>
              </a:extLst>
            </p:cNvPr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451">
              <a:extLst>
                <a:ext uri="{FF2B5EF4-FFF2-40B4-BE49-F238E27FC236}">
                  <a16:creationId xmlns:a16="http://schemas.microsoft.com/office/drawing/2014/main" id="{79438D6C-6891-C772-5BAB-04ABC7D04456}"/>
                </a:ext>
              </a:extLst>
            </p:cNvPr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452">
              <a:extLst>
                <a:ext uri="{FF2B5EF4-FFF2-40B4-BE49-F238E27FC236}">
                  <a16:creationId xmlns:a16="http://schemas.microsoft.com/office/drawing/2014/main" id="{0EDF8826-0E52-A92B-DCA7-80DDADBB1525}"/>
                </a:ext>
              </a:extLst>
            </p:cNvPr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453">
              <a:extLst>
                <a:ext uri="{FF2B5EF4-FFF2-40B4-BE49-F238E27FC236}">
                  <a16:creationId xmlns:a16="http://schemas.microsoft.com/office/drawing/2014/main" id="{AA450735-A34F-354A-E395-9E6F5189109B}"/>
                </a:ext>
              </a:extLst>
            </p:cNvPr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454">
              <a:extLst>
                <a:ext uri="{FF2B5EF4-FFF2-40B4-BE49-F238E27FC236}">
                  <a16:creationId xmlns:a16="http://schemas.microsoft.com/office/drawing/2014/main" id="{D15FD4BF-097A-986C-935D-F3AAE7A35352}"/>
                </a:ext>
              </a:extLst>
            </p:cNvPr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Freeform 455">
              <a:extLst>
                <a:ext uri="{FF2B5EF4-FFF2-40B4-BE49-F238E27FC236}">
                  <a16:creationId xmlns:a16="http://schemas.microsoft.com/office/drawing/2014/main" id="{76328F8A-4720-9912-896F-634F9B741699}"/>
                </a:ext>
              </a:extLst>
            </p:cNvPr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456">
              <a:extLst>
                <a:ext uri="{FF2B5EF4-FFF2-40B4-BE49-F238E27FC236}">
                  <a16:creationId xmlns:a16="http://schemas.microsoft.com/office/drawing/2014/main" id="{C6F12074-EFA4-C495-A3A6-BFDEB8C54D91}"/>
                </a:ext>
              </a:extLst>
            </p:cNvPr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Freeform 457">
              <a:extLst>
                <a:ext uri="{FF2B5EF4-FFF2-40B4-BE49-F238E27FC236}">
                  <a16:creationId xmlns:a16="http://schemas.microsoft.com/office/drawing/2014/main" id="{2ACEA363-E9BE-61CA-9649-40BFD24ABF08}"/>
                </a:ext>
              </a:extLst>
            </p:cNvPr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Rectangle 458">
              <a:extLst>
                <a:ext uri="{FF2B5EF4-FFF2-40B4-BE49-F238E27FC236}">
                  <a16:creationId xmlns:a16="http://schemas.microsoft.com/office/drawing/2014/main" id="{514BDE71-82B1-97BB-753A-DDBBD4B02DD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Rectangle 459">
              <a:extLst>
                <a:ext uri="{FF2B5EF4-FFF2-40B4-BE49-F238E27FC236}">
                  <a16:creationId xmlns:a16="http://schemas.microsoft.com/office/drawing/2014/main" id="{874D3F7A-4DCD-BA8A-2C2C-133BB4011C0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Rectangle 460">
              <a:extLst>
                <a:ext uri="{FF2B5EF4-FFF2-40B4-BE49-F238E27FC236}">
                  <a16:creationId xmlns:a16="http://schemas.microsoft.com/office/drawing/2014/main" id="{94C73D85-A215-4227-F5F2-4B965F4D716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Rectangle 461">
              <a:extLst>
                <a:ext uri="{FF2B5EF4-FFF2-40B4-BE49-F238E27FC236}">
                  <a16:creationId xmlns:a16="http://schemas.microsoft.com/office/drawing/2014/main" id="{558C35EC-11AA-5D0F-2379-B44CDE49782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Rectangle 462">
              <a:extLst>
                <a:ext uri="{FF2B5EF4-FFF2-40B4-BE49-F238E27FC236}">
                  <a16:creationId xmlns:a16="http://schemas.microsoft.com/office/drawing/2014/main" id="{BB30ADA1-4990-39C2-1E3A-6F7B44061F7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Rectangle 463">
              <a:extLst>
                <a:ext uri="{FF2B5EF4-FFF2-40B4-BE49-F238E27FC236}">
                  <a16:creationId xmlns:a16="http://schemas.microsoft.com/office/drawing/2014/main" id="{26B60AAE-9318-AF87-5D84-EAF34619CF5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464">
              <a:extLst>
                <a:ext uri="{FF2B5EF4-FFF2-40B4-BE49-F238E27FC236}">
                  <a16:creationId xmlns:a16="http://schemas.microsoft.com/office/drawing/2014/main" id="{8F743E12-4DDD-E6F8-DBBD-0225E36ACC8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465">
              <a:extLst>
                <a:ext uri="{FF2B5EF4-FFF2-40B4-BE49-F238E27FC236}">
                  <a16:creationId xmlns:a16="http://schemas.microsoft.com/office/drawing/2014/main" id="{61942331-1A12-396E-C225-DFD1C034BDCF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466">
              <a:extLst>
                <a:ext uri="{FF2B5EF4-FFF2-40B4-BE49-F238E27FC236}">
                  <a16:creationId xmlns:a16="http://schemas.microsoft.com/office/drawing/2014/main" id="{02D593F3-9FD6-8ECD-27FF-BAD34A2FFEB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467">
              <a:extLst>
                <a:ext uri="{FF2B5EF4-FFF2-40B4-BE49-F238E27FC236}">
                  <a16:creationId xmlns:a16="http://schemas.microsoft.com/office/drawing/2014/main" id="{BC07377C-F7EA-D02A-3012-5603C0C0EDE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468">
              <a:extLst>
                <a:ext uri="{FF2B5EF4-FFF2-40B4-BE49-F238E27FC236}">
                  <a16:creationId xmlns:a16="http://schemas.microsoft.com/office/drawing/2014/main" id="{0C880114-0B31-7454-ECBA-0EF025C28A76}"/>
                </a:ext>
              </a:extLst>
            </p:cNvPr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469">
              <a:extLst>
                <a:ext uri="{FF2B5EF4-FFF2-40B4-BE49-F238E27FC236}">
                  <a16:creationId xmlns:a16="http://schemas.microsoft.com/office/drawing/2014/main" id="{4C4E7F7C-5CC7-EACE-A301-DB5B030B64C1}"/>
                </a:ext>
              </a:extLst>
            </p:cNvPr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Freeform 470">
              <a:extLst>
                <a:ext uri="{FF2B5EF4-FFF2-40B4-BE49-F238E27FC236}">
                  <a16:creationId xmlns:a16="http://schemas.microsoft.com/office/drawing/2014/main" id="{7EF83CAB-F403-B81B-5D68-69663A8CD0FD}"/>
                </a:ext>
              </a:extLst>
            </p:cNvPr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471">
              <a:extLst>
                <a:ext uri="{FF2B5EF4-FFF2-40B4-BE49-F238E27FC236}">
                  <a16:creationId xmlns:a16="http://schemas.microsoft.com/office/drawing/2014/main" id="{E1D06277-2841-93A0-ED1B-AF0F060D5788}"/>
                </a:ext>
              </a:extLst>
            </p:cNvPr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Rectangle 472">
              <a:extLst>
                <a:ext uri="{FF2B5EF4-FFF2-40B4-BE49-F238E27FC236}">
                  <a16:creationId xmlns:a16="http://schemas.microsoft.com/office/drawing/2014/main" id="{8ADCF565-860F-09E6-65EB-FA19A2A5BDA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Rectangle 473">
              <a:extLst>
                <a:ext uri="{FF2B5EF4-FFF2-40B4-BE49-F238E27FC236}">
                  <a16:creationId xmlns:a16="http://schemas.microsoft.com/office/drawing/2014/main" id="{1D5F18B7-5345-65CD-2164-88337055DAF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Rectangle 474">
              <a:extLst>
                <a:ext uri="{FF2B5EF4-FFF2-40B4-BE49-F238E27FC236}">
                  <a16:creationId xmlns:a16="http://schemas.microsoft.com/office/drawing/2014/main" id="{A87D0F74-0C0F-006F-7833-6CF651D552B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Rectangle 475">
              <a:extLst>
                <a:ext uri="{FF2B5EF4-FFF2-40B4-BE49-F238E27FC236}">
                  <a16:creationId xmlns:a16="http://schemas.microsoft.com/office/drawing/2014/main" id="{9D213F45-07BE-0AD4-8AC4-9B9358452D9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476">
              <a:extLst>
                <a:ext uri="{FF2B5EF4-FFF2-40B4-BE49-F238E27FC236}">
                  <a16:creationId xmlns:a16="http://schemas.microsoft.com/office/drawing/2014/main" id="{B5D159F3-BA05-8EED-EFD9-FDB8AFC3FA22}"/>
                </a:ext>
              </a:extLst>
            </p:cNvPr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Freeform 477">
              <a:extLst>
                <a:ext uri="{FF2B5EF4-FFF2-40B4-BE49-F238E27FC236}">
                  <a16:creationId xmlns:a16="http://schemas.microsoft.com/office/drawing/2014/main" id="{12E92182-7565-FBE4-C60B-9375D35FA1D3}"/>
                </a:ext>
              </a:extLst>
            </p:cNvPr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478">
              <a:extLst>
                <a:ext uri="{FF2B5EF4-FFF2-40B4-BE49-F238E27FC236}">
                  <a16:creationId xmlns:a16="http://schemas.microsoft.com/office/drawing/2014/main" id="{A54A0097-D9C9-2D51-B272-702B9D06BE39}"/>
                </a:ext>
              </a:extLst>
            </p:cNvPr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" name="Freeform 479">
              <a:extLst>
                <a:ext uri="{FF2B5EF4-FFF2-40B4-BE49-F238E27FC236}">
                  <a16:creationId xmlns:a16="http://schemas.microsoft.com/office/drawing/2014/main" id="{7764BD01-7C26-9F11-CF66-187C5D26EC4B}"/>
                </a:ext>
              </a:extLst>
            </p:cNvPr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7" name="Freeform 480">
              <a:extLst>
                <a:ext uri="{FF2B5EF4-FFF2-40B4-BE49-F238E27FC236}">
                  <a16:creationId xmlns:a16="http://schemas.microsoft.com/office/drawing/2014/main" id="{08725BE1-E4F1-E1AD-5F77-1DA86462C41B}"/>
                </a:ext>
              </a:extLst>
            </p:cNvPr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8" name="Freeform 481">
              <a:extLst>
                <a:ext uri="{FF2B5EF4-FFF2-40B4-BE49-F238E27FC236}">
                  <a16:creationId xmlns:a16="http://schemas.microsoft.com/office/drawing/2014/main" id="{D02275CE-7C02-7AE1-9D42-6240AF3DDC38}"/>
                </a:ext>
              </a:extLst>
            </p:cNvPr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9" name="Rectangle 482">
              <a:extLst>
                <a:ext uri="{FF2B5EF4-FFF2-40B4-BE49-F238E27FC236}">
                  <a16:creationId xmlns:a16="http://schemas.microsoft.com/office/drawing/2014/main" id="{876A4C0E-7B31-7766-8D03-4C345E4FEC3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0" name="Rectangle 483">
              <a:extLst>
                <a:ext uri="{FF2B5EF4-FFF2-40B4-BE49-F238E27FC236}">
                  <a16:creationId xmlns:a16="http://schemas.microsoft.com/office/drawing/2014/main" id="{FF9A73CC-3ADD-B4DC-5FE1-CC1A87C289C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1" name="Freeform 484">
              <a:extLst>
                <a:ext uri="{FF2B5EF4-FFF2-40B4-BE49-F238E27FC236}">
                  <a16:creationId xmlns:a16="http://schemas.microsoft.com/office/drawing/2014/main" id="{05B87848-5886-7789-8D62-3234C2785085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2" name="Freeform 485">
              <a:extLst>
                <a:ext uri="{FF2B5EF4-FFF2-40B4-BE49-F238E27FC236}">
                  <a16:creationId xmlns:a16="http://schemas.microsoft.com/office/drawing/2014/main" id="{08C63EF9-E05C-3B99-177A-FFC798B0EE11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3" name="Rectangle 486">
              <a:extLst>
                <a:ext uri="{FF2B5EF4-FFF2-40B4-BE49-F238E27FC236}">
                  <a16:creationId xmlns:a16="http://schemas.microsoft.com/office/drawing/2014/main" id="{F93E35B1-D432-B866-C7FC-B2191A8F670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4" name="Rectangle 487">
              <a:extLst>
                <a:ext uri="{FF2B5EF4-FFF2-40B4-BE49-F238E27FC236}">
                  <a16:creationId xmlns:a16="http://schemas.microsoft.com/office/drawing/2014/main" id="{2BCFCF89-54E3-F749-29FD-3242D40A234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5" name="Rectangle 488">
              <a:extLst>
                <a:ext uri="{FF2B5EF4-FFF2-40B4-BE49-F238E27FC236}">
                  <a16:creationId xmlns:a16="http://schemas.microsoft.com/office/drawing/2014/main" id="{E486A406-5C3D-A9AF-E154-422418567AF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" name="Rectangle 489">
              <a:extLst>
                <a:ext uri="{FF2B5EF4-FFF2-40B4-BE49-F238E27FC236}">
                  <a16:creationId xmlns:a16="http://schemas.microsoft.com/office/drawing/2014/main" id="{3426BC07-6830-5D11-8954-E929D20E975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7" name="Freeform 490">
              <a:extLst>
                <a:ext uri="{FF2B5EF4-FFF2-40B4-BE49-F238E27FC236}">
                  <a16:creationId xmlns:a16="http://schemas.microsoft.com/office/drawing/2014/main" id="{611D89A3-EA0F-DB10-3A92-BA1315A8101B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8" name="Freeform 491">
              <a:extLst>
                <a:ext uri="{FF2B5EF4-FFF2-40B4-BE49-F238E27FC236}">
                  <a16:creationId xmlns:a16="http://schemas.microsoft.com/office/drawing/2014/main" id="{B764F81E-C385-F7A4-E608-AB9F215E18F1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Rectangle 492">
              <a:extLst>
                <a:ext uri="{FF2B5EF4-FFF2-40B4-BE49-F238E27FC236}">
                  <a16:creationId xmlns:a16="http://schemas.microsoft.com/office/drawing/2014/main" id="{5688FCF4-6574-E2A4-AB55-EFCC792C42B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Rectangle 493">
              <a:extLst>
                <a:ext uri="{FF2B5EF4-FFF2-40B4-BE49-F238E27FC236}">
                  <a16:creationId xmlns:a16="http://schemas.microsoft.com/office/drawing/2014/main" id="{6E1666BE-00BB-03DE-31A4-9DAB766FCF4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1" name="Freeform 494">
              <a:extLst>
                <a:ext uri="{FF2B5EF4-FFF2-40B4-BE49-F238E27FC236}">
                  <a16:creationId xmlns:a16="http://schemas.microsoft.com/office/drawing/2014/main" id="{A16CEF86-641F-7B10-51DD-B07E63A937DF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Freeform 495">
              <a:extLst>
                <a:ext uri="{FF2B5EF4-FFF2-40B4-BE49-F238E27FC236}">
                  <a16:creationId xmlns:a16="http://schemas.microsoft.com/office/drawing/2014/main" id="{EA10A623-A3A9-4C02-85A7-AA271A0A55FA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3" name="Freeform 496">
              <a:extLst>
                <a:ext uri="{FF2B5EF4-FFF2-40B4-BE49-F238E27FC236}">
                  <a16:creationId xmlns:a16="http://schemas.microsoft.com/office/drawing/2014/main" id="{141802EA-9E1B-92CA-397D-07CC1995FE0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4" name="Freeform 497">
              <a:extLst>
                <a:ext uri="{FF2B5EF4-FFF2-40B4-BE49-F238E27FC236}">
                  <a16:creationId xmlns:a16="http://schemas.microsoft.com/office/drawing/2014/main" id="{C8C49602-46EB-9998-6A0C-11F922B3F5F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5" name="Freeform 498">
              <a:extLst>
                <a:ext uri="{FF2B5EF4-FFF2-40B4-BE49-F238E27FC236}">
                  <a16:creationId xmlns:a16="http://schemas.microsoft.com/office/drawing/2014/main" id="{4A23C7F3-8994-8DC1-034B-E11F3BFDDADE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" name="Freeform 499">
              <a:extLst>
                <a:ext uri="{FF2B5EF4-FFF2-40B4-BE49-F238E27FC236}">
                  <a16:creationId xmlns:a16="http://schemas.microsoft.com/office/drawing/2014/main" id="{429AC3E5-8FD3-15EE-72BE-1A915FEF100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7" name="Freeform 500">
              <a:extLst>
                <a:ext uri="{FF2B5EF4-FFF2-40B4-BE49-F238E27FC236}">
                  <a16:creationId xmlns:a16="http://schemas.microsoft.com/office/drawing/2014/main" id="{F876F760-69CF-7106-27D7-49097590B9E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8" name="Freeform 501">
              <a:extLst>
                <a:ext uri="{FF2B5EF4-FFF2-40B4-BE49-F238E27FC236}">
                  <a16:creationId xmlns:a16="http://schemas.microsoft.com/office/drawing/2014/main" id="{6A572CE9-FC4A-DE02-873F-6CF0723E74EE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9" name="Freeform 502">
              <a:extLst>
                <a:ext uri="{FF2B5EF4-FFF2-40B4-BE49-F238E27FC236}">
                  <a16:creationId xmlns:a16="http://schemas.microsoft.com/office/drawing/2014/main" id="{FAF10F75-D0FD-DBAF-3FA9-BF93F35682D9}"/>
                </a:ext>
              </a:extLst>
            </p:cNvPr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0" name="Freeform 503">
              <a:extLst>
                <a:ext uri="{FF2B5EF4-FFF2-40B4-BE49-F238E27FC236}">
                  <a16:creationId xmlns:a16="http://schemas.microsoft.com/office/drawing/2014/main" id="{2BF10496-9C25-4530-1E60-CD5E1756F292}"/>
                </a:ext>
              </a:extLst>
            </p:cNvPr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1" name="Freeform 504">
              <a:extLst>
                <a:ext uri="{FF2B5EF4-FFF2-40B4-BE49-F238E27FC236}">
                  <a16:creationId xmlns:a16="http://schemas.microsoft.com/office/drawing/2014/main" id="{EBC95FA8-1323-1D99-AC08-8943B97FCB1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Freeform 505">
              <a:extLst>
                <a:ext uri="{FF2B5EF4-FFF2-40B4-BE49-F238E27FC236}">
                  <a16:creationId xmlns:a16="http://schemas.microsoft.com/office/drawing/2014/main" id="{0C0B8EF5-7730-3118-D7B0-3C4A38B579A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3" name="Freeform 506">
              <a:extLst>
                <a:ext uri="{FF2B5EF4-FFF2-40B4-BE49-F238E27FC236}">
                  <a16:creationId xmlns:a16="http://schemas.microsoft.com/office/drawing/2014/main" id="{30C29FE5-E035-8290-4556-2D6857C2904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Freeform 507">
              <a:extLst>
                <a:ext uri="{FF2B5EF4-FFF2-40B4-BE49-F238E27FC236}">
                  <a16:creationId xmlns:a16="http://schemas.microsoft.com/office/drawing/2014/main" id="{482BF669-232D-E286-ECB4-3A2A50FF82D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Freeform 508">
              <a:extLst>
                <a:ext uri="{FF2B5EF4-FFF2-40B4-BE49-F238E27FC236}">
                  <a16:creationId xmlns:a16="http://schemas.microsoft.com/office/drawing/2014/main" id="{CEF8A996-CA53-BFDD-24B3-31BD7EB8B095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Freeform 509">
              <a:extLst>
                <a:ext uri="{FF2B5EF4-FFF2-40B4-BE49-F238E27FC236}">
                  <a16:creationId xmlns:a16="http://schemas.microsoft.com/office/drawing/2014/main" id="{A1679B38-8F95-BF28-BEF0-92D380AAB6D3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Freeform 510">
              <a:extLst>
                <a:ext uri="{FF2B5EF4-FFF2-40B4-BE49-F238E27FC236}">
                  <a16:creationId xmlns:a16="http://schemas.microsoft.com/office/drawing/2014/main" id="{26473830-AB60-3ED0-04C1-6DB8AA172876}"/>
                </a:ext>
              </a:extLst>
            </p:cNvPr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8" name="Freeform 511">
              <a:extLst>
                <a:ext uri="{FF2B5EF4-FFF2-40B4-BE49-F238E27FC236}">
                  <a16:creationId xmlns:a16="http://schemas.microsoft.com/office/drawing/2014/main" id="{EE165F6E-73D6-E9D1-0B0C-61C9A3230207}"/>
                </a:ext>
              </a:extLst>
            </p:cNvPr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9" name="Freeform 643">
              <a:extLst>
                <a:ext uri="{FF2B5EF4-FFF2-40B4-BE49-F238E27FC236}">
                  <a16:creationId xmlns:a16="http://schemas.microsoft.com/office/drawing/2014/main" id="{D1D7EFB8-A46E-F8E7-E6C0-7724CE0DBCB9}"/>
                </a:ext>
              </a:extLst>
            </p:cNvPr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0" name="Freeform 644">
              <a:extLst>
                <a:ext uri="{FF2B5EF4-FFF2-40B4-BE49-F238E27FC236}">
                  <a16:creationId xmlns:a16="http://schemas.microsoft.com/office/drawing/2014/main" id="{FDC68566-0AE7-F587-8490-E5DE7DCE1F2C}"/>
                </a:ext>
              </a:extLst>
            </p:cNvPr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1" name="Rectangle 645">
              <a:extLst>
                <a:ext uri="{FF2B5EF4-FFF2-40B4-BE49-F238E27FC236}">
                  <a16:creationId xmlns:a16="http://schemas.microsoft.com/office/drawing/2014/main" id="{BD6B9F13-BDC1-4501-2790-8EBA9841259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2" name="Rectangle 646">
              <a:extLst>
                <a:ext uri="{FF2B5EF4-FFF2-40B4-BE49-F238E27FC236}">
                  <a16:creationId xmlns:a16="http://schemas.microsoft.com/office/drawing/2014/main" id="{E56BDE50-7796-1E58-2108-037B7B509BC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3" name="Freeform 647">
              <a:extLst>
                <a:ext uri="{FF2B5EF4-FFF2-40B4-BE49-F238E27FC236}">
                  <a16:creationId xmlns:a16="http://schemas.microsoft.com/office/drawing/2014/main" id="{0D64B3A8-719E-A238-E243-887EF286305B}"/>
                </a:ext>
              </a:extLst>
            </p:cNvPr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4" name="Freeform 648">
              <a:extLst>
                <a:ext uri="{FF2B5EF4-FFF2-40B4-BE49-F238E27FC236}">
                  <a16:creationId xmlns:a16="http://schemas.microsoft.com/office/drawing/2014/main" id="{AC5C3EB8-FA71-DB57-FF78-E3300C83A168}"/>
                </a:ext>
              </a:extLst>
            </p:cNvPr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5" name="Freeform 649">
              <a:extLst>
                <a:ext uri="{FF2B5EF4-FFF2-40B4-BE49-F238E27FC236}">
                  <a16:creationId xmlns:a16="http://schemas.microsoft.com/office/drawing/2014/main" id="{24033CE7-574A-8BAC-B8A1-C2FF721FDA3F}"/>
                </a:ext>
              </a:extLst>
            </p:cNvPr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6" name="Freeform 650">
              <a:extLst>
                <a:ext uri="{FF2B5EF4-FFF2-40B4-BE49-F238E27FC236}">
                  <a16:creationId xmlns:a16="http://schemas.microsoft.com/office/drawing/2014/main" id="{108F7135-BDA9-41CF-357B-004686D8FFAB}"/>
                </a:ext>
              </a:extLst>
            </p:cNvPr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" name="Freeform 651">
              <a:extLst>
                <a:ext uri="{FF2B5EF4-FFF2-40B4-BE49-F238E27FC236}">
                  <a16:creationId xmlns:a16="http://schemas.microsoft.com/office/drawing/2014/main" id="{B3286469-FD01-18C0-F6E3-B99F3EBD22D5}"/>
                </a:ext>
              </a:extLst>
            </p:cNvPr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8" name="Freeform 652">
              <a:extLst>
                <a:ext uri="{FF2B5EF4-FFF2-40B4-BE49-F238E27FC236}">
                  <a16:creationId xmlns:a16="http://schemas.microsoft.com/office/drawing/2014/main" id="{8DCFEA7B-2CED-8636-CD6A-E7A62E244848}"/>
                </a:ext>
              </a:extLst>
            </p:cNvPr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9" name="Freeform 653">
              <a:extLst>
                <a:ext uri="{FF2B5EF4-FFF2-40B4-BE49-F238E27FC236}">
                  <a16:creationId xmlns:a16="http://schemas.microsoft.com/office/drawing/2014/main" id="{5F9DFB1B-9496-F6BC-D53E-AC0E5839C9E2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0" name="Freeform 654">
              <a:extLst>
                <a:ext uri="{FF2B5EF4-FFF2-40B4-BE49-F238E27FC236}">
                  <a16:creationId xmlns:a16="http://schemas.microsoft.com/office/drawing/2014/main" id="{C1768F70-C1C1-EE91-92A8-A151846B27C6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1" name="Rectangle 655">
              <a:extLst>
                <a:ext uri="{FF2B5EF4-FFF2-40B4-BE49-F238E27FC236}">
                  <a16:creationId xmlns:a16="http://schemas.microsoft.com/office/drawing/2014/main" id="{2DA4E251-1091-7B2D-15A0-A0AB7EB3AF6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2" name="Rectangle 656">
              <a:extLst>
                <a:ext uri="{FF2B5EF4-FFF2-40B4-BE49-F238E27FC236}">
                  <a16:creationId xmlns:a16="http://schemas.microsoft.com/office/drawing/2014/main" id="{BABC1245-81F5-816E-3500-395B60AB9D3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3" name="Rectangle 657">
              <a:extLst>
                <a:ext uri="{FF2B5EF4-FFF2-40B4-BE49-F238E27FC236}">
                  <a16:creationId xmlns:a16="http://schemas.microsoft.com/office/drawing/2014/main" id="{4FE869DF-6A25-3E34-112C-424D08C0231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4" name="Rectangle 658">
              <a:extLst>
                <a:ext uri="{FF2B5EF4-FFF2-40B4-BE49-F238E27FC236}">
                  <a16:creationId xmlns:a16="http://schemas.microsoft.com/office/drawing/2014/main" id="{BAFEFD48-4E3D-407F-5FE5-4E44965C449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5" name="Rectangle 659">
              <a:extLst>
                <a:ext uri="{FF2B5EF4-FFF2-40B4-BE49-F238E27FC236}">
                  <a16:creationId xmlns:a16="http://schemas.microsoft.com/office/drawing/2014/main" id="{84546720-8095-3212-9384-95F8C26B100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6" name="Rectangle 660">
              <a:extLst>
                <a:ext uri="{FF2B5EF4-FFF2-40B4-BE49-F238E27FC236}">
                  <a16:creationId xmlns:a16="http://schemas.microsoft.com/office/drawing/2014/main" id="{83F9AC1A-97B1-1B3C-8794-65AB31A13E2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" name="Rectangle 661">
              <a:extLst>
                <a:ext uri="{FF2B5EF4-FFF2-40B4-BE49-F238E27FC236}">
                  <a16:creationId xmlns:a16="http://schemas.microsoft.com/office/drawing/2014/main" id="{6E98D64F-1A55-5114-C02A-BB1A1BE84AB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" name="Rectangle 662">
              <a:extLst>
                <a:ext uri="{FF2B5EF4-FFF2-40B4-BE49-F238E27FC236}">
                  <a16:creationId xmlns:a16="http://schemas.microsoft.com/office/drawing/2014/main" id="{368D4498-57B3-928D-89D8-B9FF5CC43F5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9" name="Freeform 663">
              <a:extLst>
                <a:ext uri="{FF2B5EF4-FFF2-40B4-BE49-F238E27FC236}">
                  <a16:creationId xmlns:a16="http://schemas.microsoft.com/office/drawing/2014/main" id="{88D0906C-84C1-CA5D-2558-EC634E5CE63D}"/>
                </a:ext>
              </a:extLst>
            </p:cNvPr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0" name="Freeform 664">
              <a:extLst>
                <a:ext uri="{FF2B5EF4-FFF2-40B4-BE49-F238E27FC236}">
                  <a16:creationId xmlns:a16="http://schemas.microsoft.com/office/drawing/2014/main" id="{8C810E84-2ECF-0077-8C7A-6704999132D7}"/>
                </a:ext>
              </a:extLst>
            </p:cNvPr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1" name="Freeform 665">
              <a:extLst>
                <a:ext uri="{FF2B5EF4-FFF2-40B4-BE49-F238E27FC236}">
                  <a16:creationId xmlns:a16="http://schemas.microsoft.com/office/drawing/2014/main" id="{4105A90D-4ED4-86ED-4F56-E6B1FCE39F25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2" name="Freeform 666">
              <a:extLst>
                <a:ext uri="{FF2B5EF4-FFF2-40B4-BE49-F238E27FC236}">
                  <a16:creationId xmlns:a16="http://schemas.microsoft.com/office/drawing/2014/main" id="{A7C6B4E0-145C-E2E3-E5AC-FE1F7D525CF3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" name="Freeform 667">
              <a:extLst>
                <a:ext uri="{FF2B5EF4-FFF2-40B4-BE49-F238E27FC236}">
                  <a16:creationId xmlns:a16="http://schemas.microsoft.com/office/drawing/2014/main" id="{800D3612-4C17-2188-6162-072B32FEC66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4" name="Freeform 668">
              <a:extLst>
                <a:ext uri="{FF2B5EF4-FFF2-40B4-BE49-F238E27FC236}">
                  <a16:creationId xmlns:a16="http://schemas.microsoft.com/office/drawing/2014/main" id="{47795AE8-742E-0AAD-AC66-C045FDF1846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5" name="Freeform 675">
              <a:extLst>
                <a:ext uri="{FF2B5EF4-FFF2-40B4-BE49-F238E27FC236}">
                  <a16:creationId xmlns:a16="http://schemas.microsoft.com/office/drawing/2014/main" id="{598C0BEA-9AE0-72A7-3DB3-FBA691087B73}"/>
                </a:ext>
              </a:extLst>
            </p:cNvPr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6" name="Freeform 676">
              <a:extLst>
                <a:ext uri="{FF2B5EF4-FFF2-40B4-BE49-F238E27FC236}">
                  <a16:creationId xmlns:a16="http://schemas.microsoft.com/office/drawing/2014/main" id="{0AB84B35-DA3C-5741-E576-AF3A1C8036F1}"/>
                </a:ext>
              </a:extLst>
            </p:cNvPr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Freeform 677">
              <a:extLst>
                <a:ext uri="{FF2B5EF4-FFF2-40B4-BE49-F238E27FC236}">
                  <a16:creationId xmlns:a16="http://schemas.microsoft.com/office/drawing/2014/main" id="{53E6B87E-8DF5-F3F7-3A57-A653B5CC0A0E}"/>
                </a:ext>
              </a:extLst>
            </p:cNvPr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8" name="Freeform 678">
              <a:extLst>
                <a:ext uri="{FF2B5EF4-FFF2-40B4-BE49-F238E27FC236}">
                  <a16:creationId xmlns:a16="http://schemas.microsoft.com/office/drawing/2014/main" id="{5605064B-63DA-E01F-94C1-8219A2D34C00}"/>
                </a:ext>
              </a:extLst>
            </p:cNvPr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9" name="Rectangle 679">
              <a:extLst>
                <a:ext uri="{FF2B5EF4-FFF2-40B4-BE49-F238E27FC236}">
                  <a16:creationId xmlns:a16="http://schemas.microsoft.com/office/drawing/2014/main" id="{999C69FE-92B9-3A9D-2CBE-B2791F0458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0" name="Rectangle 680">
              <a:extLst>
                <a:ext uri="{FF2B5EF4-FFF2-40B4-BE49-F238E27FC236}">
                  <a16:creationId xmlns:a16="http://schemas.microsoft.com/office/drawing/2014/main" id="{3A2C376F-6577-5B64-D729-C194FF6C447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1" name="Freeform 681">
              <a:extLst>
                <a:ext uri="{FF2B5EF4-FFF2-40B4-BE49-F238E27FC236}">
                  <a16:creationId xmlns:a16="http://schemas.microsoft.com/office/drawing/2014/main" id="{D8487F18-667A-B77C-7ECE-CF3A655CCBF7}"/>
                </a:ext>
              </a:extLst>
            </p:cNvPr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2" name="Freeform 682">
              <a:extLst>
                <a:ext uri="{FF2B5EF4-FFF2-40B4-BE49-F238E27FC236}">
                  <a16:creationId xmlns:a16="http://schemas.microsoft.com/office/drawing/2014/main" id="{0233462C-238B-D3C6-FCAC-B8CA0E8AD2A5}"/>
                </a:ext>
              </a:extLst>
            </p:cNvPr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3" name="Freeform 683">
              <a:extLst>
                <a:ext uri="{FF2B5EF4-FFF2-40B4-BE49-F238E27FC236}">
                  <a16:creationId xmlns:a16="http://schemas.microsoft.com/office/drawing/2014/main" id="{51D32C74-0A49-75C2-6559-2161592AFD47}"/>
                </a:ext>
              </a:extLst>
            </p:cNvPr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4" name="Freeform 684">
              <a:extLst>
                <a:ext uri="{FF2B5EF4-FFF2-40B4-BE49-F238E27FC236}">
                  <a16:creationId xmlns:a16="http://schemas.microsoft.com/office/drawing/2014/main" id="{1C1D0820-6F29-9F51-FBB8-EF8C5AD18552}"/>
                </a:ext>
              </a:extLst>
            </p:cNvPr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5" name="Rectangle 685">
              <a:extLst>
                <a:ext uri="{FF2B5EF4-FFF2-40B4-BE49-F238E27FC236}">
                  <a16:creationId xmlns:a16="http://schemas.microsoft.com/office/drawing/2014/main" id="{55796877-596C-57CA-DF54-E710B980888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6" name="Rectangle 686">
              <a:extLst>
                <a:ext uri="{FF2B5EF4-FFF2-40B4-BE49-F238E27FC236}">
                  <a16:creationId xmlns:a16="http://schemas.microsoft.com/office/drawing/2014/main" id="{BAE7C006-FAF6-D59C-E54D-5B659E2630D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7" name="Rectangle 687">
              <a:extLst>
                <a:ext uri="{FF2B5EF4-FFF2-40B4-BE49-F238E27FC236}">
                  <a16:creationId xmlns:a16="http://schemas.microsoft.com/office/drawing/2014/main" id="{84CB5DD4-1881-41EF-E98F-73C9206AD69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" name="Rectangle 688">
              <a:extLst>
                <a:ext uri="{FF2B5EF4-FFF2-40B4-BE49-F238E27FC236}">
                  <a16:creationId xmlns:a16="http://schemas.microsoft.com/office/drawing/2014/main" id="{00BBF3A3-EDAC-D099-39FD-815358FA427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9" name="Rectangle 689">
              <a:extLst>
                <a:ext uri="{FF2B5EF4-FFF2-40B4-BE49-F238E27FC236}">
                  <a16:creationId xmlns:a16="http://schemas.microsoft.com/office/drawing/2014/main" id="{C33FC923-4B60-C99F-5359-216312F74CD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0" name="Rectangle 690">
              <a:extLst>
                <a:ext uri="{FF2B5EF4-FFF2-40B4-BE49-F238E27FC236}">
                  <a16:creationId xmlns:a16="http://schemas.microsoft.com/office/drawing/2014/main" id="{5FA48E01-06EA-0665-214D-02FF885A53F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1" name="Rectangle 691">
              <a:extLst>
                <a:ext uri="{FF2B5EF4-FFF2-40B4-BE49-F238E27FC236}">
                  <a16:creationId xmlns:a16="http://schemas.microsoft.com/office/drawing/2014/main" id="{BAD28B8A-C2B8-29A7-2630-77F80A88DF0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2" name="Freeform 692">
              <a:extLst>
                <a:ext uri="{FF2B5EF4-FFF2-40B4-BE49-F238E27FC236}">
                  <a16:creationId xmlns:a16="http://schemas.microsoft.com/office/drawing/2014/main" id="{381183AC-5A30-F614-5A2B-298181C3A7DD}"/>
                </a:ext>
              </a:extLst>
            </p:cNvPr>
            <p:cNvSpPr/>
            <p:nvPr/>
          </p:nvSpPr>
          <p:spPr bwMode="auto">
            <a:xfrm flipH="1" flipV="1">
              <a:off x="13902961" y="866397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3" name="Rectangle 693">
              <a:extLst>
                <a:ext uri="{FF2B5EF4-FFF2-40B4-BE49-F238E27FC236}">
                  <a16:creationId xmlns:a16="http://schemas.microsoft.com/office/drawing/2014/main" id="{CDE8E819-8A04-8F45-1703-742FDE4C6A8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4" name="Rectangle 694">
              <a:extLst>
                <a:ext uri="{FF2B5EF4-FFF2-40B4-BE49-F238E27FC236}">
                  <a16:creationId xmlns:a16="http://schemas.microsoft.com/office/drawing/2014/main" id="{D853838A-2054-D9E3-652D-46AAD87E41D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5" name="Rectangle 695">
              <a:extLst>
                <a:ext uri="{FF2B5EF4-FFF2-40B4-BE49-F238E27FC236}">
                  <a16:creationId xmlns:a16="http://schemas.microsoft.com/office/drawing/2014/main" id="{AA25DFA0-4DA9-7D30-9380-F0952FB645C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6" name="Rectangle 696">
              <a:extLst>
                <a:ext uri="{FF2B5EF4-FFF2-40B4-BE49-F238E27FC236}">
                  <a16:creationId xmlns:a16="http://schemas.microsoft.com/office/drawing/2014/main" id="{70FFCCBD-2FD4-9FD5-4BCE-C1F64051B4A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7" name="Freeform 697">
              <a:extLst>
                <a:ext uri="{FF2B5EF4-FFF2-40B4-BE49-F238E27FC236}">
                  <a16:creationId xmlns:a16="http://schemas.microsoft.com/office/drawing/2014/main" id="{2501C448-3216-CF86-19BB-E1384AD5466C}"/>
                </a:ext>
              </a:extLst>
            </p:cNvPr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8" name="Freeform 698">
              <a:extLst>
                <a:ext uri="{FF2B5EF4-FFF2-40B4-BE49-F238E27FC236}">
                  <a16:creationId xmlns:a16="http://schemas.microsoft.com/office/drawing/2014/main" id="{987FECB4-E3BB-1FE7-96E4-559A6B9C3FA4}"/>
                </a:ext>
              </a:extLst>
            </p:cNvPr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9" name="Freeform 699">
              <a:extLst>
                <a:ext uri="{FF2B5EF4-FFF2-40B4-BE49-F238E27FC236}">
                  <a16:creationId xmlns:a16="http://schemas.microsoft.com/office/drawing/2014/main" id="{9D25C5B6-3515-CE4E-2575-2A052778C4F1}"/>
                </a:ext>
              </a:extLst>
            </p:cNvPr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0" name="Freeform 700">
              <a:extLst>
                <a:ext uri="{FF2B5EF4-FFF2-40B4-BE49-F238E27FC236}">
                  <a16:creationId xmlns:a16="http://schemas.microsoft.com/office/drawing/2014/main" id="{1446EC42-ADA9-A5C3-8E3C-C2A32F47328E}"/>
                </a:ext>
              </a:extLst>
            </p:cNvPr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1" name="Freeform 701">
              <a:extLst>
                <a:ext uri="{FF2B5EF4-FFF2-40B4-BE49-F238E27FC236}">
                  <a16:creationId xmlns:a16="http://schemas.microsoft.com/office/drawing/2014/main" id="{5334B2D1-1B63-DCD7-D44D-1CD40D62AB1F}"/>
                </a:ext>
              </a:extLst>
            </p:cNvPr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2" name="Freeform 702">
              <a:extLst>
                <a:ext uri="{FF2B5EF4-FFF2-40B4-BE49-F238E27FC236}">
                  <a16:creationId xmlns:a16="http://schemas.microsoft.com/office/drawing/2014/main" id="{10901356-B192-D4EE-2EB9-1D332C552058}"/>
                </a:ext>
              </a:extLst>
            </p:cNvPr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3" name="Rectangle 703">
              <a:extLst>
                <a:ext uri="{FF2B5EF4-FFF2-40B4-BE49-F238E27FC236}">
                  <a16:creationId xmlns:a16="http://schemas.microsoft.com/office/drawing/2014/main" id="{93DDC06D-000F-B25B-BAE3-F9DFAD3F1DE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4" name="Rectangle 704">
              <a:extLst>
                <a:ext uri="{FF2B5EF4-FFF2-40B4-BE49-F238E27FC236}">
                  <a16:creationId xmlns:a16="http://schemas.microsoft.com/office/drawing/2014/main" id="{C8104C0E-67B0-7A3D-89A2-0CF4EA140CF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5" name="Rectangle 705">
              <a:extLst>
                <a:ext uri="{FF2B5EF4-FFF2-40B4-BE49-F238E27FC236}">
                  <a16:creationId xmlns:a16="http://schemas.microsoft.com/office/drawing/2014/main" id="{2A8178A8-8C03-6E5B-80BA-12367CEDEF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6" name="Freeform 706">
              <a:extLst>
                <a:ext uri="{FF2B5EF4-FFF2-40B4-BE49-F238E27FC236}">
                  <a16:creationId xmlns:a16="http://schemas.microsoft.com/office/drawing/2014/main" id="{ECFEB4FA-8084-7965-AC28-5F17C19249E9}"/>
                </a:ext>
              </a:extLst>
            </p:cNvPr>
            <p:cNvSpPr/>
            <p:nvPr/>
          </p:nvSpPr>
          <p:spPr bwMode="auto">
            <a:xfrm flipV="1">
              <a:off x="13901375" y="866397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7" name="Freeform 707">
              <a:extLst>
                <a:ext uri="{FF2B5EF4-FFF2-40B4-BE49-F238E27FC236}">
                  <a16:creationId xmlns:a16="http://schemas.microsoft.com/office/drawing/2014/main" id="{7780C37E-8624-2C1A-E7CB-A901D01F9518}"/>
                </a:ext>
              </a:extLst>
            </p:cNvPr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8" name="Freeform 708">
              <a:extLst>
                <a:ext uri="{FF2B5EF4-FFF2-40B4-BE49-F238E27FC236}">
                  <a16:creationId xmlns:a16="http://schemas.microsoft.com/office/drawing/2014/main" id="{69FE88D7-827B-4ECF-4E9D-11D54F8CF6BA}"/>
                </a:ext>
              </a:extLst>
            </p:cNvPr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9" name="Freeform 709">
              <a:extLst>
                <a:ext uri="{FF2B5EF4-FFF2-40B4-BE49-F238E27FC236}">
                  <a16:creationId xmlns:a16="http://schemas.microsoft.com/office/drawing/2014/main" id="{348CCBF9-4BB9-16B5-D98A-202134D65400}"/>
                </a:ext>
              </a:extLst>
            </p:cNvPr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0" name="Freeform 710">
              <a:extLst>
                <a:ext uri="{FF2B5EF4-FFF2-40B4-BE49-F238E27FC236}">
                  <a16:creationId xmlns:a16="http://schemas.microsoft.com/office/drawing/2014/main" id="{5AF3D231-E13D-8025-2E16-42479F73B334}"/>
                </a:ext>
              </a:extLst>
            </p:cNvPr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1" name="Freeform 711">
              <a:extLst>
                <a:ext uri="{FF2B5EF4-FFF2-40B4-BE49-F238E27FC236}">
                  <a16:creationId xmlns:a16="http://schemas.microsoft.com/office/drawing/2014/main" id="{580CA587-A817-3033-CB69-E9D7E498760A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2" name="Freeform 712">
              <a:extLst>
                <a:ext uri="{FF2B5EF4-FFF2-40B4-BE49-F238E27FC236}">
                  <a16:creationId xmlns:a16="http://schemas.microsoft.com/office/drawing/2014/main" id="{71BD5A68-9AFE-8BA2-C17B-39EBFA6695FD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3" name="Freeform 713">
              <a:extLst>
                <a:ext uri="{FF2B5EF4-FFF2-40B4-BE49-F238E27FC236}">
                  <a16:creationId xmlns:a16="http://schemas.microsoft.com/office/drawing/2014/main" id="{23891C23-825C-D897-ACFA-C4C78295D817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4" name="Freeform 714">
              <a:extLst>
                <a:ext uri="{FF2B5EF4-FFF2-40B4-BE49-F238E27FC236}">
                  <a16:creationId xmlns:a16="http://schemas.microsoft.com/office/drawing/2014/main" id="{7EAB2E64-0D33-3D30-6D0D-AA232CEF188B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5" name="Freeform 715">
              <a:extLst>
                <a:ext uri="{FF2B5EF4-FFF2-40B4-BE49-F238E27FC236}">
                  <a16:creationId xmlns:a16="http://schemas.microsoft.com/office/drawing/2014/main" id="{743E881E-55D6-45C9-D6D8-93843D040BF3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6" name="Freeform 716">
              <a:extLst>
                <a:ext uri="{FF2B5EF4-FFF2-40B4-BE49-F238E27FC236}">
                  <a16:creationId xmlns:a16="http://schemas.microsoft.com/office/drawing/2014/main" id="{49D0A9E3-721F-0CBD-9D66-4B4597727ABB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7" name="Rectangle 717">
              <a:extLst>
                <a:ext uri="{FF2B5EF4-FFF2-40B4-BE49-F238E27FC236}">
                  <a16:creationId xmlns:a16="http://schemas.microsoft.com/office/drawing/2014/main" id="{DE0A6C11-D512-0FEE-FA1C-EE066A19B49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7144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" name="Freeform 718">
              <a:extLst>
                <a:ext uri="{FF2B5EF4-FFF2-40B4-BE49-F238E27FC236}">
                  <a16:creationId xmlns:a16="http://schemas.microsoft.com/office/drawing/2014/main" id="{58EEE54D-26DB-52ED-DE22-B499D99EBF2D}"/>
                </a:ext>
              </a:extLst>
            </p:cNvPr>
            <p:cNvSpPr/>
            <p:nvPr/>
          </p:nvSpPr>
          <p:spPr bwMode="auto">
            <a:xfrm flipH="1" flipV="1">
              <a:off x="13906136" y="8668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9" name="Freeform 719">
              <a:extLst>
                <a:ext uri="{FF2B5EF4-FFF2-40B4-BE49-F238E27FC236}">
                  <a16:creationId xmlns:a16="http://schemas.microsoft.com/office/drawing/2014/main" id="{B5409F4A-1495-9B4E-8832-606523A3C98B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0" name="Freeform 720">
              <a:extLst>
                <a:ext uri="{FF2B5EF4-FFF2-40B4-BE49-F238E27FC236}">
                  <a16:creationId xmlns:a16="http://schemas.microsoft.com/office/drawing/2014/main" id="{8AB002E1-FBB7-703D-8683-BACCB3EC66FA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1" name="Freeform 721">
              <a:extLst>
                <a:ext uri="{FF2B5EF4-FFF2-40B4-BE49-F238E27FC236}">
                  <a16:creationId xmlns:a16="http://schemas.microsoft.com/office/drawing/2014/main" id="{8B5B1724-1892-A3D1-77CB-C651C434F05A}"/>
                </a:ext>
              </a:extLst>
            </p:cNvPr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2" name="Freeform 722">
              <a:extLst>
                <a:ext uri="{FF2B5EF4-FFF2-40B4-BE49-F238E27FC236}">
                  <a16:creationId xmlns:a16="http://schemas.microsoft.com/office/drawing/2014/main" id="{A134D2B2-B6CF-C7EF-2016-3E0434980D0D}"/>
                </a:ext>
              </a:extLst>
            </p:cNvPr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3" name="Freeform 723">
              <a:extLst>
                <a:ext uri="{FF2B5EF4-FFF2-40B4-BE49-F238E27FC236}">
                  <a16:creationId xmlns:a16="http://schemas.microsoft.com/office/drawing/2014/main" id="{C4E7CE56-E94B-1D7C-7547-0781A9905FE1}"/>
                </a:ext>
              </a:extLst>
            </p:cNvPr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4" name="Freeform 724">
              <a:extLst>
                <a:ext uri="{FF2B5EF4-FFF2-40B4-BE49-F238E27FC236}">
                  <a16:creationId xmlns:a16="http://schemas.microsoft.com/office/drawing/2014/main" id="{AD987150-E69B-8BD9-1931-EDD927A8E012}"/>
                </a:ext>
              </a:extLst>
            </p:cNvPr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5" name="Freeform 725">
              <a:extLst>
                <a:ext uri="{FF2B5EF4-FFF2-40B4-BE49-F238E27FC236}">
                  <a16:creationId xmlns:a16="http://schemas.microsoft.com/office/drawing/2014/main" id="{6A3B6B26-B26E-A40C-23BC-F7D575E98B64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6" name="Freeform 726">
              <a:extLst>
                <a:ext uri="{FF2B5EF4-FFF2-40B4-BE49-F238E27FC236}">
                  <a16:creationId xmlns:a16="http://schemas.microsoft.com/office/drawing/2014/main" id="{F41B488D-69F6-D7B7-1D04-E958A4A236FD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7" name="Rectangle 727">
              <a:extLst>
                <a:ext uri="{FF2B5EF4-FFF2-40B4-BE49-F238E27FC236}">
                  <a16:creationId xmlns:a16="http://schemas.microsoft.com/office/drawing/2014/main" id="{85442830-660D-8063-C136-6A3822B81C5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8" name="Freeform 728">
              <a:extLst>
                <a:ext uri="{FF2B5EF4-FFF2-40B4-BE49-F238E27FC236}">
                  <a16:creationId xmlns:a16="http://schemas.microsoft.com/office/drawing/2014/main" id="{19B8CBE5-3D0D-4A67-BABE-47B4DF02D402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" name="Freeform 729">
              <a:extLst>
                <a:ext uri="{FF2B5EF4-FFF2-40B4-BE49-F238E27FC236}">
                  <a16:creationId xmlns:a16="http://schemas.microsoft.com/office/drawing/2014/main" id="{547CF061-6BED-BA2B-85E8-EC9EF9F0FEC1}"/>
                </a:ext>
              </a:extLst>
            </p:cNvPr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0" name="Freeform 730">
              <a:extLst>
                <a:ext uri="{FF2B5EF4-FFF2-40B4-BE49-F238E27FC236}">
                  <a16:creationId xmlns:a16="http://schemas.microsoft.com/office/drawing/2014/main" id="{2EAF1E7B-3BA2-9C0C-9E49-609F4183B086}"/>
                </a:ext>
              </a:extLst>
            </p:cNvPr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1" name="Freeform 731">
              <a:extLst>
                <a:ext uri="{FF2B5EF4-FFF2-40B4-BE49-F238E27FC236}">
                  <a16:creationId xmlns:a16="http://schemas.microsoft.com/office/drawing/2014/main" id="{28626874-965E-84C9-51FE-7CC6E518FE01}"/>
                </a:ext>
              </a:extLst>
            </p:cNvPr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2" name="Freeform 732">
              <a:extLst>
                <a:ext uri="{FF2B5EF4-FFF2-40B4-BE49-F238E27FC236}">
                  <a16:creationId xmlns:a16="http://schemas.microsoft.com/office/drawing/2014/main" id="{6F75BD1A-3774-E993-224A-5C8885C21540}"/>
                </a:ext>
              </a:extLst>
            </p:cNvPr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3" name="文本框 372" descr="页面标题">
            <a:extLst>
              <a:ext uri="{FF2B5EF4-FFF2-40B4-BE49-F238E27FC236}">
                <a16:creationId xmlns:a16="http://schemas.microsoft.com/office/drawing/2014/main" id="{6833E5B1-C621-48D7-223B-76923AD724AB}"/>
              </a:ext>
            </a:extLst>
          </p:cNvPr>
          <p:cNvSpPr txBox="1"/>
          <p:nvPr/>
        </p:nvSpPr>
        <p:spPr>
          <a:xfrm>
            <a:off x="720250" y="611403"/>
            <a:ext cx="562311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en-US" altLang="zh-CN" sz="3200" dirty="0" err="1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如何工作？</a:t>
            </a:r>
          </a:p>
        </p:txBody>
      </p:sp>
      <p:pic>
        <p:nvPicPr>
          <p:cNvPr id="17" name="图片 246">
            <a:extLst>
              <a:ext uri="{FF2B5EF4-FFF2-40B4-BE49-F238E27FC236}">
                <a16:creationId xmlns:a16="http://schemas.microsoft.com/office/drawing/2014/main" id="{1B843575-942D-6624-F98A-6BAC12EC79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453" y="1586162"/>
            <a:ext cx="6671878" cy="4575002"/>
          </a:xfrm>
          <a:prstGeom prst="rect">
            <a:avLst/>
          </a:prstGeom>
        </p:spPr>
      </p:pic>
      <p:sp>
        <p:nvSpPr>
          <p:cNvPr id="53" name="文本框 52">
            <a:extLst>
              <a:ext uri="{FF2B5EF4-FFF2-40B4-BE49-F238E27FC236}">
                <a16:creationId xmlns:a16="http://schemas.microsoft.com/office/drawing/2014/main" id="{5E1AF95F-7E68-955D-6605-C554ED853067}"/>
              </a:ext>
            </a:extLst>
          </p:cNvPr>
          <p:cNvSpPr txBox="1"/>
          <p:nvPr/>
        </p:nvSpPr>
        <p:spPr>
          <a:xfrm>
            <a:off x="7437069" y="3273498"/>
            <a:ext cx="4027615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整个项目由数据层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+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处理层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+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服务展示层组成，做到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Web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服务、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QQ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监听、钉钉监听进程隔离；独立数据库；解耦通信，架构高度工程化可维护。</a:t>
            </a: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9D480DC-B3D1-B2D8-BF83-498C425BE73D}"/>
              </a:ext>
            </a:extLst>
          </p:cNvPr>
          <p:cNvSpPr txBox="1"/>
          <p:nvPr/>
        </p:nvSpPr>
        <p:spPr>
          <a:xfrm>
            <a:off x="7161178" y="4951582"/>
            <a:ext cx="4579395" cy="35054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技术栈：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Python · </a:t>
            </a:r>
            <a:r>
              <a:rPr lang="en-US" altLang="zh-CN" sz="1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FastAPI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· SQLite · SSE · </a:t>
            </a:r>
            <a:r>
              <a:rPr lang="zh-CN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阿里云百炼大模型</a:t>
            </a:r>
          </a:p>
        </p:txBody>
      </p:sp>
    </p:spTree>
    <p:extLst>
      <p:ext uri="{BB962C8B-B14F-4D97-AF65-F5344CB8AC3E}">
        <p14:creationId xmlns:p14="http://schemas.microsoft.com/office/powerpoint/2010/main" val="64078386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362EB-4C90-8F18-C473-D8F2F7C42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6EC136B1-3485-6104-4112-89A25337A7E7}"/>
              </a:ext>
            </a:extLst>
          </p:cNvPr>
          <p:cNvGrpSpPr/>
          <p:nvPr/>
        </p:nvGrpSpPr>
        <p:grpSpPr>
          <a:xfrm>
            <a:off x="-35160" y="3931450"/>
            <a:ext cx="2793152" cy="2793152"/>
            <a:chOff x="800265" y="3512398"/>
            <a:chExt cx="2793152" cy="2793152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216DCB2A-428C-AC69-5B8D-FB99E9422F77}"/>
                </a:ext>
              </a:extLst>
            </p:cNvPr>
            <p:cNvSpPr/>
            <p:nvPr/>
          </p:nvSpPr>
          <p:spPr>
            <a:xfrm>
              <a:off x="1125225" y="3837358"/>
              <a:ext cx="2143232" cy="2143232"/>
            </a:xfrm>
            <a:prstGeom prst="ellipse">
              <a:avLst/>
            </a:prstGeom>
            <a:gradFill>
              <a:gsLst>
                <a:gs pos="0">
                  <a:srgbClr val="A60279">
                    <a:lumMod val="94000"/>
                    <a:lumOff val="6000"/>
                  </a:srgbClr>
                </a:gs>
                <a:gs pos="12000">
                  <a:srgbClr val="910475"/>
                </a:gs>
                <a:gs pos="85000">
                  <a:srgbClr val="001340">
                    <a:alpha val="0"/>
                  </a:srgb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弧形 5">
              <a:extLst>
                <a:ext uri="{FF2B5EF4-FFF2-40B4-BE49-F238E27FC236}">
                  <a16:creationId xmlns:a16="http://schemas.microsoft.com/office/drawing/2014/main" id="{865E3D5B-336B-D021-1AD4-6B10E484D0BE}"/>
                </a:ext>
              </a:extLst>
            </p:cNvPr>
            <p:cNvSpPr/>
            <p:nvPr/>
          </p:nvSpPr>
          <p:spPr>
            <a:xfrm flipV="1">
              <a:off x="800265" y="3512398"/>
              <a:ext cx="2793152" cy="2793152"/>
            </a:xfrm>
            <a:prstGeom prst="arc">
              <a:avLst>
                <a:gd name="adj1" fmla="val 17932875"/>
                <a:gd name="adj2" fmla="val 8263555"/>
              </a:avLst>
            </a:prstGeom>
            <a:ln w="3175">
              <a:solidFill>
                <a:srgbClr val="C0135F">
                  <a:alpha val="51000"/>
                </a:srgbClr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57A410F1-289E-1107-6341-7EC6B0E7576C}"/>
              </a:ext>
            </a:extLst>
          </p:cNvPr>
          <p:cNvGrpSpPr/>
          <p:nvPr/>
        </p:nvGrpSpPr>
        <p:grpSpPr>
          <a:xfrm flipH="1">
            <a:off x="8639403" y="288932"/>
            <a:ext cx="5443335" cy="5457826"/>
            <a:chOff x="2731720" y="54050"/>
            <a:chExt cx="6727675" cy="6745583"/>
          </a:xfrm>
        </p:grpSpPr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A0C85CCD-DBDC-D792-F72A-199D6D4323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74FDE45F-A57A-43C8-C62F-CA69389298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DC88BE73-0CF8-6B17-D5E0-A24160DDB7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87EBDBA8-14B0-0BEC-1C4A-6B5DC7EB2CDB}"/>
                </a:ext>
              </a:extLst>
            </p:cNvPr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CD1B2BD6-277A-FED0-79BF-278ADC5BD1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D7421B1C-08E2-20A3-443A-2C6920D5C3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610E7E34-99A4-8A9C-42E8-CBFCE48E4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C13016B1-1A56-DF84-F10D-EC225B83D8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38EE1D7F-37D3-83C4-0400-4F07B08F3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536E24B9-E3D6-DE2D-A1D6-895ACA617F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B349C8C3-DE79-0E14-328C-C3A06D2C4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DA0F0986-D287-6E34-1BFA-A8A18F4BA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A66662E7-B562-1B6C-9BA0-A96A184319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0A5B6FC5-3AAF-A001-3E53-86161170F8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5169C2A4-DB07-BB70-6018-5EFB9AFB10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2F390F2C-778D-64D6-66D0-2BE980A00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F72AA3E5-A4A2-B932-FA6F-1A988B8E2F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82829E14-3248-04CA-EAFA-6C69CA3EBD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Oval 24">
              <a:extLst>
                <a:ext uri="{FF2B5EF4-FFF2-40B4-BE49-F238E27FC236}">
                  <a16:creationId xmlns:a16="http://schemas.microsoft.com/office/drawing/2014/main" id="{A7399B9B-C216-CDF3-8D24-7B7763EB5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25">
              <a:extLst>
                <a:ext uri="{FF2B5EF4-FFF2-40B4-BE49-F238E27FC236}">
                  <a16:creationId xmlns:a16="http://schemas.microsoft.com/office/drawing/2014/main" id="{54D7E15C-4922-016E-4E06-EBE77A5DA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Oval 26">
              <a:extLst>
                <a:ext uri="{FF2B5EF4-FFF2-40B4-BE49-F238E27FC236}">
                  <a16:creationId xmlns:a16="http://schemas.microsoft.com/office/drawing/2014/main" id="{290DDE6D-09CA-94EF-FE3A-7F1DCFF47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Oval 27">
              <a:extLst>
                <a:ext uri="{FF2B5EF4-FFF2-40B4-BE49-F238E27FC236}">
                  <a16:creationId xmlns:a16="http://schemas.microsoft.com/office/drawing/2014/main" id="{90BC707A-85F4-1FF8-ABD8-2D0AC1C47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Oval 28">
              <a:extLst>
                <a:ext uri="{FF2B5EF4-FFF2-40B4-BE49-F238E27FC236}">
                  <a16:creationId xmlns:a16="http://schemas.microsoft.com/office/drawing/2014/main" id="{DA9227F1-0A4F-0468-F9CD-CCAD18FDE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29">
              <a:extLst>
                <a:ext uri="{FF2B5EF4-FFF2-40B4-BE49-F238E27FC236}">
                  <a16:creationId xmlns:a16="http://schemas.microsoft.com/office/drawing/2014/main" id="{29CF5B0E-4CC1-7928-450E-224EF10F1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30">
              <a:extLst>
                <a:ext uri="{FF2B5EF4-FFF2-40B4-BE49-F238E27FC236}">
                  <a16:creationId xmlns:a16="http://schemas.microsoft.com/office/drawing/2014/main" id="{B01F57B8-7BD4-8324-D41F-AE9E5D6CE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val 31">
              <a:extLst>
                <a:ext uri="{FF2B5EF4-FFF2-40B4-BE49-F238E27FC236}">
                  <a16:creationId xmlns:a16="http://schemas.microsoft.com/office/drawing/2014/main" id="{9F69BEF1-37DE-222C-9C64-293610523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val 32">
              <a:extLst>
                <a:ext uri="{FF2B5EF4-FFF2-40B4-BE49-F238E27FC236}">
                  <a16:creationId xmlns:a16="http://schemas.microsoft.com/office/drawing/2014/main" id="{FC21938F-655B-A512-0796-7D7279DA1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33">
              <a:extLst>
                <a:ext uri="{FF2B5EF4-FFF2-40B4-BE49-F238E27FC236}">
                  <a16:creationId xmlns:a16="http://schemas.microsoft.com/office/drawing/2014/main" id="{63748C53-49CC-E7BC-4896-08C3541F5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34">
              <a:extLst>
                <a:ext uri="{FF2B5EF4-FFF2-40B4-BE49-F238E27FC236}">
                  <a16:creationId xmlns:a16="http://schemas.microsoft.com/office/drawing/2014/main" id="{FB54F278-C60C-E99A-225E-B9F3C5E3F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35">
              <a:extLst>
                <a:ext uri="{FF2B5EF4-FFF2-40B4-BE49-F238E27FC236}">
                  <a16:creationId xmlns:a16="http://schemas.microsoft.com/office/drawing/2014/main" id="{4CB03B4A-7F6B-81D2-67A4-48ED3DBFB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36">
              <a:extLst>
                <a:ext uri="{FF2B5EF4-FFF2-40B4-BE49-F238E27FC236}">
                  <a16:creationId xmlns:a16="http://schemas.microsoft.com/office/drawing/2014/main" id="{57526DC0-F7FD-0777-BD39-5BFB95D6E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37">
              <a:extLst>
                <a:ext uri="{FF2B5EF4-FFF2-40B4-BE49-F238E27FC236}">
                  <a16:creationId xmlns:a16="http://schemas.microsoft.com/office/drawing/2014/main" id="{DF660908-B03D-47D5-8E88-61EEBE930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38">
              <a:extLst>
                <a:ext uri="{FF2B5EF4-FFF2-40B4-BE49-F238E27FC236}">
                  <a16:creationId xmlns:a16="http://schemas.microsoft.com/office/drawing/2014/main" id="{D106B296-F481-2F71-0BF3-A5E1231C4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39">
              <a:extLst>
                <a:ext uri="{FF2B5EF4-FFF2-40B4-BE49-F238E27FC236}">
                  <a16:creationId xmlns:a16="http://schemas.microsoft.com/office/drawing/2014/main" id="{438CC0B4-9CBF-3A01-70B5-6088F528F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val 40">
              <a:extLst>
                <a:ext uri="{FF2B5EF4-FFF2-40B4-BE49-F238E27FC236}">
                  <a16:creationId xmlns:a16="http://schemas.microsoft.com/office/drawing/2014/main" id="{412CA38B-4203-C0E6-2F44-2121D556E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41">
              <a:extLst>
                <a:ext uri="{FF2B5EF4-FFF2-40B4-BE49-F238E27FC236}">
                  <a16:creationId xmlns:a16="http://schemas.microsoft.com/office/drawing/2014/main" id="{4648826E-82DA-3E3F-6EA3-0F7DAB820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42">
              <a:extLst>
                <a:ext uri="{FF2B5EF4-FFF2-40B4-BE49-F238E27FC236}">
                  <a16:creationId xmlns:a16="http://schemas.microsoft.com/office/drawing/2014/main" id="{1A8907B2-5063-E1F8-49FB-F58DB4EC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43">
              <a:extLst>
                <a:ext uri="{FF2B5EF4-FFF2-40B4-BE49-F238E27FC236}">
                  <a16:creationId xmlns:a16="http://schemas.microsoft.com/office/drawing/2014/main" id="{DA1BE64B-594C-CA38-77B1-D3EE8B6C1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44">
              <a:extLst>
                <a:ext uri="{FF2B5EF4-FFF2-40B4-BE49-F238E27FC236}">
                  <a16:creationId xmlns:a16="http://schemas.microsoft.com/office/drawing/2014/main" id="{6B6C929F-18CE-2EB9-C8D4-105F261D6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45">
              <a:extLst>
                <a:ext uri="{FF2B5EF4-FFF2-40B4-BE49-F238E27FC236}">
                  <a16:creationId xmlns:a16="http://schemas.microsoft.com/office/drawing/2014/main" id="{0860ECA7-AC96-413A-863A-DAECBF968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46">
              <a:extLst>
                <a:ext uri="{FF2B5EF4-FFF2-40B4-BE49-F238E27FC236}">
                  <a16:creationId xmlns:a16="http://schemas.microsoft.com/office/drawing/2014/main" id="{E3F3B8C5-A615-DE63-7F02-D7511CC79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47">
              <a:extLst>
                <a:ext uri="{FF2B5EF4-FFF2-40B4-BE49-F238E27FC236}">
                  <a16:creationId xmlns:a16="http://schemas.microsoft.com/office/drawing/2014/main" id="{0B9D500B-3103-9AF9-CBCD-64DCD89F5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val 48">
              <a:extLst>
                <a:ext uri="{FF2B5EF4-FFF2-40B4-BE49-F238E27FC236}">
                  <a16:creationId xmlns:a16="http://schemas.microsoft.com/office/drawing/2014/main" id="{6A7B77EC-9238-5317-744C-E84FC9FF6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val 49">
              <a:extLst>
                <a:ext uri="{FF2B5EF4-FFF2-40B4-BE49-F238E27FC236}">
                  <a16:creationId xmlns:a16="http://schemas.microsoft.com/office/drawing/2014/main" id="{1503BB38-80E8-4299-D8CA-714CEB573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3000"/>
                    </a:srgbClr>
                  </a:gs>
                  <a:gs pos="81000">
                    <a:srgbClr val="5944C0">
                      <a:alpha val="58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21E5E5EB-8516-2589-21ED-DE8B7C16FA8A}"/>
              </a:ext>
            </a:extLst>
          </p:cNvPr>
          <p:cNvCxnSpPr/>
          <p:nvPr/>
        </p:nvCxnSpPr>
        <p:spPr>
          <a:xfrm flipH="1">
            <a:off x="6485836" y="2083945"/>
            <a:ext cx="169792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77C838A0-FB6D-65E3-538A-706E9DC3C367}"/>
              </a:ext>
            </a:extLst>
          </p:cNvPr>
          <p:cNvCxnSpPr/>
          <p:nvPr/>
        </p:nvCxnSpPr>
        <p:spPr>
          <a:xfrm flipH="1">
            <a:off x="9845902" y="5302127"/>
            <a:ext cx="238419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CCE9F63E-BA8F-64CB-7066-71636068A8E3}"/>
              </a:ext>
            </a:extLst>
          </p:cNvPr>
          <p:cNvCxnSpPr/>
          <p:nvPr/>
        </p:nvCxnSpPr>
        <p:spPr>
          <a:xfrm flipH="1">
            <a:off x="7437069" y="3693036"/>
            <a:ext cx="1697928" cy="0"/>
          </a:xfrm>
          <a:prstGeom prst="line">
            <a:avLst/>
          </a:prstGeom>
          <a:ln w="3175">
            <a:solidFill>
              <a:schemeClr val="bg1">
                <a:alpha val="38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030EE68F-D1D8-048E-6315-08035F215045}"/>
              </a:ext>
            </a:extLst>
          </p:cNvPr>
          <p:cNvGrpSpPr/>
          <p:nvPr/>
        </p:nvGrpSpPr>
        <p:grpSpPr>
          <a:xfrm rot="1170479">
            <a:off x="-89250" y="6140606"/>
            <a:ext cx="951831" cy="653427"/>
            <a:chOff x="11796349" y="8382981"/>
            <a:chExt cx="2268537" cy="1557339"/>
          </a:xfrm>
        </p:grpSpPr>
        <p:sp>
          <p:nvSpPr>
            <p:cNvPr id="94" name="Freeform 175">
              <a:extLst>
                <a:ext uri="{FF2B5EF4-FFF2-40B4-BE49-F238E27FC236}">
                  <a16:creationId xmlns:a16="http://schemas.microsoft.com/office/drawing/2014/main" id="{D522387E-D293-09D8-CF03-D6BB1220F09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176">
              <a:extLst>
                <a:ext uri="{FF2B5EF4-FFF2-40B4-BE49-F238E27FC236}">
                  <a16:creationId xmlns:a16="http://schemas.microsoft.com/office/drawing/2014/main" id="{83B57B56-A285-FAF2-5CCE-010CD47B85D8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177">
              <a:extLst>
                <a:ext uri="{FF2B5EF4-FFF2-40B4-BE49-F238E27FC236}">
                  <a16:creationId xmlns:a16="http://schemas.microsoft.com/office/drawing/2014/main" id="{A8EC4FFD-3278-CC1D-8721-B3B9C5D9A06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178">
              <a:extLst>
                <a:ext uri="{FF2B5EF4-FFF2-40B4-BE49-F238E27FC236}">
                  <a16:creationId xmlns:a16="http://schemas.microsoft.com/office/drawing/2014/main" id="{488D516F-5818-79CB-4F3E-7FC9B57D6E5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217">
              <a:extLst>
                <a:ext uri="{FF2B5EF4-FFF2-40B4-BE49-F238E27FC236}">
                  <a16:creationId xmlns:a16="http://schemas.microsoft.com/office/drawing/2014/main" id="{EC8E7E0C-F59A-C460-0816-F7794F63BA01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218">
              <a:extLst>
                <a:ext uri="{FF2B5EF4-FFF2-40B4-BE49-F238E27FC236}">
                  <a16:creationId xmlns:a16="http://schemas.microsoft.com/office/drawing/2014/main" id="{856A7C7C-947B-2D7E-29B1-C2ACB323D44A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231">
              <a:extLst>
                <a:ext uri="{FF2B5EF4-FFF2-40B4-BE49-F238E27FC236}">
                  <a16:creationId xmlns:a16="http://schemas.microsoft.com/office/drawing/2014/main" id="{01320AC3-A1E7-7B75-6911-156BAB80EE20}"/>
                </a:ext>
              </a:extLst>
            </p:cNvPr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232">
              <a:extLst>
                <a:ext uri="{FF2B5EF4-FFF2-40B4-BE49-F238E27FC236}">
                  <a16:creationId xmlns:a16="http://schemas.microsoft.com/office/drawing/2014/main" id="{06F028DC-679E-DC65-3EB0-94FB07C074CA}"/>
                </a:ext>
              </a:extLst>
            </p:cNvPr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233">
              <a:extLst>
                <a:ext uri="{FF2B5EF4-FFF2-40B4-BE49-F238E27FC236}">
                  <a16:creationId xmlns:a16="http://schemas.microsoft.com/office/drawing/2014/main" id="{0D4388EF-EE3B-8211-6CD8-026EB37F7BB4}"/>
                </a:ext>
              </a:extLst>
            </p:cNvPr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234">
              <a:extLst>
                <a:ext uri="{FF2B5EF4-FFF2-40B4-BE49-F238E27FC236}">
                  <a16:creationId xmlns:a16="http://schemas.microsoft.com/office/drawing/2014/main" id="{12457263-2860-EDDF-BA3D-888405A2572C}"/>
                </a:ext>
              </a:extLst>
            </p:cNvPr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235">
              <a:extLst>
                <a:ext uri="{FF2B5EF4-FFF2-40B4-BE49-F238E27FC236}">
                  <a16:creationId xmlns:a16="http://schemas.microsoft.com/office/drawing/2014/main" id="{B2D7363C-5B7F-B983-2D34-72F28D843028}"/>
                </a:ext>
              </a:extLst>
            </p:cNvPr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236">
              <a:extLst>
                <a:ext uri="{FF2B5EF4-FFF2-40B4-BE49-F238E27FC236}">
                  <a16:creationId xmlns:a16="http://schemas.microsoft.com/office/drawing/2014/main" id="{4B01313F-84A0-3AE3-6415-DA9286E380C0}"/>
                </a:ext>
              </a:extLst>
            </p:cNvPr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237">
              <a:extLst>
                <a:ext uri="{FF2B5EF4-FFF2-40B4-BE49-F238E27FC236}">
                  <a16:creationId xmlns:a16="http://schemas.microsoft.com/office/drawing/2014/main" id="{D3B3CD0B-A7F9-5379-9EF2-C09D4368393E}"/>
                </a:ext>
              </a:extLst>
            </p:cNvPr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238">
              <a:extLst>
                <a:ext uri="{FF2B5EF4-FFF2-40B4-BE49-F238E27FC236}">
                  <a16:creationId xmlns:a16="http://schemas.microsoft.com/office/drawing/2014/main" id="{760B14E1-4A45-C2F2-8D0A-AADD4236BEA2}"/>
                </a:ext>
              </a:extLst>
            </p:cNvPr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239">
              <a:extLst>
                <a:ext uri="{FF2B5EF4-FFF2-40B4-BE49-F238E27FC236}">
                  <a16:creationId xmlns:a16="http://schemas.microsoft.com/office/drawing/2014/main" id="{5D399364-0C92-CF95-2584-6373C8B4CD7E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240">
              <a:extLst>
                <a:ext uri="{FF2B5EF4-FFF2-40B4-BE49-F238E27FC236}">
                  <a16:creationId xmlns:a16="http://schemas.microsoft.com/office/drawing/2014/main" id="{6115AE99-9BD4-B872-E251-D8A2E9ACEEF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241">
              <a:extLst>
                <a:ext uri="{FF2B5EF4-FFF2-40B4-BE49-F238E27FC236}">
                  <a16:creationId xmlns:a16="http://schemas.microsoft.com/office/drawing/2014/main" id="{747BBBD0-0EE2-EF37-54BD-F4749EC6DF42}"/>
                </a:ext>
              </a:extLst>
            </p:cNvPr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242">
              <a:extLst>
                <a:ext uri="{FF2B5EF4-FFF2-40B4-BE49-F238E27FC236}">
                  <a16:creationId xmlns:a16="http://schemas.microsoft.com/office/drawing/2014/main" id="{7DD52028-CD2F-F278-5027-9B05E1E10D79}"/>
                </a:ext>
              </a:extLst>
            </p:cNvPr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243">
              <a:extLst>
                <a:ext uri="{FF2B5EF4-FFF2-40B4-BE49-F238E27FC236}">
                  <a16:creationId xmlns:a16="http://schemas.microsoft.com/office/drawing/2014/main" id="{E81B1CEE-EB65-4DAA-1A4A-B1197BD88446}"/>
                </a:ext>
              </a:extLst>
            </p:cNvPr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244">
              <a:extLst>
                <a:ext uri="{FF2B5EF4-FFF2-40B4-BE49-F238E27FC236}">
                  <a16:creationId xmlns:a16="http://schemas.microsoft.com/office/drawing/2014/main" id="{0FAE52EA-7599-3B7C-5A41-AB3BB4E08827}"/>
                </a:ext>
              </a:extLst>
            </p:cNvPr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245">
              <a:extLst>
                <a:ext uri="{FF2B5EF4-FFF2-40B4-BE49-F238E27FC236}">
                  <a16:creationId xmlns:a16="http://schemas.microsoft.com/office/drawing/2014/main" id="{B2142AB1-8AE4-4A8F-B243-91EEE7085A5A}"/>
                </a:ext>
              </a:extLst>
            </p:cNvPr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246">
              <a:extLst>
                <a:ext uri="{FF2B5EF4-FFF2-40B4-BE49-F238E27FC236}">
                  <a16:creationId xmlns:a16="http://schemas.microsoft.com/office/drawing/2014/main" id="{572F94F6-3AE0-4AFE-4137-D02C2C4C60C9}"/>
                </a:ext>
              </a:extLst>
            </p:cNvPr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Rectangle 247">
              <a:extLst>
                <a:ext uri="{FF2B5EF4-FFF2-40B4-BE49-F238E27FC236}">
                  <a16:creationId xmlns:a16="http://schemas.microsoft.com/office/drawing/2014/main" id="{4874F55B-394A-E0F0-76D3-18BAF10BFC6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Rectangle 248">
              <a:extLst>
                <a:ext uri="{FF2B5EF4-FFF2-40B4-BE49-F238E27FC236}">
                  <a16:creationId xmlns:a16="http://schemas.microsoft.com/office/drawing/2014/main" id="{84D0D97A-1C1C-EB90-C46B-AB9128802F9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249">
              <a:extLst>
                <a:ext uri="{FF2B5EF4-FFF2-40B4-BE49-F238E27FC236}">
                  <a16:creationId xmlns:a16="http://schemas.microsoft.com/office/drawing/2014/main" id="{BA006D2E-910D-37CA-8FBA-15D720EA0742}"/>
                </a:ext>
              </a:extLst>
            </p:cNvPr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250">
              <a:extLst>
                <a:ext uri="{FF2B5EF4-FFF2-40B4-BE49-F238E27FC236}">
                  <a16:creationId xmlns:a16="http://schemas.microsoft.com/office/drawing/2014/main" id="{1FC6E284-3128-DA7B-5E12-5AF73AC41FA3}"/>
                </a:ext>
              </a:extLst>
            </p:cNvPr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251">
              <a:extLst>
                <a:ext uri="{FF2B5EF4-FFF2-40B4-BE49-F238E27FC236}">
                  <a16:creationId xmlns:a16="http://schemas.microsoft.com/office/drawing/2014/main" id="{04ABC073-BD1A-804B-0F93-B3E832787C47}"/>
                </a:ext>
              </a:extLst>
            </p:cNvPr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252">
              <a:extLst>
                <a:ext uri="{FF2B5EF4-FFF2-40B4-BE49-F238E27FC236}">
                  <a16:creationId xmlns:a16="http://schemas.microsoft.com/office/drawing/2014/main" id="{41ADBC81-77AE-FA8E-EFB4-1B7798A9EA9D}"/>
                </a:ext>
              </a:extLst>
            </p:cNvPr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253">
              <a:extLst>
                <a:ext uri="{FF2B5EF4-FFF2-40B4-BE49-F238E27FC236}">
                  <a16:creationId xmlns:a16="http://schemas.microsoft.com/office/drawing/2014/main" id="{3F358DF8-EA69-B57F-A419-718DE1AD4EE1}"/>
                </a:ext>
              </a:extLst>
            </p:cNvPr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254">
              <a:extLst>
                <a:ext uri="{FF2B5EF4-FFF2-40B4-BE49-F238E27FC236}">
                  <a16:creationId xmlns:a16="http://schemas.microsoft.com/office/drawing/2014/main" id="{277BB46D-9C55-4BFE-25E0-2E17E194EC1D}"/>
                </a:ext>
              </a:extLst>
            </p:cNvPr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255">
              <a:extLst>
                <a:ext uri="{FF2B5EF4-FFF2-40B4-BE49-F238E27FC236}">
                  <a16:creationId xmlns:a16="http://schemas.microsoft.com/office/drawing/2014/main" id="{90682661-A7BF-F26A-E1C2-8056D3DBE57B}"/>
                </a:ext>
              </a:extLst>
            </p:cNvPr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256">
              <a:extLst>
                <a:ext uri="{FF2B5EF4-FFF2-40B4-BE49-F238E27FC236}">
                  <a16:creationId xmlns:a16="http://schemas.microsoft.com/office/drawing/2014/main" id="{242284E0-D40F-F90F-6E04-DB8BBE60E26D}"/>
                </a:ext>
              </a:extLst>
            </p:cNvPr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257">
              <a:extLst>
                <a:ext uri="{FF2B5EF4-FFF2-40B4-BE49-F238E27FC236}">
                  <a16:creationId xmlns:a16="http://schemas.microsoft.com/office/drawing/2014/main" id="{86B943FF-16A9-A00A-2C17-55112AA1111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258">
              <a:extLst>
                <a:ext uri="{FF2B5EF4-FFF2-40B4-BE49-F238E27FC236}">
                  <a16:creationId xmlns:a16="http://schemas.microsoft.com/office/drawing/2014/main" id="{C8F50A9D-7E7B-09DF-E89B-6EC096006DDD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Freeform 259">
              <a:extLst>
                <a:ext uri="{FF2B5EF4-FFF2-40B4-BE49-F238E27FC236}">
                  <a16:creationId xmlns:a16="http://schemas.microsoft.com/office/drawing/2014/main" id="{6048BFD7-4897-9940-15BE-042284CF3F27}"/>
                </a:ext>
              </a:extLst>
            </p:cNvPr>
            <p:cNvSpPr/>
            <p:nvPr/>
          </p:nvSpPr>
          <p:spPr bwMode="auto">
            <a:xfrm flipV="1">
              <a:off x="12637724" y="8395682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Freeform 261">
              <a:extLst>
                <a:ext uri="{FF2B5EF4-FFF2-40B4-BE49-F238E27FC236}">
                  <a16:creationId xmlns:a16="http://schemas.microsoft.com/office/drawing/2014/main" id="{2F117EF1-77A4-A486-30C2-562F935AC196}"/>
                </a:ext>
              </a:extLst>
            </p:cNvPr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Freeform 262">
              <a:extLst>
                <a:ext uri="{FF2B5EF4-FFF2-40B4-BE49-F238E27FC236}">
                  <a16:creationId xmlns:a16="http://schemas.microsoft.com/office/drawing/2014/main" id="{24BA4B37-82B8-43C8-2A5F-E6ABC22CD485}"/>
                </a:ext>
              </a:extLst>
            </p:cNvPr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Freeform 263">
              <a:extLst>
                <a:ext uri="{FF2B5EF4-FFF2-40B4-BE49-F238E27FC236}">
                  <a16:creationId xmlns:a16="http://schemas.microsoft.com/office/drawing/2014/main" id="{E640408B-DF3B-183E-850B-22BF782CDABF}"/>
                </a:ext>
              </a:extLst>
            </p:cNvPr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Freeform 264">
              <a:extLst>
                <a:ext uri="{FF2B5EF4-FFF2-40B4-BE49-F238E27FC236}">
                  <a16:creationId xmlns:a16="http://schemas.microsoft.com/office/drawing/2014/main" id="{29B1D658-5B86-B7F4-95AF-C164CDCDBC15}"/>
                </a:ext>
              </a:extLst>
            </p:cNvPr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Freeform 265">
              <a:extLst>
                <a:ext uri="{FF2B5EF4-FFF2-40B4-BE49-F238E27FC236}">
                  <a16:creationId xmlns:a16="http://schemas.microsoft.com/office/drawing/2014/main" id="{B5406D03-AE3D-9D83-CB5B-367FCA860072}"/>
                </a:ext>
              </a:extLst>
            </p:cNvPr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Freeform 266">
              <a:extLst>
                <a:ext uri="{FF2B5EF4-FFF2-40B4-BE49-F238E27FC236}">
                  <a16:creationId xmlns:a16="http://schemas.microsoft.com/office/drawing/2014/main" id="{550222C9-C254-C6D0-1CD5-905DA5028D0A}"/>
                </a:ext>
              </a:extLst>
            </p:cNvPr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Freeform 267">
              <a:extLst>
                <a:ext uri="{FF2B5EF4-FFF2-40B4-BE49-F238E27FC236}">
                  <a16:creationId xmlns:a16="http://schemas.microsoft.com/office/drawing/2014/main" id="{91519712-6FC1-8C28-9958-F0CAC16919A2}"/>
                </a:ext>
              </a:extLst>
            </p:cNvPr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Freeform 268">
              <a:extLst>
                <a:ext uri="{FF2B5EF4-FFF2-40B4-BE49-F238E27FC236}">
                  <a16:creationId xmlns:a16="http://schemas.microsoft.com/office/drawing/2014/main" id="{EFE4D369-83AA-4A1E-44E7-6EC35CB9D870}"/>
                </a:ext>
              </a:extLst>
            </p:cNvPr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Freeform 269">
              <a:extLst>
                <a:ext uri="{FF2B5EF4-FFF2-40B4-BE49-F238E27FC236}">
                  <a16:creationId xmlns:a16="http://schemas.microsoft.com/office/drawing/2014/main" id="{F1195827-7F28-3F88-9A10-36D220B14B34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Freeform 270">
              <a:extLst>
                <a:ext uri="{FF2B5EF4-FFF2-40B4-BE49-F238E27FC236}">
                  <a16:creationId xmlns:a16="http://schemas.microsoft.com/office/drawing/2014/main" id="{20E66545-F5EA-7C9C-6556-56DC5BEFB7F6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Rectangle 271">
              <a:extLst>
                <a:ext uri="{FF2B5EF4-FFF2-40B4-BE49-F238E27FC236}">
                  <a16:creationId xmlns:a16="http://schemas.microsoft.com/office/drawing/2014/main" id="{39C6B83D-4F79-D447-2BDA-5CC91E20E5C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272">
              <a:extLst>
                <a:ext uri="{FF2B5EF4-FFF2-40B4-BE49-F238E27FC236}">
                  <a16:creationId xmlns:a16="http://schemas.microsoft.com/office/drawing/2014/main" id="{7E195EFD-FAE5-7C0E-0F0E-6B096F638C7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Freeform 273">
              <a:extLst>
                <a:ext uri="{FF2B5EF4-FFF2-40B4-BE49-F238E27FC236}">
                  <a16:creationId xmlns:a16="http://schemas.microsoft.com/office/drawing/2014/main" id="{6AF963D5-FB8B-53A5-665C-DDDD2789C0D5}"/>
                </a:ext>
              </a:extLst>
            </p:cNvPr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Freeform 274">
              <a:extLst>
                <a:ext uri="{FF2B5EF4-FFF2-40B4-BE49-F238E27FC236}">
                  <a16:creationId xmlns:a16="http://schemas.microsoft.com/office/drawing/2014/main" id="{7AEA87AA-551E-412C-3B43-BE62E63EA838}"/>
                </a:ext>
              </a:extLst>
            </p:cNvPr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Freeform 275">
              <a:extLst>
                <a:ext uri="{FF2B5EF4-FFF2-40B4-BE49-F238E27FC236}">
                  <a16:creationId xmlns:a16="http://schemas.microsoft.com/office/drawing/2014/main" id="{51FC0CEF-A779-A833-3B4F-E9DF8BB45FD8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Freeform 276">
              <a:extLst>
                <a:ext uri="{FF2B5EF4-FFF2-40B4-BE49-F238E27FC236}">
                  <a16:creationId xmlns:a16="http://schemas.microsoft.com/office/drawing/2014/main" id="{30D4DEF8-597B-A337-F0F9-CB5C5B4B183A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Freeform 277">
              <a:extLst>
                <a:ext uri="{FF2B5EF4-FFF2-40B4-BE49-F238E27FC236}">
                  <a16:creationId xmlns:a16="http://schemas.microsoft.com/office/drawing/2014/main" id="{597A37F1-EB3C-F822-A24D-A8C708A84A19}"/>
                </a:ext>
              </a:extLst>
            </p:cNvPr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Freeform 278">
              <a:extLst>
                <a:ext uri="{FF2B5EF4-FFF2-40B4-BE49-F238E27FC236}">
                  <a16:creationId xmlns:a16="http://schemas.microsoft.com/office/drawing/2014/main" id="{88C4CDD0-D4DC-9F6C-86B7-C4EC8F56A667}"/>
                </a:ext>
              </a:extLst>
            </p:cNvPr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Freeform 279">
              <a:extLst>
                <a:ext uri="{FF2B5EF4-FFF2-40B4-BE49-F238E27FC236}">
                  <a16:creationId xmlns:a16="http://schemas.microsoft.com/office/drawing/2014/main" id="{2F010788-BB6B-012C-6F1B-9A1BCD240F8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Freeform 280">
              <a:extLst>
                <a:ext uri="{FF2B5EF4-FFF2-40B4-BE49-F238E27FC236}">
                  <a16:creationId xmlns:a16="http://schemas.microsoft.com/office/drawing/2014/main" id="{030C11CA-55C5-E9DA-D378-4ABAEA549A65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Freeform 281">
              <a:extLst>
                <a:ext uri="{FF2B5EF4-FFF2-40B4-BE49-F238E27FC236}">
                  <a16:creationId xmlns:a16="http://schemas.microsoft.com/office/drawing/2014/main" id="{5C0384EE-B4F8-A7E6-AA8A-C9E973485239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Freeform 282">
              <a:extLst>
                <a:ext uri="{FF2B5EF4-FFF2-40B4-BE49-F238E27FC236}">
                  <a16:creationId xmlns:a16="http://schemas.microsoft.com/office/drawing/2014/main" id="{635D1965-B4CD-D1DF-E4A9-99041A1F563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Freeform 283">
              <a:extLst>
                <a:ext uri="{FF2B5EF4-FFF2-40B4-BE49-F238E27FC236}">
                  <a16:creationId xmlns:a16="http://schemas.microsoft.com/office/drawing/2014/main" id="{4214F293-7B5B-0A1C-ED8E-09E42F0A7A2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Freeform 284">
              <a:extLst>
                <a:ext uri="{FF2B5EF4-FFF2-40B4-BE49-F238E27FC236}">
                  <a16:creationId xmlns:a16="http://schemas.microsoft.com/office/drawing/2014/main" id="{19347B4A-C63B-AF59-2294-19E153D6222E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Freeform 285">
              <a:extLst>
                <a:ext uri="{FF2B5EF4-FFF2-40B4-BE49-F238E27FC236}">
                  <a16:creationId xmlns:a16="http://schemas.microsoft.com/office/drawing/2014/main" id="{B0661084-FB43-DCA8-BB8C-43D0B853FF96}"/>
                </a:ext>
              </a:extLst>
            </p:cNvPr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Freeform 286">
              <a:extLst>
                <a:ext uri="{FF2B5EF4-FFF2-40B4-BE49-F238E27FC236}">
                  <a16:creationId xmlns:a16="http://schemas.microsoft.com/office/drawing/2014/main" id="{7F837D7D-A308-B06B-D4AB-FC1336263C48}"/>
                </a:ext>
              </a:extLst>
            </p:cNvPr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Freeform 287">
              <a:extLst>
                <a:ext uri="{FF2B5EF4-FFF2-40B4-BE49-F238E27FC236}">
                  <a16:creationId xmlns:a16="http://schemas.microsoft.com/office/drawing/2014/main" id="{707C722C-6952-4808-3857-3F70799AEBB2}"/>
                </a:ext>
              </a:extLst>
            </p:cNvPr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Freeform 288">
              <a:extLst>
                <a:ext uri="{FF2B5EF4-FFF2-40B4-BE49-F238E27FC236}">
                  <a16:creationId xmlns:a16="http://schemas.microsoft.com/office/drawing/2014/main" id="{C4B95DB2-7F96-5C4E-4224-EBF8A66E6B9E}"/>
                </a:ext>
              </a:extLst>
            </p:cNvPr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Freeform 289">
              <a:extLst>
                <a:ext uri="{FF2B5EF4-FFF2-40B4-BE49-F238E27FC236}">
                  <a16:creationId xmlns:a16="http://schemas.microsoft.com/office/drawing/2014/main" id="{6B92ACBC-CDC3-FDE4-F35A-F6C52AD58D5C}"/>
                </a:ext>
              </a:extLst>
            </p:cNvPr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Freeform 290">
              <a:extLst>
                <a:ext uri="{FF2B5EF4-FFF2-40B4-BE49-F238E27FC236}">
                  <a16:creationId xmlns:a16="http://schemas.microsoft.com/office/drawing/2014/main" id="{3FAF3898-D5DA-1718-7F7D-F6A14EDD9507}"/>
                </a:ext>
              </a:extLst>
            </p:cNvPr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Freeform 291">
              <a:extLst>
                <a:ext uri="{FF2B5EF4-FFF2-40B4-BE49-F238E27FC236}">
                  <a16:creationId xmlns:a16="http://schemas.microsoft.com/office/drawing/2014/main" id="{7C09CFC4-54BF-E7BE-04CB-04DFFC1ECCC0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Freeform 292">
              <a:extLst>
                <a:ext uri="{FF2B5EF4-FFF2-40B4-BE49-F238E27FC236}">
                  <a16:creationId xmlns:a16="http://schemas.microsoft.com/office/drawing/2014/main" id="{F53A95D7-F4C5-4B93-9C49-04CFA09E243B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Freeform 347">
              <a:extLst>
                <a:ext uri="{FF2B5EF4-FFF2-40B4-BE49-F238E27FC236}">
                  <a16:creationId xmlns:a16="http://schemas.microsoft.com/office/drawing/2014/main" id="{E1E141A9-0264-76CE-C4F7-096806D51C38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Freeform 348">
              <a:extLst>
                <a:ext uri="{FF2B5EF4-FFF2-40B4-BE49-F238E27FC236}">
                  <a16:creationId xmlns:a16="http://schemas.microsoft.com/office/drawing/2014/main" id="{22F2D99D-5843-0FF2-30EB-546980ECDAFD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349">
              <a:extLst>
                <a:ext uri="{FF2B5EF4-FFF2-40B4-BE49-F238E27FC236}">
                  <a16:creationId xmlns:a16="http://schemas.microsoft.com/office/drawing/2014/main" id="{25DD25FA-22B9-CD2E-54E9-73B41BE653D8}"/>
                </a:ext>
              </a:extLst>
            </p:cNvPr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Freeform 350">
              <a:extLst>
                <a:ext uri="{FF2B5EF4-FFF2-40B4-BE49-F238E27FC236}">
                  <a16:creationId xmlns:a16="http://schemas.microsoft.com/office/drawing/2014/main" id="{707C1866-F843-D9A6-C1D9-B54C5944D668}"/>
                </a:ext>
              </a:extLst>
            </p:cNvPr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Freeform 351">
              <a:extLst>
                <a:ext uri="{FF2B5EF4-FFF2-40B4-BE49-F238E27FC236}">
                  <a16:creationId xmlns:a16="http://schemas.microsoft.com/office/drawing/2014/main" id="{DA1C205A-5D90-F4E2-8FE9-7926187604D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Freeform 352">
              <a:extLst>
                <a:ext uri="{FF2B5EF4-FFF2-40B4-BE49-F238E27FC236}">
                  <a16:creationId xmlns:a16="http://schemas.microsoft.com/office/drawing/2014/main" id="{050F869F-ED56-1D3D-7F82-62C1A51A6315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Freeform 353">
              <a:extLst>
                <a:ext uri="{FF2B5EF4-FFF2-40B4-BE49-F238E27FC236}">
                  <a16:creationId xmlns:a16="http://schemas.microsoft.com/office/drawing/2014/main" id="{B1C39E9D-215D-5147-10FA-12E1D5A5010D}"/>
                </a:ext>
              </a:extLst>
            </p:cNvPr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Freeform 354">
              <a:extLst>
                <a:ext uri="{FF2B5EF4-FFF2-40B4-BE49-F238E27FC236}">
                  <a16:creationId xmlns:a16="http://schemas.microsoft.com/office/drawing/2014/main" id="{E8E36759-7871-C66D-A83C-03F3F43D73D8}"/>
                </a:ext>
              </a:extLst>
            </p:cNvPr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355">
              <a:extLst>
                <a:ext uri="{FF2B5EF4-FFF2-40B4-BE49-F238E27FC236}">
                  <a16:creationId xmlns:a16="http://schemas.microsoft.com/office/drawing/2014/main" id="{16FB890E-B068-344D-88ED-16C7D7D5C091}"/>
                </a:ext>
              </a:extLst>
            </p:cNvPr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356">
              <a:extLst>
                <a:ext uri="{FF2B5EF4-FFF2-40B4-BE49-F238E27FC236}">
                  <a16:creationId xmlns:a16="http://schemas.microsoft.com/office/drawing/2014/main" id="{6544A87E-15D7-819C-9F68-9F0F16B11524}"/>
                </a:ext>
              </a:extLst>
            </p:cNvPr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357">
              <a:extLst>
                <a:ext uri="{FF2B5EF4-FFF2-40B4-BE49-F238E27FC236}">
                  <a16:creationId xmlns:a16="http://schemas.microsoft.com/office/drawing/2014/main" id="{7DB91383-8FCD-23EF-31D9-11756C655C7A}"/>
                </a:ext>
              </a:extLst>
            </p:cNvPr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Freeform 358">
              <a:extLst>
                <a:ext uri="{FF2B5EF4-FFF2-40B4-BE49-F238E27FC236}">
                  <a16:creationId xmlns:a16="http://schemas.microsoft.com/office/drawing/2014/main" id="{551BE820-7821-5216-FE94-5048C5C5D602}"/>
                </a:ext>
              </a:extLst>
            </p:cNvPr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359">
              <a:extLst>
                <a:ext uri="{FF2B5EF4-FFF2-40B4-BE49-F238E27FC236}">
                  <a16:creationId xmlns:a16="http://schemas.microsoft.com/office/drawing/2014/main" id="{6B0235B1-481C-0401-AD54-1E87202DF860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360">
              <a:extLst>
                <a:ext uri="{FF2B5EF4-FFF2-40B4-BE49-F238E27FC236}">
                  <a16:creationId xmlns:a16="http://schemas.microsoft.com/office/drawing/2014/main" id="{475FA253-98F1-EBF3-A272-42CF0F72B845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Freeform 361">
              <a:extLst>
                <a:ext uri="{FF2B5EF4-FFF2-40B4-BE49-F238E27FC236}">
                  <a16:creationId xmlns:a16="http://schemas.microsoft.com/office/drawing/2014/main" id="{DE27F38C-B0AD-9800-8ED7-CB82E2911A39}"/>
                </a:ext>
              </a:extLst>
            </p:cNvPr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Freeform 362">
              <a:extLst>
                <a:ext uri="{FF2B5EF4-FFF2-40B4-BE49-F238E27FC236}">
                  <a16:creationId xmlns:a16="http://schemas.microsoft.com/office/drawing/2014/main" id="{C8AB496F-91F4-C62B-8878-AE1EFB331723}"/>
                </a:ext>
              </a:extLst>
            </p:cNvPr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Freeform 363">
              <a:extLst>
                <a:ext uri="{FF2B5EF4-FFF2-40B4-BE49-F238E27FC236}">
                  <a16:creationId xmlns:a16="http://schemas.microsoft.com/office/drawing/2014/main" id="{94CB0174-A8D2-AC3A-D559-E554E9DCD6E0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Freeform 364">
              <a:extLst>
                <a:ext uri="{FF2B5EF4-FFF2-40B4-BE49-F238E27FC236}">
                  <a16:creationId xmlns:a16="http://schemas.microsoft.com/office/drawing/2014/main" id="{4D707250-A29A-D694-7418-0013D1A9DA9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Freeform 365">
              <a:extLst>
                <a:ext uri="{FF2B5EF4-FFF2-40B4-BE49-F238E27FC236}">
                  <a16:creationId xmlns:a16="http://schemas.microsoft.com/office/drawing/2014/main" id="{2E665687-7B93-EA4F-96AD-8B25F94DEC2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366">
              <a:extLst>
                <a:ext uri="{FF2B5EF4-FFF2-40B4-BE49-F238E27FC236}">
                  <a16:creationId xmlns:a16="http://schemas.microsoft.com/office/drawing/2014/main" id="{C8B360F3-4691-BFC6-866E-F4EE58E62D9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367">
              <a:extLst>
                <a:ext uri="{FF2B5EF4-FFF2-40B4-BE49-F238E27FC236}">
                  <a16:creationId xmlns:a16="http://schemas.microsoft.com/office/drawing/2014/main" id="{2B1013C2-2674-5AB1-ED36-D11DCE010E0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368">
              <a:extLst>
                <a:ext uri="{FF2B5EF4-FFF2-40B4-BE49-F238E27FC236}">
                  <a16:creationId xmlns:a16="http://schemas.microsoft.com/office/drawing/2014/main" id="{9EEEA558-C06D-4C03-9ED0-185A8A2B1FD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Freeform 369">
              <a:extLst>
                <a:ext uri="{FF2B5EF4-FFF2-40B4-BE49-F238E27FC236}">
                  <a16:creationId xmlns:a16="http://schemas.microsoft.com/office/drawing/2014/main" id="{80D50B14-AF45-FA2B-CD5B-9EC779B66D99}"/>
                </a:ext>
              </a:extLst>
            </p:cNvPr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370">
              <a:extLst>
                <a:ext uri="{FF2B5EF4-FFF2-40B4-BE49-F238E27FC236}">
                  <a16:creationId xmlns:a16="http://schemas.microsoft.com/office/drawing/2014/main" id="{0B1E7DCC-C208-823E-1062-3BC34E1B7346}"/>
                </a:ext>
              </a:extLst>
            </p:cNvPr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Freeform 372">
              <a:extLst>
                <a:ext uri="{FF2B5EF4-FFF2-40B4-BE49-F238E27FC236}">
                  <a16:creationId xmlns:a16="http://schemas.microsoft.com/office/drawing/2014/main" id="{BBB63D1A-FECE-2915-638B-F5A838FABF0B}"/>
                </a:ext>
              </a:extLst>
            </p:cNvPr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Freeform 373">
              <a:extLst>
                <a:ext uri="{FF2B5EF4-FFF2-40B4-BE49-F238E27FC236}">
                  <a16:creationId xmlns:a16="http://schemas.microsoft.com/office/drawing/2014/main" id="{08513AF8-AF28-4CBD-B506-CB1BE59C4144}"/>
                </a:ext>
              </a:extLst>
            </p:cNvPr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374">
              <a:extLst>
                <a:ext uri="{FF2B5EF4-FFF2-40B4-BE49-F238E27FC236}">
                  <a16:creationId xmlns:a16="http://schemas.microsoft.com/office/drawing/2014/main" id="{26138643-DCE0-3A5C-380D-5EB0FD5975AD}"/>
                </a:ext>
              </a:extLst>
            </p:cNvPr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375">
              <a:extLst>
                <a:ext uri="{FF2B5EF4-FFF2-40B4-BE49-F238E27FC236}">
                  <a16:creationId xmlns:a16="http://schemas.microsoft.com/office/drawing/2014/main" id="{E70C837C-E5C4-4CC2-EEF5-E41BE3FFD0F2}"/>
                </a:ext>
              </a:extLst>
            </p:cNvPr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376">
              <a:extLst>
                <a:ext uri="{FF2B5EF4-FFF2-40B4-BE49-F238E27FC236}">
                  <a16:creationId xmlns:a16="http://schemas.microsoft.com/office/drawing/2014/main" id="{DC854230-49BB-25F4-94F9-F8F948571D9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377">
              <a:extLst>
                <a:ext uri="{FF2B5EF4-FFF2-40B4-BE49-F238E27FC236}">
                  <a16:creationId xmlns:a16="http://schemas.microsoft.com/office/drawing/2014/main" id="{DF19E6CE-3ED6-996E-7DBA-EBFE49957C1A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378">
              <a:extLst>
                <a:ext uri="{FF2B5EF4-FFF2-40B4-BE49-F238E27FC236}">
                  <a16:creationId xmlns:a16="http://schemas.microsoft.com/office/drawing/2014/main" id="{F03B09C4-5263-40EE-AB3E-AEC2CB8D9A3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379">
              <a:extLst>
                <a:ext uri="{FF2B5EF4-FFF2-40B4-BE49-F238E27FC236}">
                  <a16:creationId xmlns:a16="http://schemas.microsoft.com/office/drawing/2014/main" id="{76B28D8B-A43A-F424-99EB-202B0CD5917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380">
              <a:extLst>
                <a:ext uri="{FF2B5EF4-FFF2-40B4-BE49-F238E27FC236}">
                  <a16:creationId xmlns:a16="http://schemas.microsoft.com/office/drawing/2014/main" id="{AAEA61E4-303F-B091-3410-CEAC54437B4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381">
              <a:extLst>
                <a:ext uri="{FF2B5EF4-FFF2-40B4-BE49-F238E27FC236}">
                  <a16:creationId xmlns:a16="http://schemas.microsoft.com/office/drawing/2014/main" id="{26DC3A41-4E05-F891-DF13-51E541DBA14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Freeform 382">
              <a:extLst>
                <a:ext uri="{FF2B5EF4-FFF2-40B4-BE49-F238E27FC236}">
                  <a16:creationId xmlns:a16="http://schemas.microsoft.com/office/drawing/2014/main" id="{94BC4FF4-7580-528A-DBA2-F960DA8EEA50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383">
              <a:extLst>
                <a:ext uri="{FF2B5EF4-FFF2-40B4-BE49-F238E27FC236}">
                  <a16:creationId xmlns:a16="http://schemas.microsoft.com/office/drawing/2014/main" id="{D048A12D-18B7-3ADF-DDED-D7076A310C6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394">
              <a:extLst>
                <a:ext uri="{FF2B5EF4-FFF2-40B4-BE49-F238E27FC236}">
                  <a16:creationId xmlns:a16="http://schemas.microsoft.com/office/drawing/2014/main" id="{EA3A5C4B-FB41-D631-874A-73F62C9C504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395">
              <a:extLst>
                <a:ext uri="{FF2B5EF4-FFF2-40B4-BE49-F238E27FC236}">
                  <a16:creationId xmlns:a16="http://schemas.microsoft.com/office/drawing/2014/main" id="{6452C90E-D7D8-F0E2-6B31-85DE6DF948A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Rectangle 400">
              <a:extLst>
                <a:ext uri="{FF2B5EF4-FFF2-40B4-BE49-F238E27FC236}">
                  <a16:creationId xmlns:a16="http://schemas.microsoft.com/office/drawing/2014/main" id="{880B9E92-5F2E-68AB-983B-F11C01DC0E4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9311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401">
              <a:extLst>
                <a:ext uri="{FF2B5EF4-FFF2-40B4-BE49-F238E27FC236}">
                  <a16:creationId xmlns:a16="http://schemas.microsoft.com/office/drawing/2014/main" id="{79EBF02E-3D10-3930-CB9D-D433F4F2EB1A}"/>
                </a:ext>
              </a:extLst>
            </p:cNvPr>
            <p:cNvSpPr/>
            <p:nvPr/>
          </p:nvSpPr>
          <p:spPr bwMode="auto">
            <a:xfrm flipH="1" flipV="1">
              <a:off x="13909311" y="86734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404">
              <a:extLst>
                <a:ext uri="{FF2B5EF4-FFF2-40B4-BE49-F238E27FC236}">
                  <a16:creationId xmlns:a16="http://schemas.microsoft.com/office/drawing/2014/main" id="{77C4E545-9D35-CC5D-5E4C-8B2646A0C72D}"/>
                </a:ext>
              </a:extLst>
            </p:cNvPr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405">
              <a:extLst>
                <a:ext uri="{FF2B5EF4-FFF2-40B4-BE49-F238E27FC236}">
                  <a16:creationId xmlns:a16="http://schemas.microsoft.com/office/drawing/2014/main" id="{509E12C8-54F0-7C00-2FDD-1A6C57B24BBF}"/>
                </a:ext>
              </a:extLst>
            </p:cNvPr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406">
              <a:extLst>
                <a:ext uri="{FF2B5EF4-FFF2-40B4-BE49-F238E27FC236}">
                  <a16:creationId xmlns:a16="http://schemas.microsoft.com/office/drawing/2014/main" id="{E64A67E4-B8C3-F65E-36E3-A3A189806276}"/>
                </a:ext>
              </a:extLst>
            </p:cNvPr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Freeform 407">
              <a:extLst>
                <a:ext uri="{FF2B5EF4-FFF2-40B4-BE49-F238E27FC236}">
                  <a16:creationId xmlns:a16="http://schemas.microsoft.com/office/drawing/2014/main" id="{3FEF715E-094F-5775-A66C-A59EDCC2CA5F}"/>
                </a:ext>
              </a:extLst>
            </p:cNvPr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412">
              <a:extLst>
                <a:ext uri="{FF2B5EF4-FFF2-40B4-BE49-F238E27FC236}">
                  <a16:creationId xmlns:a16="http://schemas.microsoft.com/office/drawing/2014/main" id="{9AB99657-3242-F66C-DE68-B6A7A093ECBF}"/>
                </a:ext>
              </a:extLst>
            </p:cNvPr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413">
              <a:extLst>
                <a:ext uri="{FF2B5EF4-FFF2-40B4-BE49-F238E27FC236}">
                  <a16:creationId xmlns:a16="http://schemas.microsoft.com/office/drawing/2014/main" id="{31BFF30F-9239-5CE8-3CC3-0F35FF0CF21D}"/>
                </a:ext>
              </a:extLst>
            </p:cNvPr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Rectangle 414">
              <a:extLst>
                <a:ext uri="{FF2B5EF4-FFF2-40B4-BE49-F238E27FC236}">
                  <a16:creationId xmlns:a16="http://schemas.microsoft.com/office/drawing/2014/main" id="{7C48C8BD-20EB-48EF-D2DF-A0FF3590A4C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Rectangle 415">
              <a:extLst>
                <a:ext uri="{FF2B5EF4-FFF2-40B4-BE49-F238E27FC236}">
                  <a16:creationId xmlns:a16="http://schemas.microsoft.com/office/drawing/2014/main" id="{14B250F8-2EB0-F48B-A048-71A1AE7253B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424">
              <a:extLst>
                <a:ext uri="{FF2B5EF4-FFF2-40B4-BE49-F238E27FC236}">
                  <a16:creationId xmlns:a16="http://schemas.microsoft.com/office/drawing/2014/main" id="{D6C7AA93-94DF-80A4-70BF-3BF1346C525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425">
              <a:extLst>
                <a:ext uri="{FF2B5EF4-FFF2-40B4-BE49-F238E27FC236}">
                  <a16:creationId xmlns:a16="http://schemas.microsoft.com/office/drawing/2014/main" id="{58478E0D-EBC9-AE21-1C3D-2FBC36018D8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428">
              <a:extLst>
                <a:ext uri="{FF2B5EF4-FFF2-40B4-BE49-F238E27FC236}">
                  <a16:creationId xmlns:a16="http://schemas.microsoft.com/office/drawing/2014/main" id="{538C364C-8DDC-A3E2-F418-503000D46FA6}"/>
                </a:ext>
              </a:extLst>
            </p:cNvPr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429">
              <a:extLst>
                <a:ext uri="{FF2B5EF4-FFF2-40B4-BE49-F238E27FC236}">
                  <a16:creationId xmlns:a16="http://schemas.microsoft.com/office/drawing/2014/main" id="{E318682F-4A18-51CF-5A49-DC7AEB1625CB}"/>
                </a:ext>
              </a:extLst>
            </p:cNvPr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436">
              <a:extLst>
                <a:ext uri="{FF2B5EF4-FFF2-40B4-BE49-F238E27FC236}">
                  <a16:creationId xmlns:a16="http://schemas.microsoft.com/office/drawing/2014/main" id="{9F7DF968-430C-1DEA-29DF-02FE0DDB6C08}"/>
                </a:ext>
              </a:extLst>
            </p:cNvPr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437">
              <a:extLst>
                <a:ext uri="{FF2B5EF4-FFF2-40B4-BE49-F238E27FC236}">
                  <a16:creationId xmlns:a16="http://schemas.microsoft.com/office/drawing/2014/main" id="{31469A2A-8920-28A5-8CDE-AD9DCFD0635C}"/>
                </a:ext>
              </a:extLst>
            </p:cNvPr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438">
              <a:extLst>
                <a:ext uri="{FF2B5EF4-FFF2-40B4-BE49-F238E27FC236}">
                  <a16:creationId xmlns:a16="http://schemas.microsoft.com/office/drawing/2014/main" id="{871C405F-1F1D-8114-33A7-E77D6DFBB731}"/>
                </a:ext>
              </a:extLst>
            </p:cNvPr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439">
              <a:extLst>
                <a:ext uri="{FF2B5EF4-FFF2-40B4-BE49-F238E27FC236}">
                  <a16:creationId xmlns:a16="http://schemas.microsoft.com/office/drawing/2014/main" id="{2C8F16F8-C33A-34A6-1BE8-AF893E7DAA1F}"/>
                </a:ext>
              </a:extLst>
            </p:cNvPr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440">
              <a:extLst>
                <a:ext uri="{FF2B5EF4-FFF2-40B4-BE49-F238E27FC236}">
                  <a16:creationId xmlns:a16="http://schemas.microsoft.com/office/drawing/2014/main" id="{3CD324F0-E336-D61A-C9C5-5030A4B01D8F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441">
              <a:extLst>
                <a:ext uri="{FF2B5EF4-FFF2-40B4-BE49-F238E27FC236}">
                  <a16:creationId xmlns:a16="http://schemas.microsoft.com/office/drawing/2014/main" id="{569E31D6-DE61-0CC2-79FF-414B6BB15E03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442">
              <a:extLst>
                <a:ext uri="{FF2B5EF4-FFF2-40B4-BE49-F238E27FC236}">
                  <a16:creationId xmlns:a16="http://schemas.microsoft.com/office/drawing/2014/main" id="{AA8F28B0-0E83-8E8F-D492-5BEC421B82A7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443">
              <a:extLst>
                <a:ext uri="{FF2B5EF4-FFF2-40B4-BE49-F238E27FC236}">
                  <a16:creationId xmlns:a16="http://schemas.microsoft.com/office/drawing/2014/main" id="{FE4C4478-C258-F3BA-BA49-7D4A7FD6078A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444">
              <a:extLst>
                <a:ext uri="{FF2B5EF4-FFF2-40B4-BE49-F238E27FC236}">
                  <a16:creationId xmlns:a16="http://schemas.microsoft.com/office/drawing/2014/main" id="{67FA1570-7C77-7565-5E64-EFB46AA8F165}"/>
                </a:ext>
              </a:extLst>
            </p:cNvPr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445">
              <a:extLst>
                <a:ext uri="{FF2B5EF4-FFF2-40B4-BE49-F238E27FC236}">
                  <a16:creationId xmlns:a16="http://schemas.microsoft.com/office/drawing/2014/main" id="{8AAC2F0F-579D-778A-E04F-82372EA21715}"/>
                </a:ext>
              </a:extLst>
            </p:cNvPr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446">
              <a:extLst>
                <a:ext uri="{FF2B5EF4-FFF2-40B4-BE49-F238E27FC236}">
                  <a16:creationId xmlns:a16="http://schemas.microsoft.com/office/drawing/2014/main" id="{C85FF56E-D30D-28E7-FBE9-8B52BBCCC253}"/>
                </a:ext>
              </a:extLst>
            </p:cNvPr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447">
              <a:extLst>
                <a:ext uri="{FF2B5EF4-FFF2-40B4-BE49-F238E27FC236}">
                  <a16:creationId xmlns:a16="http://schemas.microsoft.com/office/drawing/2014/main" id="{3B3EBE74-8081-70D1-B257-4CA2332B6F68}"/>
                </a:ext>
              </a:extLst>
            </p:cNvPr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Rectangle 448">
              <a:extLst>
                <a:ext uri="{FF2B5EF4-FFF2-40B4-BE49-F238E27FC236}">
                  <a16:creationId xmlns:a16="http://schemas.microsoft.com/office/drawing/2014/main" id="{F5514B38-DB99-809B-23C2-411E8B96175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26775" y="94085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449">
              <a:extLst>
                <a:ext uri="{FF2B5EF4-FFF2-40B4-BE49-F238E27FC236}">
                  <a16:creationId xmlns:a16="http://schemas.microsoft.com/office/drawing/2014/main" id="{01313B42-1143-8FF4-ACFA-8959C9D97EFE}"/>
                </a:ext>
              </a:extLst>
            </p:cNvPr>
            <p:cNvSpPr/>
            <p:nvPr/>
          </p:nvSpPr>
          <p:spPr bwMode="auto">
            <a:xfrm flipH="1" flipV="1">
              <a:off x="13926775" y="94100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450">
              <a:extLst>
                <a:ext uri="{FF2B5EF4-FFF2-40B4-BE49-F238E27FC236}">
                  <a16:creationId xmlns:a16="http://schemas.microsoft.com/office/drawing/2014/main" id="{DEB5BC8C-7840-19DA-1398-0492F8831B01}"/>
                </a:ext>
              </a:extLst>
            </p:cNvPr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451">
              <a:extLst>
                <a:ext uri="{FF2B5EF4-FFF2-40B4-BE49-F238E27FC236}">
                  <a16:creationId xmlns:a16="http://schemas.microsoft.com/office/drawing/2014/main" id="{1F54D8FA-4620-B46D-88E4-104A190E327B}"/>
                </a:ext>
              </a:extLst>
            </p:cNvPr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452">
              <a:extLst>
                <a:ext uri="{FF2B5EF4-FFF2-40B4-BE49-F238E27FC236}">
                  <a16:creationId xmlns:a16="http://schemas.microsoft.com/office/drawing/2014/main" id="{30763CE6-F022-9EAE-3FAD-C422E0A13408}"/>
                </a:ext>
              </a:extLst>
            </p:cNvPr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453">
              <a:extLst>
                <a:ext uri="{FF2B5EF4-FFF2-40B4-BE49-F238E27FC236}">
                  <a16:creationId xmlns:a16="http://schemas.microsoft.com/office/drawing/2014/main" id="{B21A5768-885D-8851-FDA0-3FD723BA702C}"/>
                </a:ext>
              </a:extLst>
            </p:cNvPr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454">
              <a:extLst>
                <a:ext uri="{FF2B5EF4-FFF2-40B4-BE49-F238E27FC236}">
                  <a16:creationId xmlns:a16="http://schemas.microsoft.com/office/drawing/2014/main" id="{55CDED2C-46F1-9747-43C4-584F83FAD6BB}"/>
                </a:ext>
              </a:extLst>
            </p:cNvPr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Freeform 455">
              <a:extLst>
                <a:ext uri="{FF2B5EF4-FFF2-40B4-BE49-F238E27FC236}">
                  <a16:creationId xmlns:a16="http://schemas.microsoft.com/office/drawing/2014/main" id="{799A69E3-2443-A560-64AE-85DD2F05128C}"/>
                </a:ext>
              </a:extLst>
            </p:cNvPr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456">
              <a:extLst>
                <a:ext uri="{FF2B5EF4-FFF2-40B4-BE49-F238E27FC236}">
                  <a16:creationId xmlns:a16="http://schemas.microsoft.com/office/drawing/2014/main" id="{8221122E-C2EA-5F57-E01F-42FBD255226A}"/>
                </a:ext>
              </a:extLst>
            </p:cNvPr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Freeform 457">
              <a:extLst>
                <a:ext uri="{FF2B5EF4-FFF2-40B4-BE49-F238E27FC236}">
                  <a16:creationId xmlns:a16="http://schemas.microsoft.com/office/drawing/2014/main" id="{864B1AAA-7119-F7AF-A663-CC4A75ABDF9A}"/>
                </a:ext>
              </a:extLst>
            </p:cNvPr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Rectangle 458">
              <a:extLst>
                <a:ext uri="{FF2B5EF4-FFF2-40B4-BE49-F238E27FC236}">
                  <a16:creationId xmlns:a16="http://schemas.microsoft.com/office/drawing/2014/main" id="{13A054CB-3A19-5D3C-6F22-15AEBA0FCE8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Rectangle 459">
              <a:extLst>
                <a:ext uri="{FF2B5EF4-FFF2-40B4-BE49-F238E27FC236}">
                  <a16:creationId xmlns:a16="http://schemas.microsoft.com/office/drawing/2014/main" id="{DE4F8A16-84A7-010E-7301-E200B705A1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Rectangle 460">
              <a:extLst>
                <a:ext uri="{FF2B5EF4-FFF2-40B4-BE49-F238E27FC236}">
                  <a16:creationId xmlns:a16="http://schemas.microsoft.com/office/drawing/2014/main" id="{68886DF1-542E-7113-E88F-485D4D2FC81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Rectangle 461">
              <a:extLst>
                <a:ext uri="{FF2B5EF4-FFF2-40B4-BE49-F238E27FC236}">
                  <a16:creationId xmlns:a16="http://schemas.microsoft.com/office/drawing/2014/main" id="{3660FB36-BA70-740A-9314-E4D5B394737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Rectangle 462">
              <a:extLst>
                <a:ext uri="{FF2B5EF4-FFF2-40B4-BE49-F238E27FC236}">
                  <a16:creationId xmlns:a16="http://schemas.microsoft.com/office/drawing/2014/main" id="{6F755F4B-DFEA-F546-AA5A-4C242625121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Rectangle 463">
              <a:extLst>
                <a:ext uri="{FF2B5EF4-FFF2-40B4-BE49-F238E27FC236}">
                  <a16:creationId xmlns:a16="http://schemas.microsoft.com/office/drawing/2014/main" id="{E4CC6F8D-DB2E-C183-48E9-024222B372A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464">
              <a:extLst>
                <a:ext uri="{FF2B5EF4-FFF2-40B4-BE49-F238E27FC236}">
                  <a16:creationId xmlns:a16="http://schemas.microsoft.com/office/drawing/2014/main" id="{2EB50031-F373-497E-C83D-397A6F0152EE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465">
              <a:extLst>
                <a:ext uri="{FF2B5EF4-FFF2-40B4-BE49-F238E27FC236}">
                  <a16:creationId xmlns:a16="http://schemas.microsoft.com/office/drawing/2014/main" id="{3355B0B0-5315-4CAA-88EB-BAC74C64EA83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466">
              <a:extLst>
                <a:ext uri="{FF2B5EF4-FFF2-40B4-BE49-F238E27FC236}">
                  <a16:creationId xmlns:a16="http://schemas.microsoft.com/office/drawing/2014/main" id="{E44455E1-DC23-2043-0998-0F752A4BDD5E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467">
              <a:extLst>
                <a:ext uri="{FF2B5EF4-FFF2-40B4-BE49-F238E27FC236}">
                  <a16:creationId xmlns:a16="http://schemas.microsoft.com/office/drawing/2014/main" id="{7B1CCAF5-9CBB-F957-DF41-107085521909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468">
              <a:extLst>
                <a:ext uri="{FF2B5EF4-FFF2-40B4-BE49-F238E27FC236}">
                  <a16:creationId xmlns:a16="http://schemas.microsoft.com/office/drawing/2014/main" id="{3E5560DA-5379-AFD0-9F63-A783FCA693C6}"/>
                </a:ext>
              </a:extLst>
            </p:cNvPr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469">
              <a:extLst>
                <a:ext uri="{FF2B5EF4-FFF2-40B4-BE49-F238E27FC236}">
                  <a16:creationId xmlns:a16="http://schemas.microsoft.com/office/drawing/2014/main" id="{4D6B5A1D-72F6-C992-7546-742B28D0183E}"/>
                </a:ext>
              </a:extLst>
            </p:cNvPr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Freeform 470">
              <a:extLst>
                <a:ext uri="{FF2B5EF4-FFF2-40B4-BE49-F238E27FC236}">
                  <a16:creationId xmlns:a16="http://schemas.microsoft.com/office/drawing/2014/main" id="{6522DD55-7B44-404A-9CC1-DDC9CF8711E3}"/>
                </a:ext>
              </a:extLst>
            </p:cNvPr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471">
              <a:extLst>
                <a:ext uri="{FF2B5EF4-FFF2-40B4-BE49-F238E27FC236}">
                  <a16:creationId xmlns:a16="http://schemas.microsoft.com/office/drawing/2014/main" id="{C526210D-A66C-BFBC-5917-B953540201A9}"/>
                </a:ext>
              </a:extLst>
            </p:cNvPr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Rectangle 472">
              <a:extLst>
                <a:ext uri="{FF2B5EF4-FFF2-40B4-BE49-F238E27FC236}">
                  <a16:creationId xmlns:a16="http://schemas.microsoft.com/office/drawing/2014/main" id="{28A3D068-6F82-380C-31EB-363E45B4077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Rectangle 473">
              <a:extLst>
                <a:ext uri="{FF2B5EF4-FFF2-40B4-BE49-F238E27FC236}">
                  <a16:creationId xmlns:a16="http://schemas.microsoft.com/office/drawing/2014/main" id="{75E900C3-8CD9-EE8A-4B14-D46472ECF9B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Rectangle 474">
              <a:extLst>
                <a:ext uri="{FF2B5EF4-FFF2-40B4-BE49-F238E27FC236}">
                  <a16:creationId xmlns:a16="http://schemas.microsoft.com/office/drawing/2014/main" id="{6DC15B05-EEC2-FAA3-2282-600BA233EE9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Rectangle 475">
              <a:extLst>
                <a:ext uri="{FF2B5EF4-FFF2-40B4-BE49-F238E27FC236}">
                  <a16:creationId xmlns:a16="http://schemas.microsoft.com/office/drawing/2014/main" id="{31F4B16D-960A-C023-DF87-46B2417369A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476">
              <a:extLst>
                <a:ext uri="{FF2B5EF4-FFF2-40B4-BE49-F238E27FC236}">
                  <a16:creationId xmlns:a16="http://schemas.microsoft.com/office/drawing/2014/main" id="{5EE99DDB-9A8A-9B2B-B40F-3F5169F0B6CA}"/>
                </a:ext>
              </a:extLst>
            </p:cNvPr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Freeform 477">
              <a:extLst>
                <a:ext uri="{FF2B5EF4-FFF2-40B4-BE49-F238E27FC236}">
                  <a16:creationId xmlns:a16="http://schemas.microsoft.com/office/drawing/2014/main" id="{1855E985-E8C9-A57B-DDAE-5030EA1AEEA6}"/>
                </a:ext>
              </a:extLst>
            </p:cNvPr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478">
              <a:extLst>
                <a:ext uri="{FF2B5EF4-FFF2-40B4-BE49-F238E27FC236}">
                  <a16:creationId xmlns:a16="http://schemas.microsoft.com/office/drawing/2014/main" id="{729C968D-0405-ABDB-DA31-FE25E9E4DF6A}"/>
                </a:ext>
              </a:extLst>
            </p:cNvPr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" name="Freeform 479">
              <a:extLst>
                <a:ext uri="{FF2B5EF4-FFF2-40B4-BE49-F238E27FC236}">
                  <a16:creationId xmlns:a16="http://schemas.microsoft.com/office/drawing/2014/main" id="{EB37D85B-6968-DB0C-1C15-E0409C7F8738}"/>
                </a:ext>
              </a:extLst>
            </p:cNvPr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7" name="Freeform 480">
              <a:extLst>
                <a:ext uri="{FF2B5EF4-FFF2-40B4-BE49-F238E27FC236}">
                  <a16:creationId xmlns:a16="http://schemas.microsoft.com/office/drawing/2014/main" id="{68CCADF4-27F5-319E-64FF-319A5417D994}"/>
                </a:ext>
              </a:extLst>
            </p:cNvPr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8" name="Freeform 481">
              <a:extLst>
                <a:ext uri="{FF2B5EF4-FFF2-40B4-BE49-F238E27FC236}">
                  <a16:creationId xmlns:a16="http://schemas.microsoft.com/office/drawing/2014/main" id="{CB97DC65-98F4-1D50-9C11-313B6D72400A}"/>
                </a:ext>
              </a:extLst>
            </p:cNvPr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9" name="Rectangle 482">
              <a:extLst>
                <a:ext uri="{FF2B5EF4-FFF2-40B4-BE49-F238E27FC236}">
                  <a16:creationId xmlns:a16="http://schemas.microsoft.com/office/drawing/2014/main" id="{6E3DBC9A-514A-6E22-6B78-41E96B69653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0" name="Rectangle 483">
              <a:extLst>
                <a:ext uri="{FF2B5EF4-FFF2-40B4-BE49-F238E27FC236}">
                  <a16:creationId xmlns:a16="http://schemas.microsoft.com/office/drawing/2014/main" id="{BCD81576-60AE-D390-57B5-5FE796CB54C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1" name="Freeform 484">
              <a:extLst>
                <a:ext uri="{FF2B5EF4-FFF2-40B4-BE49-F238E27FC236}">
                  <a16:creationId xmlns:a16="http://schemas.microsoft.com/office/drawing/2014/main" id="{0E6B449F-C2C7-3B46-C0F5-FC6710AF1E50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2" name="Freeform 485">
              <a:extLst>
                <a:ext uri="{FF2B5EF4-FFF2-40B4-BE49-F238E27FC236}">
                  <a16:creationId xmlns:a16="http://schemas.microsoft.com/office/drawing/2014/main" id="{2462CFC2-3D7E-2884-C1BE-D3953CA78E28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3" name="Rectangle 486">
              <a:extLst>
                <a:ext uri="{FF2B5EF4-FFF2-40B4-BE49-F238E27FC236}">
                  <a16:creationId xmlns:a16="http://schemas.microsoft.com/office/drawing/2014/main" id="{28916C95-250B-B474-9B19-732A4E03D50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4" name="Rectangle 487">
              <a:extLst>
                <a:ext uri="{FF2B5EF4-FFF2-40B4-BE49-F238E27FC236}">
                  <a16:creationId xmlns:a16="http://schemas.microsoft.com/office/drawing/2014/main" id="{BDF0003B-9993-FFBA-89A4-F8FBE2A7D88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5" name="Rectangle 488">
              <a:extLst>
                <a:ext uri="{FF2B5EF4-FFF2-40B4-BE49-F238E27FC236}">
                  <a16:creationId xmlns:a16="http://schemas.microsoft.com/office/drawing/2014/main" id="{DCDF3638-BFB9-D89E-45D4-86E6B5371B3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" name="Rectangle 489">
              <a:extLst>
                <a:ext uri="{FF2B5EF4-FFF2-40B4-BE49-F238E27FC236}">
                  <a16:creationId xmlns:a16="http://schemas.microsoft.com/office/drawing/2014/main" id="{089DB65A-6046-E024-3D21-D0E28AE5B73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7" name="Freeform 490">
              <a:extLst>
                <a:ext uri="{FF2B5EF4-FFF2-40B4-BE49-F238E27FC236}">
                  <a16:creationId xmlns:a16="http://schemas.microsoft.com/office/drawing/2014/main" id="{AC17AEF6-8E0E-47A1-9119-97B3EFC23F44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8" name="Freeform 491">
              <a:extLst>
                <a:ext uri="{FF2B5EF4-FFF2-40B4-BE49-F238E27FC236}">
                  <a16:creationId xmlns:a16="http://schemas.microsoft.com/office/drawing/2014/main" id="{6008F9E9-EE55-A1DF-4F0C-00558E07AA05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Rectangle 492">
              <a:extLst>
                <a:ext uri="{FF2B5EF4-FFF2-40B4-BE49-F238E27FC236}">
                  <a16:creationId xmlns:a16="http://schemas.microsoft.com/office/drawing/2014/main" id="{CE3135C8-1687-DA79-78E9-34457FE1B27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Rectangle 493">
              <a:extLst>
                <a:ext uri="{FF2B5EF4-FFF2-40B4-BE49-F238E27FC236}">
                  <a16:creationId xmlns:a16="http://schemas.microsoft.com/office/drawing/2014/main" id="{02792309-AB5B-82BF-C612-3AD3255541F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1" name="Freeform 494">
              <a:extLst>
                <a:ext uri="{FF2B5EF4-FFF2-40B4-BE49-F238E27FC236}">
                  <a16:creationId xmlns:a16="http://schemas.microsoft.com/office/drawing/2014/main" id="{5360292D-5E04-EFB4-473E-1A0B8EEDEBB0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Freeform 495">
              <a:extLst>
                <a:ext uri="{FF2B5EF4-FFF2-40B4-BE49-F238E27FC236}">
                  <a16:creationId xmlns:a16="http://schemas.microsoft.com/office/drawing/2014/main" id="{EBCDD3BD-ACF0-FD52-17B3-EB5C9B8CE26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3" name="Freeform 496">
              <a:extLst>
                <a:ext uri="{FF2B5EF4-FFF2-40B4-BE49-F238E27FC236}">
                  <a16:creationId xmlns:a16="http://schemas.microsoft.com/office/drawing/2014/main" id="{639E3957-BCA9-800D-5587-C13EFAD13DF0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4" name="Freeform 497">
              <a:extLst>
                <a:ext uri="{FF2B5EF4-FFF2-40B4-BE49-F238E27FC236}">
                  <a16:creationId xmlns:a16="http://schemas.microsoft.com/office/drawing/2014/main" id="{392916E1-3F26-E706-C09B-2CF0A5E3D230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5" name="Freeform 498">
              <a:extLst>
                <a:ext uri="{FF2B5EF4-FFF2-40B4-BE49-F238E27FC236}">
                  <a16:creationId xmlns:a16="http://schemas.microsoft.com/office/drawing/2014/main" id="{918115E9-211D-0B7E-33EF-98436631CF48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" name="Freeform 499">
              <a:extLst>
                <a:ext uri="{FF2B5EF4-FFF2-40B4-BE49-F238E27FC236}">
                  <a16:creationId xmlns:a16="http://schemas.microsoft.com/office/drawing/2014/main" id="{6989AF7B-D6D5-E47B-BDAB-3C92402CF8B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7" name="Freeform 500">
              <a:extLst>
                <a:ext uri="{FF2B5EF4-FFF2-40B4-BE49-F238E27FC236}">
                  <a16:creationId xmlns:a16="http://schemas.microsoft.com/office/drawing/2014/main" id="{A722B5E9-E3E2-EFC6-FD9B-2BF59FE482F3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8" name="Freeform 501">
              <a:extLst>
                <a:ext uri="{FF2B5EF4-FFF2-40B4-BE49-F238E27FC236}">
                  <a16:creationId xmlns:a16="http://schemas.microsoft.com/office/drawing/2014/main" id="{76B3F0C4-EE37-27AE-F14A-227D47D4C76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9" name="Freeform 502">
              <a:extLst>
                <a:ext uri="{FF2B5EF4-FFF2-40B4-BE49-F238E27FC236}">
                  <a16:creationId xmlns:a16="http://schemas.microsoft.com/office/drawing/2014/main" id="{CB0F017D-A388-DBCF-3383-D32CFFCF53A2}"/>
                </a:ext>
              </a:extLst>
            </p:cNvPr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0" name="Freeform 503">
              <a:extLst>
                <a:ext uri="{FF2B5EF4-FFF2-40B4-BE49-F238E27FC236}">
                  <a16:creationId xmlns:a16="http://schemas.microsoft.com/office/drawing/2014/main" id="{8597177C-5F20-7AE0-9405-209E787532BA}"/>
                </a:ext>
              </a:extLst>
            </p:cNvPr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1" name="Freeform 504">
              <a:extLst>
                <a:ext uri="{FF2B5EF4-FFF2-40B4-BE49-F238E27FC236}">
                  <a16:creationId xmlns:a16="http://schemas.microsoft.com/office/drawing/2014/main" id="{7FAB7851-A90F-F814-F11E-E94A1F42209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Freeform 505">
              <a:extLst>
                <a:ext uri="{FF2B5EF4-FFF2-40B4-BE49-F238E27FC236}">
                  <a16:creationId xmlns:a16="http://schemas.microsoft.com/office/drawing/2014/main" id="{6D9FC86A-D416-5C5C-37F9-7E7FCC2AC7E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3" name="Freeform 506">
              <a:extLst>
                <a:ext uri="{FF2B5EF4-FFF2-40B4-BE49-F238E27FC236}">
                  <a16:creationId xmlns:a16="http://schemas.microsoft.com/office/drawing/2014/main" id="{BE22A202-C3F1-0929-6BD8-4D1E98A88B8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Freeform 507">
              <a:extLst>
                <a:ext uri="{FF2B5EF4-FFF2-40B4-BE49-F238E27FC236}">
                  <a16:creationId xmlns:a16="http://schemas.microsoft.com/office/drawing/2014/main" id="{EE3CA1EB-8495-9E7B-FE3D-3A7872227EA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Freeform 508">
              <a:extLst>
                <a:ext uri="{FF2B5EF4-FFF2-40B4-BE49-F238E27FC236}">
                  <a16:creationId xmlns:a16="http://schemas.microsoft.com/office/drawing/2014/main" id="{8619F665-9B82-3CAD-6B71-854C108A0C7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Freeform 509">
              <a:extLst>
                <a:ext uri="{FF2B5EF4-FFF2-40B4-BE49-F238E27FC236}">
                  <a16:creationId xmlns:a16="http://schemas.microsoft.com/office/drawing/2014/main" id="{9C2FABFC-36C8-5C82-35A3-BE22F07B63D5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Freeform 510">
              <a:extLst>
                <a:ext uri="{FF2B5EF4-FFF2-40B4-BE49-F238E27FC236}">
                  <a16:creationId xmlns:a16="http://schemas.microsoft.com/office/drawing/2014/main" id="{E3D49BC8-E776-607D-36DA-D0196A8CEDDF}"/>
                </a:ext>
              </a:extLst>
            </p:cNvPr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8" name="Freeform 511">
              <a:extLst>
                <a:ext uri="{FF2B5EF4-FFF2-40B4-BE49-F238E27FC236}">
                  <a16:creationId xmlns:a16="http://schemas.microsoft.com/office/drawing/2014/main" id="{28B9E01F-F9C2-E9E6-0FF7-D754DAA54BCC}"/>
                </a:ext>
              </a:extLst>
            </p:cNvPr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9" name="Freeform 643">
              <a:extLst>
                <a:ext uri="{FF2B5EF4-FFF2-40B4-BE49-F238E27FC236}">
                  <a16:creationId xmlns:a16="http://schemas.microsoft.com/office/drawing/2014/main" id="{DDC08306-483C-F6C4-4133-B4BDE3D1A680}"/>
                </a:ext>
              </a:extLst>
            </p:cNvPr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0" name="Freeform 644">
              <a:extLst>
                <a:ext uri="{FF2B5EF4-FFF2-40B4-BE49-F238E27FC236}">
                  <a16:creationId xmlns:a16="http://schemas.microsoft.com/office/drawing/2014/main" id="{A4C0BC65-90B6-B29B-9234-F8861BBF4DF0}"/>
                </a:ext>
              </a:extLst>
            </p:cNvPr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1" name="Rectangle 645">
              <a:extLst>
                <a:ext uri="{FF2B5EF4-FFF2-40B4-BE49-F238E27FC236}">
                  <a16:creationId xmlns:a16="http://schemas.microsoft.com/office/drawing/2014/main" id="{EAE242B5-B1EF-5FDC-E200-A6081597F7F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2" name="Rectangle 646">
              <a:extLst>
                <a:ext uri="{FF2B5EF4-FFF2-40B4-BE49-F238E27FC236}">
                  <a16:creationId xmlns:a16="http://schemas.microsoft.com/office/drawing/2014/main" id="{15F0D334-9589-24C9-D7F2-DEF82B392B5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3" name="Freeform 647">
              <a:extLst>
                <a:ext uri="{FF2B5EF4-FFF2-40B4-BE49-F238E27FC236}">
                  <a16:creationId xmlns:a16="http://schemas.microsoft.com/office/drawing/2014/main" id="{4786BE1A-B461-1C61-C896-9FEAE01BFD4A}"/>
                </a:ext>
              </a:extLst>
            </p:cNvPr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4" name="Freeform 648">
              <a:extLst>
                <a:ext uri="{FF2B5EF4-FFF2-40B4-BE49-F238E27FC236}">
                  <a16:creationId xmlns:a16="http://schemas.microsoft.com/office/drawing/2014/main" id="{281BFB87-E958-369E-2AD0-2E81B09030DD}"/>
                </a:ext>
              </a:extLst>
            </p:cNvPr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5" name="Freeform 649">
              <a:extLst>
                <a:ext uri="{FF2B5EF4-FFF2-40B4-BE49-F238E27FC236}">
                  <a16:creationId xmlns:a16="http://schemas.microsoft.com/office/drawing/2014/main" id="{B42572A6-BFD5-C4A3-CC56-26093E3E18E7}"/>
                </a:ext>
              </a:extLst>
            </p:cNvPr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6" name="Freeform 650">
              <a:extLst>
                <a:ext uri="{FF2B5EF4-FFF2-40B4-BE49-F238E27FC236}">
                  <a16:creationId xmlns:a16="http://schemas.microsoft.com/office/drawing/2014/main" id="{985A9938-14FB-B9CE-825A-F1DE75265412}"/>
                </a:ext>
              </a:extLst>
            </p:cNvPr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" name="Freeform 651">
              <a:extLst>
                <a:ext uri="{FF2B5EF4-FFF2-40B4-BE49-F238E27FC236}">
                  <a16:creationId xmlns:a16="http://schemas.microsoft.com/office/drawing/2014/main" id="{07B50325-2A64-8B20-6937-AE965F1FCF4C}"/>
                </a:ext>
              </a:extLst>
            </p:cNvPr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8" name="Freeform 652">
              <a:extLst>
                <a:ext uri="{FF2B5EF4-FFF2-40B4-BE49-F238E27FC236}">
                  <a16:creationId xmlns:a16="http://schemas.microsoft.com/office/drawing/2014/main" id="{025E3035-3B16-4FD6-4841-46C8AF637DE0}"/>
                </a:ext>
              </a:extLst>
            </p:cNvPr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9" name="Freeform 653">
              <a:extLst>
                <a:ext uri="{FF2B5EF4-FFF2-40B4-BE49-F238E27FC236}">
                  <a16:creationId xmlns:a16="http://schemas.microsoft.com/office/drawing/2014/main" id="{D465435E-E80A-85E3-CE6D-4BEB8D2041EE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0" name="Freeform 654">
              <a:extLst>
                <a:ext uri="{FF2B5EF4-FFF2-40B4-BE49-F238E27FC236}">
                  <a16:creationId xmlns:a16="http://schemas.microsoft.com/office/drawing/2014/main" id="{AE8A6A56-66FD-B52A-F743-8C8CA06A9513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1" name="Rectangle 655">
              <a:extLst>
                <a:ext uri="{FF2B5EF4-FFF2-40B4-BE49-F238E27FC236}">
                  <a16:creationId xmlns:a16="http://schemas.microsoft.com/office/drawing/2014/main" id="{7DA2F254-DBF0-C9A2-28F5-D5091120C0C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2" name="Rectangle 656">
              <a:extLst>
                <a:ext uri="{FF2B5EF4-FFF2-40B4-BE49-F238E27FC236}">
                  <a16:creationId xmlns:a16="http://schemas.microsoft.com/office/drawing/2014/main" id="{589EAE47-4C73-98FC-FC37-0EA0727640A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3" name="Rectangle 657">
              <a:extLst>
                <a:ext uri="{FF2B5EF4-FFF2-40B4-BE49-F238E27FC236}">
                  <a16:creationId xmlns:a16="http://schemas.microsoft.com/office/drawing/2014/main" id="{E57E0469-960C-9BF2-9B31-B8958A92DC9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4" name="Rectangle 658">
              <a:extLst>
                <a:ext uri="{FF2B5EF4-FFF2-40B4-BE49-F238E27FC236}">
                  <a16:creationId xmlns:a16="http://schemas.microsoft.com/office/drawing/2014/main" id="{9CF4F692-9875-1F86-585A-815F0090767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5" name="Rectangle 659">
              <a:extLst>
                <a:ext uri="{FF2B5EF4-FFF2-40B4-BE49-F238E27FC236}">
                  <a16:creationId xmlns:a16="http://schemas.microsoft.com/office/drawing/2014/main" id="{42F634D7-5424-8168-AF2C-19FB30819F0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6" name="Rectangle 660">
              <a:extLst>
                <a:ext uri="{FF2B5EF4-FFF2-40B4-BE49-F238E27FC236}">
                  <a16:creationId xmlns:a16="http://schemas.microsoft.com/office/drawing/2014/main" id="{781ADC54-29C0-93DE-5F34-591C62301A7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" name="Rectangle 661">
              <a:extLst>
                <a:ext uri="{FF2B5EF4-FFF2-40B4-BE49-F238E27FC236}">
                  <a16:creationId xmlns:a16="http://schemas.microsoft.com/office/drawing/2014/main" id="{6F28CED3-60EF-052F-03FD-5B96069F369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" name="Rectangle 662">
              <a:extLst>
                <a:ext uri="{FF2B5EF4-FFF2-40B4-BE49-F238E27FC236}">
                  <a16:creationId xmlns:a16="http://schemas.microsoft.com/office/drawing/2014/main" id="{D8518E06-B007-6F39-60D1-F3CC08BC622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9" name="Freeform 663">
              <a:extLst>
                <a:ext uri="{FF2B5EF4-FFF2-40B4-BE49-F238E27FC236}">
                  <a16:creationId xmlns:a16="http://schemas.microsoft.com/office/drawing/2014/main" id="{3251E27C-4604-92D3-078A-1993D949EC63}"/>
                </a:ext>
              </a:extLst>
            </p:cNvPr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0" name="Freeform 664">
              <a:extLst>
                <a:ext uri="{FF2B5EF4-FFF2-40B4-BE49-F238E27FC236}">
                  <a16:creationId xmlns:a16="http://schemas.microsoft.com/office/drawing/2014/main" id="{A8C9A9E4-B6E6-3EB2-762D-AB244B8F8CBC}"/>
                </a:ext>
              </a:extLst>
            </p:cNvPr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1" name="Freeform 665">
              <a:extLst>
                <a:ext uri="{FF2B5EF4-FFF2-40B4-BE49-F238E27FC236}">
                  <a16:creationId xmlns:a16="http://schemas.microsoft.com/office/drawing/2014/main" id="{62819D83-F6A1-AD64-CB2C-9148A6B67869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2" name="Freeform 666">
              <a:extLst>
                <a:ext uri="{FF2B5EF4-FFF2-40B4-BE49-F238E27FC236}">
                  <a16:creationId xmlns:a16="http://schemas.microsoft.com/office/drawing/2014/main" id="{02D2C92E-23B2-0D58-4EAB-9402DC679481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" name="Freeform 667">
              <a:extLst>
                <a:ext uri="{FF2B5EF4-FFF2-40B4-BE49-F238E27FC236}">
                  <a16:creationId xmlns:a16="http://schemas.microsoft.com/office/drawing/2014/main" id="{6B8575DE-9C83-74CB-2CF8-2025730B61D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4" name="Freeform 668">
              <a:extLst>
                <a:ext uri="{FF2B5EF4-FFF2-40B4-BE49-F238E27FC236}">
                  <a16:creationId xmlns:a16="http://schemas.microsoft.com/office/drawing/2014/main" id="{72AF8A9A-C821-5EB9-9ECB-C58164EAC95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5" name="Freeform 675">
              <a:extLst>
                <a:ext uri="{FF2B5EF4-FFF2-40B4-BE49-F238E27FC236}">
                  <a16:creationId xmlns:a16="http://schemas.microsoft.com/office/drawing/2014/main" id="{87D26354-3139-8C19-5632-F1CE61E7B162}"/>
                </a:ext>
              </a:extLst>
            </p:cNvPr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6" name="Freeform 676">
              <a:extLst>
                <a:ext uri="{FF2B5EF4-FFF2-40B4-BE49-F238E27FC236}">
                  <a16:creationId xmlns:a16="http://schemas.microsoft.com/office/drawing/2014/main" id="{CDB6D207-69DC-1423-AC4C-8FF01145ACCA}"/>
                </a:ext>
              </a:extLst>
            </p:cNvPr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Freeform 677">
              <a:extLst>
                <a:ext uri="{FF2B5EF4-FFF2-40B4-BE49-F238E27FC236}">
                  <a16:creationId xmlns:a16="http://schemas.microsoft.com/office/drawing/2014/main" id="{9DD1135E-772C-8E15-F8C0-7DD6FF0586EA}"/>
                </a:ext>
              </a:extLst>
            </p:cNvPr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8" name="Freeform 678">
              <a:extLst>
                <a:ext uri="{FF2B5EF4-FFF2-40B4-BE49-F238E27FC236}">
                  <a16:creationId xmlns:a16="http://schemas.microsoft.com/office/drawing/2014/main" id="{B46E1193-9BC7-73EB-FC91-39E09F2B4F93}"/>
                </a:ext>
              </a:extLst>
            </p:cNvPr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9" name="Rectangle 679">
              <a:extLst>
                <a:ext uri="{FF2B5EF4-FFF2-40B4-BE49-F238E27FC236}">
                  <a16:creationId xmlns:a16="http://schemas.microsoft.com/office/drawing/2014/main" id="{6F34079B-6EE7-848E-8B0C-FF03D28A2C6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0" name="Rectangle 680">
              <a:extLst>
                <a:ext uri="{FF2B5EF4-FFF2-40B4-BE49-F238E27FC236}">
                  <a16:creationId xmlns:a16="http://schemas.microsoft.com/office/drawing/2014/main" id="{003C657D-5D04-17FC-39F9-84E7DA9EE7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1" name="Freeform 681">
              <a:extLst>
                <a:ext uri="{FF2B5EF4-FFF2-40B4-BE49-F238E27FC236}">
                  <a16:creationId xmlns:a16="http://schemas.microsoft.com/office/drawing/2014/main" id="{53D4C794-840D-C61B-10B3-61A9E8021972}"/>
                </a:ext>
              </a:extLst>
            </p:cNvPr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2" name="Freeform 682">
              <a:extLst>
                <a:ext uri="{FF2B5EF4-FFF2-40B4-BE49-F238E27FC236}">
                  <a16:creationId xmlns:a16="http://schemas.microsoft.com/office/drawing/2014/main" id="{9FF0A43C-D416-FE96-599E-C7314136D1C8}"/>
                </a:ext>
              </a:extLst>
            </p:cNvPr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3" name="Freeform 683">
              <a:extLst>
                <a:ext uri="{FF2B5EF4-FFF2-40B4-BE49-F238E27FC236}">
                  <a16:creationId xmlns:a16="http://schemas.microsoft.com/office/drawing/2014/main" id="{3E32F944-CACE-E8B2-F85F-096B930F2334}"/>
                </a:ext>
              </a:extLst>
            </p:cNvPr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4" name="Freeform 684">
              <a:extLst>
                <a:ext uri="{FF2B5EF4-FFF2-40B4-BE49-F238E27FC236}">
                  <a16:creationId xmlns:a16="http://schemas.microsoft.com/office/drawing/2014/main" id="{DEA8EC91-5D3E-88A8-098E-1DF6FA726009}"/>
                </a:ext>
              </a:extLst>
            </p:cNvPr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5" name="Rectangle 685">
              <a:extLst>
                <a:ext uri="{FF2B5EF4-FFF2-40B4-BE49-F238E27FC236}">
                  <a16:creationId xmlns:a16="http://schemas.microsoft.com/office/drawing/2014/main" id="{C8E2BC84-2D05-57CE-B924-29F6EA4D476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6" name="Rectangle 686">
              <a:extLst>
                <a:ext uri="{FF2B5EF4-FFF2-40B4-BE49-F238E27FC236}">
                  <a16:creationId xmlns:a16="http://schemas.microsoft.com/office/drawing/2014/main" id="{9451593C-8856-E4EE-E0B8-DCF31CAF6B7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7" name="Rectangle 687">
              <a:extLst>
                <a:ext uri="{FF2B5EF4-FFF2-40B4-BE49-F238E27FC236}">
                  <a16:creationId xmlns:a16="http://schemas.microsoft.com/office/drawing/2014/main" id="{F6777939-473B-A9CF-8092-3D4323BCBE5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" name="Rectangle 688">
              <a:extLst>
                <a:ext uri="{FF2B5EF4-FFF2-40B4-BE49-F238E27FC236}">
                  <a16:creationId xmlns:a16="http://schemas.microsoft.com/office/drawing/2014/main" id="{20813DB6-D8D3-DD91-9829-78BC89E9CE2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9" name="Rectangle 689">
              <a:extLst>
                <a:ext uri="{FF2B5EF4-FFF2-40B4-BE49-F238E27FC236}">
                  <a16:creationId xmlns:a16="http://schemas.microsoft.com/office/drawing/2014/main" id="{3CCF7CB5-E6E8-3E7F-5835-0C6085601F7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0" name="Rectangle 690">
              <a:extLst>
                <a:ext uri="{FF2B5EF4-FFF2-40B4-BE49-F238E27FC236}">
                  <a16:creationId xmlns:a16="http://schemas.microsoft.com/office/drawing/2014/main" id="{24000D72-C778-69A7-03BF-59F07834B8B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1" name="Rectangle 691">
              <a:extLst>
                <a:ext uri="{FF2B5EF4-FFF2-40B4-BE49-F238E27FC236}">
                  <a16:creationId xmlns:a16="http://schemas.microsoft.com/office/drawing/2014/main" id="{2C4D85A0-691B-D615-8C2B-E4D5F8F411A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2" name="Freeform 692">
              <a:extLst>
                <a:ext uri="{FF2B5EF4-FFF2-40B4-BE49-F238E27FC236}">
                  <a16:creationId xmlns:a16="http://schemas.microsoft.com/office/drawing/2014/main" id="{7A4F4512-BB0F-5CED-2373-7D4F76BABB22}"/>
                </a:ext>
              </a:extLst>
            </p:cNvPr>
            <p:cNvSpPr/>
            <p:nvPr/>
          </p:nvSpPr>
          <p:spPr bwMode="auto">
            <a:xfrm flipH="1" flipV="1">
              <a:off x="13902961" y="866397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3" name="Rectangle 693">
              <a:extLst>
                <a:ext uri="{FF2B5EF4-FFF2-40B4-BE49-F238E27FC236}">
                  <a16:creationId xmlns:a16="http://schemas.microsoft.com/office/drawing/2014/main" id="{37D472EF-D484-CF85-29C5-36632830775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4" name="Rectangle 694">
              <a:extLst>
                <a:ext uri="{FF2B5EF4-FFF2-40B4-BE49-F238E27FC236}">
                  <a16:creationId xmlns:a16="http://schemas.microsoft.com/office/drawing/2014/main" id="{0EC13F8A-19A0-1589-C257-1536CFC580B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5" name="Rectangle 695">
              <a:extLst>
                <a:ext uri="{FF2B5EF4-FFF2-40B4-BE49-F238E27FC236}">
                  <a16:creationId xmlns:a16="http://schemas.microsoft.com/office/drawing/2014/main" id="{44477B00-F3F4-0147-30E5-F9C9AB66F92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6" name="Rectangle 696">
              <a:extLst>
                <a:ext uri="{FF2B5EF4-FFF2-40B4-BE49-F238E27FC236}">
                  <a16:creationId xmlns:a16="http://schemas.microsoft.com/office/drawing/2014/main" id="{9DF103EA-AAF6-2C10-B937-81B18358219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7" name="Freeform 697">
              <a:extLst>
                <a:ext uri="{FF2B5EF4-FFF2-40B4-BE49-F238E27FC236}">
                  <a16:creationId xmlns:a16="http://schemas.microsoft.com/office/drawing/2014/main" id="{CBD21FC8-7ECC-50E4-69FB-EA0A501F65E0}"/>
                </a:ext>
              </a:extLst>
            </p:cNvPr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8" name="Freeform 698">
              <a:extLst>
                <a:ext uri="{FF2B5EF4-FFF2-40B4-BE49-F238E27FC236}">
                  <a16:creationId xmlns:a16="http://schemas.microsoft.com/office/drawing/2014/main" id="{DABC4C85-E7EA-23F2-A3EB-6D640AF3CB5D}"/>
                </a:ext>
              </a:extLst>
            </p:cNvPr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9" name="Freeform 699">
              <a:extLst>
                <a:ext uri="{FF2B5EF4-FFF2-40B4-BE49-F238E27FC236}">
                  <a16:creationId xmlns:a16="http://schemas.microsoft.com/office/drawing/2014/main" id="{E915D56F-7B70-B86C-BC53-B1F83A982175}"/>
                </a:ext>
              </a:extLst>
            </p:cNvPr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0" name="Freeform 700">
              <a:extLst>
                <a:ext uri="{FF2B5EF4-FFF2-40B4-BE49-F238E27FC236}">
                  <a16:creationId xmlns:a16="http://schemas.microsoft.com/office/drawing/2014/main" id="{281CD741-DDEF-59C2-9ACC-7FFA5B5F050D}"/>
                </a:ext>
              </a:extLst>
            </p:cNvPr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1" name="Freeform 701">
              <a:extLst>
                <a:ext uri="{FF2B5EF4-FFF2-40B4-BE49-F238E27FC236}">
                  <a16:creationId xmlns:a16="http://schemas.microsoft.com/office/drawing/2014/main" id="{34805CD5-172F-7ADA-127C-6A1943E7F4E8}"/>
                </a:ext>
              </a:extLst>
            </p:cNvPr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2" name="Freeform 702">
              <a:extLst>
                <a:ext uri="{FF2B5EF4-FFF2-40B4-BE49-F238E27FC236}">
                  <a16:creationId xmlns:a16="http://schemas.microsoft.com/office/drawing/2014/main" id="{71C81F01-33FD-C0CB-53F6-5F34F6C4CD65}"/>
                </a:ext>
              </a:extLst>
            </p:cNvPr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3" name="Rectangle 703">
              <a:extLst>
                <a:ext uri="{FF2B5EF4-FFF2-40B4-BE49-F238E27FC236}">
                  <a16:creationId xmlns:a16="http://schemas.microsoft.com/office/drawing/2014/main" id="{358CDA03-E891-8185-8609-5AA9D005C80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4" name="Rectangle 704">
              <a:extLst>
                <a:ext uri="{FF2B5EF4-FFF2-40B4-BE49-F238E27FC236}">
                  <a16:creationId xmlns:a16="http://schemas.microsoft.com/office/drawing/2014/main" id="{FC1B6FEE-62C1-4415-C7A6-2CBC22897F4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5" name="Rectangle 705">
              <a:extLst>
                <a:ext uri="{FF2B5EF4-FFF2-40B4-BE49-F238E27FC236}">
                  <a16:creationId xmlns:a16="http://schemas.microsoft.com/office/drawing/2014/main" id="{E2FA04E8-6D6A-A1F4-5648-C3260E38793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6" name="Freeform 706">
              <a:extLst>
                <a:ext uri="{FF2B5EF4-FFF2-40B4-BE49-F238E27FC236}">
                  <a16:creationId xmlns:a16="http://schemas.microsoft.com/office/drawing/2014/main" id="{B2212CBE-0E57-EFAE-2C0B-37E48CDC9A7A}"/>
                </a:ext>
              </a:extLst>
            </p:cNvPr>
            <p:cNvSpPr/>
            <p:nvPr/>
          </p:nvSpPr>
          <p:spPr bwMode="auto">
            <a:xfrm flipV="1">
              <a:off x="13901375" y="866397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7" name="Freeform 707">
              <a:extLst>
                <a:ext uri="{FF2B5EF4-FFF2-40B4-BE49-F238E27FC236}">
                  <a16:creationId xmlns:a16="http://schemas.microsoft.com/office/drawing/2014/main" id="{657F6AF0-9382-E7ED-F48A-C530A822574D}"/>
                </a:ext>
              </a:extLst>
            </p:cNvPr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8" name="Freeform 708">
              <a:extLst>
                <a:ext uri="{FF2B5EF4-FFF2-40B4-BE49-F238E27FC236}">
                  <a16:creationId xmlns:a16="http://schemas.microsoft.com/office/drawing/2014/main" id="{C544B74A-D053-0E45-E4B5-1AF9C33A91CB}"/>
                </a:ext>
              </a:extLst>
            </p:cNvPr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9" name="Freeform 709">
              <a:extLst>
                <a:ext uri="{FF2B5EF4-FFF2-40B4-BE49-F238E27FC236}">
                  <a16:creationId xmlns:a16="http://schemas.microsoft.com/office/drawing/2014/main" id="{8690AECA-A73C-EDF0-F690-7D6B05BC66D4}"/>
                </a:ext>
              </a:extLst>
            </p:cNvPr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0" name="Freeform 710">
              <a:extLst>
                <a:ext uri="{FF2B5EF4-FFF2-40B4-BE49-F238E27FC236}">
                  <a16:creationId xmlns:a16="http://schemas.microsoft.com/office/drawing/2014/main" id="{EEB861F6-D87D-7489-C2F3-ED41F19B5714}"/>
                </a:ext>
              </a:extLst>
            </p:cNvPr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1" name="Freeform 711">
              <a:extLst>
                <a:ext uri="{FF2B5EF4-FFF2-40B4-BE49-F238E27FC236}">
                  <a16:creationId xmlns:a16="http://schemas.microsoft.com/office/drawing/2014/main" id="{525FC62C-EE50-4A89-70EC-A95AED52996C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2" name="Freeform 712">
              <a:extLst>
                <a:ext uri="{FF2B5EF4-FFF2-40B4-BE49-F238E27FC236}">
                  <a16:creationId xmlns:a16="http://schemas.microsoft.com/office/drawing/2014/main" id="{BE5142F0-E85F-4712-8240-61E229FA9447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3" name="Freeform 713">
              <a:extLst>
                <a:ext uri="{FF2B5EF4-FFF2-40B4-BE49-F238E27FC236}">
                  <a16:creationId xmlns:a16="http://schemas.microsoft.com/office/drawing/2014/main" id="{983802D1-0DED-6647-AEA8-04E9B06C6E7B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4" name="Freeform 714">
              <a:extLst>
                <a:ext uri="{FF2B5EF4-FFF2-40B4-BE49-F238E27FC236}">
                  <a16:creationId xmlns:a16="http://schemas.microsoft.com/office/drawing/2014/main" id="{AB8D6B79-BFAB-41C9-8A49-5469B55F2682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5" name="Freeform 715">
              <a:extLst>
                <a:ext uri="{FF2B5EF4-FFF2-40B4-BE49-F238E27FC236}">
                  <a16:creationId xmlns:a16="http://schemas.microsoft.com/office/drawing/2014/main" id="{A62158DE-C94C-82C7-9948-4E10562E866B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6" name="Freeform 716">
              <a:extLst>
                <a:ext uri="{FF2B5EF4-FFF2-40B4-BE49-F238E27FC236}">
                  <a16:creationId xmlns:a16="http://schemas.microsoft.com/office/drawing/2014/main" id="{6430F6BC-8365-B57B-0296-947F12F9EB4B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7" name="Rectangle 717">
              <a:extLst>
                <a:ext uri="{FF2B5EF4-FFF2-40B4-BE49-F238E27FC236}">
                  <a16:creationId xmlns:a16="http://schemas.microsoft.com/office/drawing/2014/main" id="{0F6D044D-E654-E95E-D9C9-726BDB950AA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7144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" name="Freeform 718">
              <a:extLst>
                <a:ext uri="{FF2B5EF4-FFF2-40B4-BE49-F238E27FC236}">
                  <a16:creationId xmlns:a16="http://schemas.microsoft.com/office/drawing/2014/main" id="{02103FE1-DBF8-418C-EA4E-A108FA70D564}"/>
                </a:ext>
              </a:extLst>
            </p:cNvPr>
            <p:cNvSpPr/>
            <p:nvPr/>
          </p:nvSpPr>
          <p:spPr bwMode="auto">
            <a:xfrm flipH="1" flipV="1">
              <a:off x="13906136" y="8668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9" name="Freeform 719">
              <a:extLst>
                <a:ext uri="{FF2B5EF4-FFF2-40B4-BE49-F238E27FC236}">
                  <a16:creationId xmlns:a16="http://schemas.microsoft.com/office/drawing/2014/main" id="{FBF16FAA-3104-B02B-5657-421224A148E5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0" name="Freeform 720">
              <a:extLst>
                <a:ext uri="{FF2B5EF4-FFF2-40B4-BE49-F238E27FC236}">
                  <a16:creationId xmlns:a16="http://schemas.microsoft.com/office/drawing/2014/main" id="{0CCD2344-78A6-86BB-54E8-0862209A8D22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1" name="Freeform 721">
              <a:extLst>
                <a:ext uri="{FF2B5EF4-FFF2-40B4-BE49-F238E27FC236}">
                  <a16:creationId xmlns:a16="http://schemas.microsoft.com/office/drawing/2014/main" id="{1F5A2692-0D09-8AB3-7C1C-6AE3A58EA86D}"/>
                </a:ext>
              </a:extLst>
            </p:cNvPr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2" name="Freeform 722">
              <a:extLst>
                <a:ext uri="{FF2B5EF4-FFF2-40B4-BE49-F238E27FC236}">
                  <a16:creationId xmlns:a16="http://schemas.microsoft.com/office/drawing/2014/main" id="{1123CFE6-2AA8-43D1-8CF6-CA9956EEF2CA}"/>
                </a:ext>
              </a:extLst>
            </p:cNvPr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3" name="Freeform 723">
              <a:extLst>
                <a:ext uri="{FF2B5EF4-FFF2-40B4-BE49-F238E27FC236}">
                  <a16:creationId xmlns:a16="http://schemas.microsoft.com/office/drawing/2014/main" id="{D72F2599-9D2F-D9D2-B18E-12FF56DA9C61}"/>
                </a:ext>
              </a:extLst>
            </p:cNvPr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4" name="Freeform 724">
              <a:extLst>
                <a:ext uri="{FF2B5EF4-FFF2-40B4-BE49-F238E27FC236}">
                  <a16:creationId xmlns:a16="http://schemas.microsoft.com/office/drawing/2014/main" id="{2205EB4F-B0A6-71E3-A0DA-7DE348C98A08}"/>
                </a:ext>
              </a:extLst>
            </p:cNvPr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5" name="Freeform 725">
              <a:extLst>
                <a:ext uri="{FF2B5EF4-FFF2-40B4-BE49-F238E27FC236}">
                  <a16:creationId xmlns:a16="http://schemas.microsoft.com/office/drawing/2014/main" id="{9E6F97C9-752B-7829-CCF6-8A9113748840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6" name="Freeform 726">
              <a:extLst>
                <a:ext uri="{FF2B5EF4-FFF2-40B4-BE49-F238E27FC236}">
                  <a16:creationId xmlns:a16="http://schemas.microsoft.com/office/drawing/2014/main" id="{794CB1EA-033F-E7BD-4791-382FF4C0E3BC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7" name="Rectangle 727">
              <a:extLst>
                <a:ext uri="{FF2B5EF4-FFF2-40B4-BE49-F238E27FC236}">
                  <a16:creationId xmlns:a16="http://schemas.microsoft.com/office/drawing/2014/main" id="{B280223C-B896-310E-A402-0C013D869BC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8" name="Freeform 728">
              <a:extLst>
                <a:ext uri="{FF2B5EF4-FFF2-40B4-BE49-F238E27FC236}">
                  <a16:creationId xmlns:a16="http://schemas.microsoft.com/office/drawing/2014/main" id="{A68E65FB-B37D-278E-B4EA-3A547FCCBDB7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" name="Freeform 729">
              <a:extLst>
                <a:ext uri="{FF2B5EF4-FFF2-40B4-BE49-F238E27FC236}">
                  <a16:creationId xmlns:a16="http://schemas.microsoft.com/office/drawing/2014/main" id="{D24ED3D1-2806-36DB-F751-A5B3AEE82C7D}"/>
                </a:ext>
              </a:extLst>
            </p:cNvPr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0" name="Freeform 730">
              <a:extLst>
                <a:ext uri="{FF2B5EF4-FFF2-40B4-BE49-F238E27FC236}">
                  <a16:creationId xmlns:a16="http://schemas.microsoft.com/office/drawing/2014/main" id="{F02CB92C-A547-7359-2AC6-845ABEA54DB4}"/>
                </a:ext>
              </a:extLst>
            </p:cNvPr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1" name="Freeform 731">
              <a:extLst>
                <a:ext uri="{FF2B5EF4-FFF2-40B4-BE49-F238E27FC236}">
                  <a16:creationId xmlns:a16="http://schemas.microsoft.com/office/drawing/2014/main" id="{DC26FD26-2FA5-E21B-38E0-33C1E211FD9D}"/>
                </a:ext>
              </a:extLst>
            </p:cNvPr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2" name="Freeform 732">
              <a:extLst>
                <a:ext uri="{FF2B5EF4-FFF2-40B4-BE49-F238E27FC236}">
                  <a16:creationId xmlns:a16="http://schemas.microsoft.com/office/drawing/2014/main" id="{F933B9FB-A8C8-C7AE-69AF-850F1AFCBD26}"/>
                </a:ext>
              </a:extLst>
            </p:cNvPr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3" name="文本框 372" descr="页面标题">
            <a:extLst>
              <a:ext uri="{FF2B5EF4-FFF2-40B4-BE49-F238E27FC236}">
                <a16:creationId xmlns:a16="http://schemas.microsoft.com/office/drawing/2014/main" id="{6743A996-7239-7042-3C0B-DF17195D033E}"/>
              </a:ext>
            </a:extLst>
          </p:cNvPr>
          <p:cNvSpPr txBox="1"/>
          <p:nvPr/>
        </p:nvSpPr>
        <p:spPr>
          <a:xfrm>
            <a:off x="720250" y="611403"/>
            <a:ext cx="562311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en-US" altLang="zh-CN" sz="3200" dirty="0" err="1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如何工作？</a:t>
            </a:r>
          </a:p>
        </p:txBody>
      </p:sp>
      <p:pic>
        <p:nvPicPr>
          <p:cNvPr id="3" name="图片 0" descr="ChatGPT Image 2026年8月27日 21_35_19">
            <a:extLst>
              <a:ext uri="{FF2B5EF4-FFF2-40B4-BE49-F238E27FC236}">
                <a16:creationId xmlns:a16="http://schemas.microsoft.com/office/drawing/2014/main" id="{CE66FE22-64BD-24A2-CE93-D8F318054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50" y="1485638"/>
            <a:ext cx="5683250" cy="466153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8AC4ACD2-90F5-CA58-9BC0-27AE448EC263}"/>
              </a:ext>
            </a:extLst>
          </p:cNvPr>
          <p:cNvSpPr txBox="1"/>
          <p:nvPr/>
        </p:nvSpPr>
        <p:spPr>
          <a:xfrm>
            <a:off x="6908353" y="3231371"/>
            <a:ext cx="4764436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着火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晕倒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失联→</a:t>
            </a:r>
            <a:r>
              <a:rPr lang="en-US" altLang="zh-CN" dirty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high</a:t>
            </a:r>
            <a:r>
              <a:rPr lang="zh-CN" altLang="en-US" dirty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紧急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，给出处置建议</a:t>
            </a:r>
          </a:p>
          <a:p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考试通知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资料发放→</a:t>
            </a:r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medium</a:t>
            </a:r>
            <a:r>
              <a:rPr lang="zh-CN" alt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事务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，提醒跟进</a:t>
            </a:r>
          </a:p>
          <a:p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食堂难吃→自动忽略，不误报</a:t>
            </a:r>
          </a:p>
        </p:txBody>
      </p:sp>
    </p:spTree>
    <p:extLst>
      <p:ext uri="{BB962C8B-B14F-4D97-AF65-F5344CB8AC3E}">
        <p14:creationId xmlns:p14="http://schemas.microsoft.com/office/powerpoint/2010/main" val="211304694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直接连接符 48"/>
          <p:cNvCxnSpPr/>
          <p:nvPr/>
        </p:nvCxnSpPr>
        <p:spPr>
          <a:xfrm flipH="1">
            <a:off x="4974702" y="33039"/>
            <a:ext cx="0" cy="3541065"/>
          </a:xfrm>
          <a:prstGeom prst="line">
            <a:avLst/>
          </a:prstGeom>
          <a:ln>
            <a:solidFill>
              <a:srgbClr val="3C17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4974702" y="2856343"/>
            <a:ext cx="0" cy="969397"/>
          </a:xfrm>
          <a:prstGeom prst="line">
            <a:avLst/>
          </a:prstGeom>
          <a:ln w="41275">
            <a:solidFill>
              <a:srgbClr val="7006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 descr="章节序号1"/>
          <p:cNvSpPr txBox="1"/>
          <p:nvPr/>
        </p:nvSpPr>
        <p:spPr>
          <a:xfrm>
            <a:off x="956126" y="2875002"/>
            <a:ext cx="4578213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PART</a:t>
            </a:r>
            <a:r>
              <a:rPr lang="zh-CN" altLang="en-US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 </a:t>
            </a:r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2</a:t>
            </a:r>
            <a:endParaRPr lang="zh-CN" altLang="en-US" sz="6600">
              <a:solidFill>
                <a:srgbClr val="D41366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52488" y="3013502"/>
            <a:ext cx="5558288" cy="830997"/>
            <a:chOff x="4854977" y="2900301"/>
            <a:chExt cx="5558288" cy="830997"/>
          </a:xfrm>
        </p:grpSpPr>
        <p:sp>
          <p:nvSpPr>
            <p:cNvPr id="55" name="矩形 54"/>
            <p:cNvSpPr/>
            <p:nvPr/>
          </p:nvSpPr>
          <p:spPr>
            <a:xfrm>
              <a:off x="8946768" y="3321060"/>
              <a:ext cx="1466497" cy="407847"/>
            </a:xfrm>
            <a:prstGeom prst="rect">
              <a:avLst/>
            </a:prstGeom>
            <a:gradFill>
              <a:gsLst>
                <a:gs pos="18000">
                  <a:srgbClr val="910475"/>
                </a:gs>
                <a:gs pos="75000">
                  <a:srgbClr val="1B0E4A">
                    <a:alpha val="25000"/>
                  </a:srgbClr>
                </a:gs>
              </a:gsLst>
              <a:lin ang="12600000" scaled="0"/>
            </a:gradFill>
            <a:ln w="3175">
              <a:noFill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文本框 56" descr="章节标题1"/>
            <p:cNvSpPr txBox="1"/>
            <p:nvPr/>
          </p:nvSpPr>
          <p:spPr>
            <a:xfrm>
              <a:off x="4854977" y="2900301"/>
              <a:ext cx="5311864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从</a:t>
              </a:r>
              <a:r>
                <a:rPr lang="en-US" altLang="zh-CN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0</a:t>
              </a:r>
              <a:r>
                <a:rPr lang="zh-CN" altLang="en-US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到</a:t>
              </a:r>
              <a:r>
                <a:rPr lang="en-US" altLang="zh-CN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1</a:t>
              </a:r>
              <a:r>
                <a:rPr lang="zh-CN" altLang="en-US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打造原型</a:t>
              </a:r>
            </a:p>
          </p:txBody>
        </p:sp>
      </p:grpSp>
      <p:cxnSp>
        <p:nvCxnSpPr>
          <p:cNvPr id="1129" name="直接连接符 1128"/>
          <p:cNvCxnSpPr/>
          <p:nvPr/>
        </p:nvCxnSpPr>
        <p:spPr>
          <a:xfrm flipH="1">
            <a:off x="4974702" y="4209143"/>
            <a:ext cx="0" cy="2648857"/>
          </a:xfrm>
          <a:prstGeom prst="line">
            <a:avLst/>
          </a:prstGeom>
          <a:ln>
            <a:solidFill>
              <a:srgbClr val="2B1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2" name="椭圆 1131"/>
          <p:cNvSpPr>
            <a:spLocks noChangeAspect="1"/>
          </p:cNvSpPr>
          <p:nvPr/>
        </p:nvSpPr>
        <p:spPr>
          <a:xfrm flipV="1">
            <a:off x="10402091" y="1115652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3" name="椭圆 1132"/>
          <p:cNvSpPr>
            <a:spLocks noChangeAspect="1"/>
          </p:cNvSpPr>
          <p:nvPr/>
        </p:nvSpPr>
        <p:spPr>
          <a:xfrm flipV="1">
            <a:off x="8222268" y="2443739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4" name="椭圆 1133"/>
          <p:cNvSpPr>
            <a:spLocks noChangeAspect="1"/>
          </p:cNvSpPr>
          <p:nvPr/>
        </p:nvSpPr>
        <p:spPr>
          <a:xfrm flipV="1">
            <a:off x="3777981" y="4475441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5" name="椭圆 1134"/>
          <p:cNvSpPr>
            <a:spLocks noChangeAspect="1"/>
          </p:cNvSpPr>
          <p:nvPr/>
        </p:nvSpPr>
        <p:spPr>
          <a:xfrm flipV="1">
            <a:off x="11661093" y="2926878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6" name="椭圆 1135"/>
          <p:cNvSpPr>
            <a:spLocks noChangeAspect="1"/>
          </p:cNvSpPr>
          <p:nvPr/>
        </p:nvSpPr>
        <p:spPr>
          <a:xfrm flipV="1">
            <a:off x="9361039" y="1526229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7" name="椭圆 1136"/>
          <p:cNvSpPr>
            <a:spLocks noChangeAspect="1"/>
          </p:cNvSpPr>
          <p:nvPr/>
        </p:nvSpPr>
        <p:spPr>
          <a:xfrm flipV="1">
            <a:off x="9708982" y="2528033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8" name="椭圆 1137"/>
          <p:cNvSpPr>
            <a:spLocks noChangeAspect="1"/>
          </p:cNvSpPr>
          <p:nvPr/>
        </p:nvSpPr>
        <p:spPr>
          <a:xfrm flipV="1">
            <a:off x="11688031" y="309540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9" name="椭圆 1138"/>
          <p:cNvSpPr>
            <a:spLocks noChangeAspect="1"/>
          </p:cNvSpPr>
          <p:nvPr/>
        </p:nvSpPr>
        <p:spPr>
          <a:xfrm flipV="1">
            <a:off x="11303185" y="1725617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0" name="椭圆 1139"/>
          <p:cNvSpPr>
            <a:spLocks noChangeAspect="1"/>
          </p:cNvSpPr>
          <p:nvPr/>
        </p:nvSpPr>
        <p:spPr>
          <a:xfrm flipV="1">
            <a:off x="6070143" y="1792060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1" name="椭圆 1140"/>
          <p:cNvSpPr>
            <a:spLocks noChangeAspect="1"/>
          </p:cNvSpPr>
          <p:nvPr/>
        </p:nvSpPr>
        <p:spPr>
          <a:xfrm flipV="1">
            <a:off x="9551918" y="5769411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2" name="椭圆 1141"/>
          <p:cNvSpPr>
            <a:spLocks noChangeAspect="1"/>
          </p:cNvSpPr>
          <p:nvPr/>
        </p:nvSpPr>
        <p:spPr>
          <a:xfrm flipV="1">
            <a:off x="8445257" y="635785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3" name="椭圆 1142"/>
          <p:cNvSpPr>
            <a:spLocks noChangeAspect="1"/>
          </p:cNvSpPr>
          <p:nvPr/>
        </p:nvSpPr>
        <p:spPr>
          <a:xfrm flipV="1">
            <a:off x="7971074" y="513871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4" name="椭圆 1143"/>
          <p:cNvSpPr>
            <a:spLocks noChangeAspect="1"/>
          </p:cNvSpPr>
          <p:nvPr/>
        </p:nvSpPr>
        <p:spPr>
          <a:xfrm flipH="1" flipV="1">
            <a:off x="3306646" y="4358157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5" name="椭圆 1144"/>
          <p:cNvSpPr>
            <a:spLocks noChangeAspect="1"/>
          </p:cNvSpPr>
          <p:nvPr/>
        </p:nvSpPr>
        <p:spPr>
          <a:xfrm flipH="1" flipV="1">
            <a:off x="3049890" y="5717196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6" name="椭圆 1145"/>
          <p:cNvSpPr>
            <a:spLocks noChangeAspect="1"/>
          </p:cNvSpPr>
          <p:nvPr/>
        </p:nvSpPr>
        <p:spPr>
          <a:xfrm flipH="1" flipV="1">
            <a:off x="3829694" y="283704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7" name="椭圆 1146"/>
          <p:cNvSpPr>
            <a:spLocks noChangeAspect="1"/>
          </p:cNvSpPr>
          <p:nvPr/>
        </p:nvSpPr>
        <p:spPr>
          <a:xfrm flipH="1" flipV="1">
            <a:off x="1612873" y="452700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8" name="椭圆 1147"/>
          <p:cNvSpPr>
            <a:spLocks noChangeAspect="1"/>
          </p:cNvSpPr>
          <p:nvPr/>
        </p:nvSpPr>
        <p:spPr>
          <a:xfrm flipH="1" flipV="1">
            <a:off x="810729" y="546121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9" name="椭圆 1148"/>
          <p:cNvSpPr>
            <a:spLocks noChangeAspect="1"/>
          </p:cNvSpPr>
          <p:nvPr/>
        </p:nvSpPr>
        <p:spPr>
          <a:xfrm flipH="1" flipV="1">
            <a:off x="452256" y="584882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0" name="椭圆 1149"/>
          <p:cNvSpPr>
            <a:spLocks noChangeAspect="1"/>
          </p:cNvSpPr>
          <p:nvPr/>
        </p:nvSpPr>
        <p:spPr>
          <a:xfrm flipH="1" flipV="1">
            <a:off x="1594330" y="274799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1" name="椭圆 1150"/>
          <p:cNvSpPr>
            <a:spLocks noChangeAspect="1"/>
          </p:cNvSpPr>
          <p:nvPr/>
        </p:nvSpPr>
        <p:spPr>
          <a:xfrm flipV="1">
            <a:off x="1790413" y="884900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99" name="组合 1198"/>
          <p:cNvGrpSpPr/>
          <p:nvPr/>
        </p:nvGrpSpPr>
        <p:grpSpPr>
          <a:xfrm flipH="1">
            <a:off x="10405721" y="5150779"/>
            <a:ext cx="1226873" cy="1230139"/>
            <a:chOff x="2731720" y="54050"/>
            <a:chExt cx="6727675" cy="6745583"/>
          </a:xfrm>
        </p:grpSpPr>
        <p:sp>
          <p:nvSpPr>
            <p:cNvPr id="1200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 flipH="1">
            <a:off x="1007517" y="1775288"/>
            <a:ext cx="3907966" cy="3918370"/>
            <a:chOff x="2731720" y="54050"/>
            <a:chExt cx="6727675" cy="6745583"/>
          </a:xfrm>
        </p:grpSpPr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2" name="弧形 71"/>
          <p:cNvSpPr/>
          <p:nvPr/>
        </p:nvSpPr>
        <p:spPr>
          <a:xfrm flipH="1">
            <a:off x="1395666" y="2706098"/>
            <a:ext cx="3018971" cy="3018971"/>
          </a:xfrm>
          <a:prstGeom prst="arc">
            <a:avLst>
              <a:gd name="adj1" fmla="val 19726896"/>
              <a:gd name="adj2" fmla="val 8263555"/>
            </a:avLst>
          </a:prstGeom>
          <a:ln w="3175">
            <a:solidFill>
              <a:srgbClr val="C0135F">
                <a:alpha val="51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椭圆 88"/>
          <p:cNvSpPr>
            <a:spLocks noChangeAspect="1"/>
          </p:cNvSpPr>
          <p:nvPr/>
        </p:nvSpPr>
        <p:spPr>
          <a:xfrm flipV="1">
            <a:off x="10646297" y="1001228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椭圆 89"/>
          <p:cNvSpPr>
            <a:spLocks noChangeAspect="1"/>
          </p:cNvSpPr>
          <p:nvPr/>
        </p:nvSpPr>
        <p:spPr>
          <a:xfrm flipV="1">
            <a:off x="8656960" y="2213261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椭圆 93"/>
          <p:cNvSpPr>
            <a:spLocks noChangeAspect="1"/>
          </p:cNvSpPr>
          <p:nvPr/>
        </p:nvSpPr>
        <p:spPr>
          <a:xfrm flipV="1">
            <a:off x="9696219" y="1375928"/>
            <a:ext cx="47194" cy="471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椭圆 94"/>
          <p:cNvSpPr>
            <a:spLocks noChangeAspect="1"/>
          </p:cNvSpPr>
          <p:nvPr/>
        </p:nvSpPr>
        <p:spPr>
          <a:xfrm flipV="1">
            <a:off x="8241275" y="4031762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椭圆 95"/>
          <p:cNvSpPr>
            <a:spLocks noChangeAspect="1"/>
          </p:cNvSpPr>
          <p:nvPr/>
        </p:nvSpPr>
        <p:spPr>
          <a:xfrm flipV="1">
            <a:off x="10013756" y="2290188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椭圆 90"/>
          <p:cNvSpPr>
            <a:spLocks noChangeAspect="1"/>
          </p:cNvSpPr>
          <p:nvPr/>
        </p:nvSpPr>
        <p:spPr>
          <a:xfrm rot="5400000" flipV="1">
            <a:off x="10411819" y="4707999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椭圆 92"/>
          <p:cNvSpPr>
            <a:spLocks noChangeAspect="1"/>
          </p:cNvSpPr>
          <p:nvPr/>
        </p:nvSpPr>
        <p:spPr>
          <a:xfrm rot="5400000" flipV="1">
            <a:off x="11137289" y="4995242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椭圆 96"/>
          <p:cNvSpPr>
            <a:spLocks noChangeAspect="1"/>
          </p:cNvSpPr>
          <p:nvPr/>
        </p:nvSpPr>
        <p:spPr>
          <a:xfrm rot="5400000" flipV="1">
            <a:off x="10983488" y="5019826"/>
            <a:ext cx="47194" cy="47194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椭圆 97"/>
          <p:cNvSpPr>
            <a:spLocks noChangeAspect="1"/>
          </p:cNvSpPr>
          <p:nvPr/>
        </p:nvSpPr>
        <p:spPr>
          <a:xfrm flipV="1">
            <a:off x="11468647" y="1557891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椭圆 91"/>
          <p:cNvSpPr>
            <a:spLocks noChangeAspect="1"/>
          </p:cNvSpPr>
          <p:nvPr/>
        </p:nvSpPr>
        <p:spPr>
          <a:xfrm flipV="1">
            <a:off x="2110833" y="4875650"/>
            <a:ext cx="47194" cy="47194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椭圆 98"/>
          <p:cNvSpPr>
            <a:spLocks noChangeAspect="1"/>
          </p:cNvSpPr>
          <p:nvPr/>
        </p:nvSpPr>
        <p:spPr>
          <a:xfrm flipV="1">
            <a:off x="1100877" y="5412671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椭圆 99"/>
          <p:cNvSpPr>
            <a:spLocks noChangeAspect="1"/>
          </p:cNvSpPr>
          <p:nvPr/>
        </p:nvSpPr>
        <p:spPr>
          <a:xfrm flipV="1">
            <a:off x="2525669" y="6426909"/>
            <a:ext cx="47194" cy="47194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椭圆 100"/>
          <p:cNvSpPr>
            <a:spLocks noChangeAspect="1"/>
          </p:cNvSpPr>
          <p:nvPr/>
        </p:nvSpPr>
        <p:spPr>
          <a:xfrm flipV="1">
            <a:off x="305232" y="3658918"/>
            <a:ext cx="47194" cy="471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 rot="9347578">
            <a:off x="523688" y="5469967"/>
            <a:ext cx="2132026" cy="1127525"/>
            <a:chOff x="7637143" y="556363"/>
            <a:chExt cx="4402242" cy="2328131"/>
          </a:xfrm>
        </p:grpSpPr>
        <p:sp>
          <p:nvSpPr>
            <p:cNvPr id="103" name="椭圆 102"/>
            <p:cNvSpPr>
              <a:spLocks noChangeAspect="1"/>
            </p:cNvSpPr>
            <p:nvPr/>
          </p:nvSpPr>
          <p:spPr>
            <a:xfrm flipV="1">
              <a:off x="11108173" y="1031429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椭圆 103"/>
            <p:cNvSpPr>
              <a:spLocks noChangeAspect="1"/>
            </p:cNvSpPr>
            <p:nvPr/>
          </p:nvSpPr>
          <p:spPr>
            <a:xfrm flipV="1">
              <a:off x="9590679" y="1955984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椭圆 104"/>
            <p:cNvSpPr>
              <a:spLocks noChangeAspect="1"/>
            </p:cNvSpPr>
            <p:nvPr/>
          </p:nvSpPr>
          <p:spPr>
            <a:xfrm flipV="1">
              <a:off x="11588319" y="2848494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椭圆 106"/>
            <p:cNvSpPr>
              <a:spLocks noChangeAspect="1"/>
            </p:cNvSpPr>
            <p:nvPr/>
          </p:nvSpPr>
          <p:spPr>
            <a:xfrm flipV="1">
              <a:off x="11984632" y="2292323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椭圆 107"/>
            <p:cNvSpPr>
              <a:spLocks noChangeAspect="1"/>
            </p:cNvSpPr>
            <p:nvPr/>
          </p:nvSpPr>
          <p:spPr>
            <a:xfrm flipV="1">
              <a:off x="10383440" y="1317255"/>
              <a:ext cx="36000" cy="3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椭圆 109"/>
            <p:cNvSpPr>
              <a:spLocks noChangeAspect="1"/>
            </p:cNvSpPr>
            <p:nvPr/>
          </p:nvSpPr>
          <p:spPr>
            <a:xfrm flipV="1">
              <a:off x="10625662" y="2014665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椭圆 110"/>
            <p:cNvSpPr>
              <a:spLocks noChangeAspect="1"/>
            </p:cNvSpPr>
            <p:nvPr/>
          </p:nvSpPr>
          <p:spPr>
            <a:xfrm flipV="1">
              <a:off x="12003385" y="2409644"/>
              <a:ext cx="36000" cy="36000"/>
            </a:xfrm>
            <a:prstGeom prst="ellipse">
              <a:avLst/>
            </a:prstGeom>
            <a:solidFill>
              <a:srgbClr val="2704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椭圆 111"/>
            <p:cNvSpPr>
              <a:spLocks noChangeAspect="1"/>
            </p:cNvSpPr>
            <p:nvPr/>
          </p:nvSpPr>
          <p:spPr>
            <a:xfrm flipV="1">
              <a:off x="11735473" y="1456059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椭圆 114"/>
            <p:cNvSpPr>
              <a:spLocks noChangeAspect="1"/>
            </p:cNvSpPr>
            <p:nvPr/>
          </p:nvSpPr>
          <p:spPr>
            <a:xfrm flipV="1">
              <a:off x="7637143" y="556363"/>
              <a:ext cx="36000" cy="3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6" name="椭圆 85"/>
          <p:cNvSpPr>
            <a:spLocks noChangeAspect="1"/>
          </p:cNvSpPr>
          <p:nvPr/>
        </p:nvSpPr>
        <p:spPr>
          <a:xfrm flipV="1">
            <a:off x="8669974" y="4216464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文本框 105" descr="页面标题"/>
          <p:cNvSpPr txBox="1"/>
          <p:nvPr/>
        </p:nvSpPr>
        <p:spPr>
          <a:xfrm>
            <a:off x="720250" y="611403"/>
            <a:ext cx="597063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我们如何完成</a:t>
            </a:r>
            <a:r>
              <a:rPr lang="en-US" altLang="zh-CN" sz="3200" dirty="0" err="1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endParaRPr lang="zh-CN" altLang="en-US" sz="3200" dirty="0">
              <a:solidFill>
                <a:srgbClr val="EA0059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73769A-E0A6-BA33-A5B4-6F7835A50C9A}"/>
              </a:ext>
            </a:extLst>
          </p:cNvPr>
          <p:cNvSpPr txBox="1"/>
          <p:nvPr/>
        </p:nvSpPr>
        <p:spPr>
          <a:xfrm>
            <a:off x="2919746" y="1310047"/>
            <a:ext cx="5880136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总开发时长</a:t>
            </a:r>
            <a:r>
              <a:rPr lang="en-US" altLang="zh-CN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&lt;24h</a:t>
            </a:r>
            <a:r>
              <a:rPr lang="zh-CN" alt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完成</a:t>
            </a:r>
            <a:r>
              <a:rPr lang="en-US" altLang="zh-CN" sz="32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ChatMonitor</a:t>
            </a:r>
            <a:endParaRPr lang="zh-CN" altLang="en-US" sz="3200" dirty="0">
              <a:solidFill>
                <a:schemeClr val="accent6">
                  <a:lumMod val="60000"/>
                  <a:lumOff val="40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CAF45615-0403-1368-79C4-69EAB25433BF}"/>
              </a:ext>
            </a:extLst>
          </p:cNvPr>
          <p:cNvSpPr txBox="1"/>
          <p:nvPr/>
        </p:nvSpPr>
        <p:spPr>
          <a:xfrm>
            <a:off x="2131050" y="1957789"/>
            <a:ext cx="750718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整个项目高度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Vibe coding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，快速搭建原型测试，完成功能添加，安全测试</a:t>
            </a:r>
          </a:p>
        </p:txBody>
      </p:sp>
      <p:pic>
        <p:nvPicPr>
          <p:cNvPr id="153" name="图片 152">
            <a:extLst>
              <a:ext uri="{FF2B5EF4-FFF2-40B4-BE49-F238E27FC236}">
                <a16:creationId xmlns:a16="http://schemas.microsoft.com/office/drawing/2014/main" id="{B84AD7A5-39DC-59F2-EA56-46E4FA136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28" y="2678041"/>
            <a:ext cx="5097330" cy="3042469"/>
          </a:xfrm>
          <a:prstGeom prst="rect">
            <a:avLst/>
          </a:prstGeom>
        </p:spPr>
      </p:pic>
      <p:pic>
        <p:nvPicPr>
          <p:cNvPr id="155" name="图片 154">
            <a:extLst>
              <a:ext uri="{FF2B5EF4-FFF2-40B4-BE49-F238E27FC236}">
                <a16:creationId xmlns:a16="http://schemas.microsoft.com/office/drawing/2014/main" id="{250430A1-5B67-888E-9F74-7396FE532F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144" y="2686358"/>
            <a:ext cx="5097330" cy="304246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1DBF-51D3-0E7C-3CC1-4716A92E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E30A003-E624-EB8B-97A3-1EE665D63A5D}"/>
              </a:ext>
            </a:extLst>
          </p:cNvPr>
          <p:cNvGrpSpPr/>
          <p:nvPr/>
        </p:nvGrpSpPr>
        <p:grpSpPr>
          <a:xfrm flipH="1">
            <a:off x="1007517" y="1775288"/>
            <a:ext cx="3907966" cy="3918370"/>
            <a:chOff x="2731720" y="54050"/>
            <a:chExt cx="6727675" cy="6745583"/>
          </a:xfrm>
        </p:grpSpPr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97D0EC8E-E36B-C9FA-AD00-5200E0DE65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01062083-9534-0F41-42E6-533ECEAD66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407D9610-0FB7-57C6-E1ED-E4D2756D00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0BE8FBF-5BC4-723B-730E-189B33C7C938}"/>
                </a:ext>
              </a:extLst>
            </p:cNvPr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8DB0F0B8-0BDD-ECAE-DF69-255852B5CA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8E78BC58-606B-E767-CAE2-07EB73BF3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AC25F23C-02CA-8AE1-2CAE-0C44FD232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C91FC4C0-32B5-86B9-53CA-7659A447DE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0E874459-F707-48FB-2215-C445B31B21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3E1BDA22-8F7C-0078-9B0C-32430F00D5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4C637F2A-AFAE-8093-9EAF-BC45CA949F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383C0573-C80C-2698-BA54-6463F2A78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0125C2A0-B40E-8B35-9A92-4CC50ED0FA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F67E3144-1371-0134-5D9F-8FF6FE2419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05DBAAB3-FA81-336F-C6B9-4E299A00CB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80B5D586-3359-244D-37FA-705C5E80A9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2F334970-6FCA-CD9A-123A-19020C5BB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39C32D14-0B05-8976-E741-61ED6C032E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53123528-3544-2875-3A14-03D98D9BC3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2614DB9-4C07-AF81-63E3-406ABACC2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F5728E3-874C-3718-A5FD-45666B30E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10FE69E-9D73-0E07-9C0F-694338DCF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8194A54-9DC4-6B23-A8B3-31A9EDECE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9474ECB-F544-1841-0D22-DD6F3F1AA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83AEC5E-7A94-2F71-A144-399255BFE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80C7C80-4543-3D32-9319-D58A0FA0C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31925E1-3470-75C3-FA4D-CB252100A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A94A4B5-A310-2034-4730-FD4C7DFBA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DCCD653-16BE-D317-5093-2087B4596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3B4A790-5DB5-0185-D079-12F647E12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4ACF985-8A13-ADBF-41E2-5E5C0CC5C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3A19FE8-05A4-045F-8B52-91750CD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196DECC-ABD7-EE8B-0195-1DE3717D4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AB67981-C08A-561A-38C2-90469FDEB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AE063F2-5F47-3CA9-C252-193FD9BDA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F54D5DD-1A07-152C-23BB-C5F6E9C41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93998FD-F7B2-CD02-4730-1B821F73C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917EA00-C915-A8C7-CE7F-B1CE26448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5B8BA0A-8C09-D0CA-7A1D-4E1221852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9799B7E-79F1-6D3A-D087-AA497BAE3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4C6594A-1E9D-1894-26E5-9DF710C5D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5F49C53-707F-19F5-841C-46D035DB1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0583968-C4A2-22DB-CE4C-C526CFCC1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9B5BF50-C465-14B1-2762-715D6E274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FF1488C-FE93-D72D-657D-99585E1F6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2" name="弧形 71">
            <a:extLst>
              <a:ext uri="{FF2B5EF4-FFF2-40B4-BE49-F238E27FC236}">
                <a16:creationId xmlns:a16="http://schemas.microsoft.com/office/drawing/2014/main" id="{F5ADCC7E-5639-DEDE-5B56-1E2A495D5422}"/>
              </a:ext>
            </a:extLst>
          </p:cNvPr>
          <p:cNvSpPr/>
          <p:nvPr/>
        </p:nvSpPr>
        <p:spPr>
          <a:xfrm flipH="1">
            <a:off x="1395666" y="2706098"/>
            <a:ext cx="3018971" cy="3018971"/>
          </a:xfrm>
          <a:prstGeom prst="arc">
            <a:avLst>
              <a:gd name="adj1" fmla="val 19726896"/>
              <a:gd name="adj2" fmla="val 8263555"/>
            </a:avLst>
          </a:prstGeom>
          <a:ln w="3175">
            <a:solidFill>
              <a:srgbClr val="C0135F">
                <a:alpha val="51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BEFC57FE-2899-58D8-2F65-EB4F10D75E26}"/>
              </a:ext>
            </a:extLst>
          </p:cNvPr>
          <p:cNvSpPr>
            <a:spLocks noChangeAspect="1"/>
          </p:cNvSpPr>
          <p:nvPr/>
        </p:nvSpPr>
        <p:spPr>
          <a:xfrm flipV="1">
            <a:off x="10646297" y="1001228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0CEC8F26-FBFD-B1FB-F34F-E874E47692F6}"/>
              </a:ext>
            </a:extLst>
          </p:cNvPr>
          <p:cNvSpPr>
            <a:spLocks noChangeAspect="1"/>
          </p:cNvSpPr>
          <p:nvPr/>
        </p:nvSpPr>
        <p:spPr>
          <a:xfrm flipV="1">
            <a:off x="8656960" y="2213261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B645F65-2924-9158-2E53-6E272332988F}"/>
              </a:ext>
            </a:extLst>
          </p:cNvPr>
          <p:cNvSpPr>
            <a:spLocks noChangeAspect="1"/>
          </p:cNvSpPr>
          <p:nvPr/>
        </p:nvSpPr>
        <p:spPr>
          <a:xfrm flipV="1">
            <a:off x="9696219" y="1375928"/>
            <a:ext cx="47194" cy="471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B56E023D-146F-6774-8834-AC6B216D3C28}"/>
              </a:ext>
            </a:extLst>
          </p:cNvPr>
          <p:cNvSpPr>
            <a:spLocks noChangeAspect="1"/>
          </p:cNvSpPr>
          <p:nvPr/>
        </p:nvSpPr>
        <p:spPr>
          <a:xfrm flipV="1">
            <a:off x="8241275" y="4031762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2139BB96-8A7A-D3C4-BAE9-85BBF2D5E760}"/>
              </a:ext>
            </a:extLst>
          </p:cNvPr>
          <p:cNvSpPr>
            <a:spLocks noChangeAspect="1"/>
          </p:cNvSpPr>
          <p:nvPr/>
        </p:nvSpPr>
        <p:spPr>
          <a:xfrm flipV="1">
            <a:off x="10013756" y="2290188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2A623AD6-6161-AE1C-99EC-561AB50A49A4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10411819" y="4707999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78743777-D3C5-5D8D-66CE-93AF8A1E784F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11137289" y="4995242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FCE6E31C-08F3-47EC-53CE-71FCDA548A0F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10983488" y="5019826"/>
            <a:ext cx="47194" cy="47194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B9905F78-1473-B94C-3085-BFA801354CB7}"/>
              </a:ext>
            </a:extLst>
          </p:cNvPr>
          <p:cNvSpPr>
            <a:spLocks noChangeAspect="1"/>
          </p:cNvSpPr>
          <p:nvPr/>
        </p:nvSpPr>
        <p:spPr>
          <a:xfrm flipV="1">
            <a:off x="11468647" y="1557891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EC99FBCD-DADE-F4D8-9CEC-5A219C0E16A1}"/>
              </a:ext>
            </a:extLst>
          </p:cNvPr>
          <p:cNvSpPr>
            <a:spLocks noChangeAspect="1"/>
          </p:cNvSpPr>
          <p:nvPr/>
        </p:nvSpPr>
        <p:spPr>
          <a:xfrm flipV="1">
            <a:off x="2110833" y="4875650"/>
            <a:ext cx="47194" cy="47194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CA056F13-0AFA-1A85-1DDA-01326730FEA7}"/>
              </a:ext>
            </a:extLst>
          </p:cNvPr>
          <p:cNvSpPr>
            <a:spLocks noChangeAspect="1"/>
          </p:cNvSpPr>
          <p:nvPr/>
        </p:nvSpPr>
        <p:spPr>
          <a:xfrm flipV="1">
            <a:off x="1100877" y="5412671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F19B7AD8-BBFF-8B93-E4BA-48BD23A547E9}"/>
              </a:ext>
            </a:extLst>
          </p:cNvPr>
          <p:cNvSpPr>
            <a:spLocks noChangeAspect="1"/>
          </p:cNvSpPr>
          <p:nvPr/>
        </p:nvSpPr>
        <p:spPr>
          <a:xfrm flipV="1">
            <a:off x="2525669" y="6426909"/>
            <a:ext cx="47194" cy="47194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602D363F-38DF-560E-EB99-A6A8268C7FB7}"/>
              </a:ext>
            </a:extLst>
          </p:cNvPr>
          <p:cNvSpPr>
            <a:spLocks noChangeAspect="1"/>
          </p:cNvSpPr>
          <p:nvPr/>
        </p:nvSpPr>
        <p:spPr>
          <a:xfrm flipV="1">
            <a:off x="305232" y="3658918"/>
            <a:ext cx="47194" cy="471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CF019CFB-BD3D-0F40-1369-4FFAC15F6DE3}"/>
              </a:ext>
            </a:extLst>
          </p:cNvPr>
          <p:cNvGrpSpPr/>
          <p:nvPr/>
        </p:nvGrpSpPr>
        <p:grpSpPr>
          <a:xfrm rot="9347578">
            <a:off x="523688" y="5469967"/>
            <a:ext cx="2132026" cy="1127525"/>
            <a:chOff x="7637143" y="556363"/>
            <a:chExt cx="4402242" cy="2328131"/>
          </a:xfrm>
        </p:grpSpPr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3DE92767-AF6B-25EC-3923-46914A033E1B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1108173" y="1031429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064FD9C8-9E1B-CE07-759F-1C95420629AC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9590679" y="1955984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78F95958-F557-2F67-AB37-AD88FEB2ADBE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1588319" y="2848494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B2D703C1-580B-B140-1973-09CF2286A844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1984632" y="2292323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390D24A6-0162-71FF-DBA1-3BA7873DE074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0383440" y="1317255"/>
              <a:ext cx="36000" cy="3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E161F78F-953D-7359-9BD6-F0DC145C0180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0625662" y="2014665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55860F83-3D94-A2A9-FD29-1F2A8410DB7D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2003385" y="2409644"/>
              <a:ext cx="36000" cy="36000"/>
            </a:xfrm>
            <a:prstGeom prst="ellipse">
              <a:avLst/>
            </a:prstGeom>
            <a:solidFill>
              <a:srgbClr val="2704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BDB91919-BDB8-0B00-D601-C93B70183935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1735473" y="1456059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0F031AB2-9303-2F6E-25CA-5BC64E6A5672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7637143" y="556363"/>
              <a:ext cx="36000" cy="3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6" name="椭圆 85">
            <a:extLst>
              <a:ext uri="{FF2B5EF4-FFF2-40B4-BE49-F238E27FC236}">
                <a16:creationId xmlns:a16="http://schemas.microsoft.com/office/drawing/2014/main" id="{11494770-CB9E-9461-75C2-EDA25D746E39}"/>
              </a:ext>
            </a:extLst>
          </p:cNvPr>
          <p:cNvSpPr>
            <a:spLocks noChangeAspect="1"/>
          </p:cNvSpPr>
          <p:nvPr/>
        </p:nvSpPr>
        <p:spPr>
          <a:xfrm flipV="1">
            <a:off x="8669974" y="4216464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文本框 105" descr="页面标题">
            <a:extLst>
              <a:ext uri="{FF2B5EF4-FFF2-40B4-BE49-F238E27FC236}">
                <a16:creationId xmlns:a16="http://schemas.microsoft.com/office/drawing/2014/main" id="{AB84A60B-5EDC-05E8-8060-B11FEC399082}"/>
              </a:ext>
            </a:extLst>
          </p:cNvPr>
          <p:cNvSpPr txBox="1"/>
          <p:nvPr/>
        </p:nvSpPr>
        <p:spPr>
          <a:xfrm>
            <a:off x="720250" y="611403"/>
            <a:ext cx="597063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我们如何完成</a:t>
            </a:r>
            <a:r>
              <a:rPr lang="en-US" altLang="zh-CN" sz="3200" dirty="0" err="1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endParaRPr lang="zh-CN" altLang="en-US" sz="3200" dirty="0">
              <a:solidFill>
                <a:srgbClr val="EA0059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23727E-2744-F473-3C3A-7954E7D93703}"/>
              </a:ext>
            </a:extLst>
          </p:cNvPr>
          <p:cNvSpPr txBox="1"/>
          <p:nvPr/>
        </p:nvSpPr>
        <p:spPr>
          <a:xfrm>
            <a:off x="2093965" y="1285667"/>
            <a:ext cx="7912744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构建一个想法并拆解，然后交给你信任的</a:t>
            </a:r>
            <a:r>
              <a:rPr lang="en-US" altLang="zh-CN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AI</a:t>
            </a:r>
            <a:endParaRPr lang="zh-CN" altLang="en-US" sz="3200" dirty="0">
              <a:solidFill>
                <a:schemeClr val="accent6">
                  <a:lumMod val="60000"/>
                  <a:lumOff val="40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E8726E72-6EC3-3BFE-BE52-446C806EA2F2}"/>
              </a:ext>
            </a:extLst>
          </p:cNvPr>
          <p:cNvSpPr txBox="1"/>
          <p:nvPr/>
        </p:nvSpPr>
        <p:spPr>
          <a:xfrm>
            <a:off x="2202102" y="1928457"/>
            <a:ext cx="7225055" cy="64633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我们对</a:t>
            </a:r>
            <a:r>
              <a:rPr lang="en-US" altLang="zh-CN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ChatMonitor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项目进行了全方位的分析并交给</a:t>
            </a:r>
            <a:r>
              <a:rPr lang="en-US" altLang="zh-CN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WorkBuddy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全程打造</a:t>
            </a: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我们只负责测试与产品更新迭代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396F33-32BF-66AB-1BCA-C8AD056EB4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95" y="2773028"/>
            <a:ext cx="5528122" cy="3299598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CF0A761B-A8B8-EA94-D4C3-8A000495B1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299" y="3213264"/>
            <a:ext cx="5920089" cy="238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6559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直接连接符 48"/>
          <p:cNvCxnSpPr/>
          <p:nvPr/>
        </p:nvCxnSpPr>
        <p:spPr>
          <a:xfrm flipH="1">
            <a:off x="4974702" y="33039"/>
            <a:ext cx="0" cy="3541065"/>
          </a:xfrm>
          <a:prstGeom prst="line">
            <a:avLst/>
          </a:prstGeom>
          <a:ln>
            <a:solidFill>
              <a:srgbClr val="3C17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4974702" y="2856343"/>
            <a:ext cx="0" cy="969397"/>
          </a:xfrm>
          <a:prstGeom prst="line">
            <a:avLst/>
          </a:prstGeom>
          <a:ln w="41275">
            <a:solidFill>
              <a:srgbClr val="7006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 descr="章节序号1"/>
          <p:cNvSpPr txBox="1"/>
          <p:nvPr/>
        </p:nvSpPr>
        <p:spPr>
          <a:xfrm>
            <a:off x="956126" y="2875002"/>
            <a:ext cx="4578213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PART</a:t>
            </a:r>
            <a:r>
              <a:rPr lang="zh-CN" altLang="en-US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 </a:t>
            </a:r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3</a:t>
            </a:r>
            <a:endParaRPr lang="zh-CN" altLang="en-US" sz="6600">
              <a:solidFill>
                <a:srgbClr val="D41366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52488" y="3013502"/>
            <a:ext cx="5558288" cy="830997"/>
            <a:chOff x="4854977" y="2900301"/>
            <a:chExt cx="5558288" cy="830997"/>
          </a:xfrm>
        </p:grpSpPr>
        <p:sp>
          <p:nvSpPr>
            <p:cNvPr id="55" name="矩形 54"/>
            <p:cNvSpPr/>
            <p:nvPr/>
          </p:nvSpPr>
          <p:spPr>
            <a:xfrm>
              <a:off x="8946768" y="3321060"/>
              <a:ext cx="1466497" cy="407847"/>
            </a:xfrm>
            <a:prstGeom prst="rect">
              <a:avLst/>
            </a:prstGeom>
            <a:gradFill>
              <a:gsLst>
                <a:gs pos="18000">
                  <a:srgbClr val="910475"/>
                </a:gs>
                <a:gs pos="75000">
                  <a:srgbClr val="1B0E4A">
                    <a:alpha val="25000"/>
                  </a:srgbClr>
                </a:gs>
              </a:gsLst>
              <a:lin ang="12600000" scaled="0"/>
            </a:gradFill>
            <a:ln w="3175">
              <a:noFill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文本框 56" descr="章节标题1"/>
            <p:cNvSpPr txBox="1"/>
            <p:nvPr/>
          </p:nvSpPr>
          <p:spPr>
            <a:xfrm>
              <a:off x="4854977" y="2900301"/>
              <a:ext cx="5311864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从</a:t>
              </a:r>
              <a:r>
                <a:rPr lang="en-US" altLang="zh-CN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1</a:t>
              </a:r>
              <a:r>
                <a:rPr lang="zh-CN" altLang="en-US" sz="48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到∞产品上线</a:t>
              </a:r>
            </a:p>
          </p:txBody>
        </p:sp>
      </p:grpSp>
      <p:sp>
        <p:nvSpPr>
          <p:cNvPr id="58" name="文本框 57" descr="章节概要1"/>
          <p:cNvSpPr txBox="1"/>
          <p:nvPr/>
        </p:nvSpPr>
        <p:spPr>
          <a:xfrm>
            <a:off x="5307972" y="3808665"/>
            <a:ext cx="5993986" cy="4128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bg1">
                    <a:alpha val="54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请在这里输入简要工作概述，点击输入简要文字内容</a:t>
            </a:r>
          </a:p>
        </p:txBody>
      </p:sp>
      <p:cxnSp>
        <p:nvCxnSpPr>
          <p:cNvPr id="1129" name="直接连接符 1128"/>
          <p:cNvCxnSpPr/>
          <p:nvPr/>
        </p:nvCxnSpPr>
        <p:spPr>
          <a:xfrm flipH="1">
            <a:off x="4974702" y="4209143"/>
            <a:ext cx="0" cy="2648857"/>
          </a:xfrm>
          <a:prstGeom prst="line">
            <a:avLst/>
          </a:prstGeom>
          <a:ln>
            <a:solidFill>
              <a:srgbClr val="2B1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2" name="椭圆 1131"/>
          <p:cNvSpPr>
            <a:spLocks noChangeAspect="1"/>
          </p:cNvSpPr>
          <p:nvPr/>
        </p:nvSpPr>
        <p:spPr>
          <a:xfrm flipV="1">
            <a:off x="10402091" y="1115652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3" name="椭圆 1132"/>
          <p:cNvSpPr>
            <a:spLocks noChangeAspect="1"/>
          </p:cNvSpPr>
          <p:nvPr/>
        </p:nvSpPr>
        <p:spPr>
          <a:xfrm flipV="1">
            <a:off x="8222268" y="2443739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4" name="椭圆 1133"/>
          <p:cNvSpPr>
            <a:spLocks noChangeAspect="1"/>
          </p:cNvSpPr>
          <p:nvPr/>
        </p:nvSpPr>
        <p:spPr>
          <a:xfrm flipV="1">
            <a:off x="3777981" y="4475441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5" name="椭圆 1134"/>
          <p:cNvSpPr>
            <a:spLocks noChangeAspect="1"/>
          </p:cNvSpPr>
          <p:nvPr/>
        </p:nvSpPr>
        <p:spPr>
          <a:xfrm flipV="1">
            <a:off x="11661093" y="2926878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6" name="椭圆 1135"/>
          <p:cNvSpPr>
            <a:spLocks noChangeAspect="1"/>
          </p:cNvSpPr>
          <p:nvPr/>
        </p:nvSpPr>
        <p:spPr>
          <a:xfrm flipV="1">
            <a:off x="9361039" y="1526229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7" name="椭圆 1136"/>
          <p:cNvSpPr>
            <a:spLocks noChangeAspect="1"/>
          </p:cNvSpPr>
          <p:nvPr/>
        </p:nvSpPr>
        <p:spPr>
          <a:xfrm flipV="1">
            <a:off x="9708982" y="2528033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8" name="椭圆 1137"/>
          <p:cNvSpPr>
            <a:spLocks noChangeAspect="1"/>
          </p:cNvSpPr>
          <p:nvPr/>
        </p:nvSpPr>
        <p:spPr>
          <a:xfrm flipV="1">
            <a:off x="11688031" y="309540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9" name="椭圆 1138"/>
          <p:cNvSpPr>
            <a:spLocks noChangeAspect="1"/>
          </p:cNvSpPr>
          <p:nvPr/>
        </p:nvSpPr>
        <p:spPr>
          <a:xfrm flipV="1">
            <a:off x="11303185" y="1725617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0" name="椭圆 1139"/>
          <p:cNvSpPr>
            <a:spLocks noChangeAspect="1"/>
          </p:cNvSpPr>
          <p:nvPr/>
        </p:nvSpPr>
        <p:spPr>
          <a:xfrm flipV="1">
            <a:off x="6070143" y="1792060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1" name="椭圆 1140"/>
          <p:cNvSpPr>
            <a:spLocks noChangeAspect="1"/>
          </p:cNvSpPr>
          <p:nvPr/>
        </p:nvSpPr>
        <p:spPr>
          <a:xfrm flipV="1">
            <a:off x="9551918" y="5769411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2" name="椭圆 1141"/>
          <p:cNvSpPr>
            <a:spLocks noChangeAspect="1"/>
          </p:cNvSpPr>
          <p:nvPr/>
        </p:nvSpPr>
        <p:spPr>
          <a:xfrm flipV="1">
            <a:off x="8445257" y="635785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3" name="椭圆 1142"/>
          <p:cNvSpPr>
            <a:spLocks noChangeAspect="1"/>
          </p:cNvSpPr>
          <p:nvPr/>
        </p:nvSpPr>
        <p:spPr>
          <a:xfrm flipV="1">
            <a:off x="7971074" y="513871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4" name="椭圆 1143"/>
          <p:cNvSpPr>
            <a:spLocks noChangeAspect="1"/>
          </p:cNvSpPr>
          <p:nvPr/>
        </p:nvSpPr>
        <p:spPr>
          <a:xfrm flipH="1" flipV="1">
            <a:off x="3306646" y="4358157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5" name="椭圆 1144"/>
          <p:cNvSpPr>
            <a:spLocks noChangeAspect="1"/>
          </p:cNvSpPr>
          <p:nvPr/>
        </p:nvSpPr>
        <p:spPr>
          <a:xfrm flipH="1" flipV="1">
            <a:off x="3049890" y="5717196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6" name="椭圆 1145"/>
          <p:cNvSpPr>
            <a:spLocks noChangeAspect="1"/>
          </p:cNvSpPr>
          <p:nvPr/>
        </p:nvSpPr>
        <p:spPr>
          <a:xfrm flipH="1" flipV="1">
            <a:off x="3829694" y="283704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7" name="椭圆 1146"/>
          <p:cNvSpPr>
            <a:spLocks noChangeAspect="1"/>
          </p:cNvSpPr>
          <p:nvPr/>
        </p:nvSpPr>
        <p:spPr>
          <a:xfrm flipH="1" flipV="1">
            <a:off x="1612873" y="452700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8" name="椭圆 1147"/>
          <p:cNvSpPr>
            <a:spLocks noChangeAspect="1"/>
          </p:cNvSpPr>
          <p:nvPr/>
        </p:nvSpPr>
        <p:spPr>
          <a:xfrm flipH="1" flipV="1">
            <a:off x="810729" y="546121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9" name="椭圆 1148"/>
          <p:cNvSpPr>
            <a:spLocks noChangeAspect="1"/>
          </p:cNvSpPr>
          <p:nvPr/>
        </p:nvSpPr>
        <p:spPr>
          <a:xfrm flipH="1" flipV="1">
            <a:off x="452256" y="584882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0" name="椭圆 1149"/>
          <p:cNvSpPr>
            <a:spLocks noChangeAspect="1"/>
          </p:cNvSpPr>
          <p:nvPr/>
        </p:nvSpPr>
        <p:spPr>
          <a:xfrm flipH="1" flipV="1">
            <a:off x="1594330" y="274799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1" name="椭圆 1150"/>
          <p:cNvSpPr>
            <a:spLocks noChangeAspect="1"/>
          </p:cNvSpPr>
          <p:nvPr/>
        </p:nvSpPr>
        <p:spPr>
          <a:xfrm flipV="1">
            <a:off x="1790413" y="884900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99" name="组合 1198"/>
          <p:cNvGrpSpPr/>
          <p:nvPr/>
        </p:nvGrpSpPr>
        <p:grpSpPr>
          <a:xfrm flipH="1">
            <a:off x="10405721" y="5150779"/>
            <a:ext cx="1226873" cy="1230139"/>
            <a:chOff x="2731720" y="54050"/>
            <a:chExt cx="6727675" cy="6745583"/>
          </a:xfrm>
        </p:grpSpPr>
        <p:sp>
          <p:nvSpPr>
            <p:cNvPr id="1200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接连接符 27"/>
          <p:cNvCxnSpPr/>
          <p:nvPr/>
        </p:nvCxnSpPr>
        <p:spPr>
          <a:xfrm flipH="1">
            <a:off x="0" y="1218923"/>
            <a:ext cx="1930400" cy="0"/>
          </a:xfrm>
          <a:prstGeom prst="line">
            <a:avLst/>
          </a:prstGeom>
          <a:ln w="3175">
            <a:gradFill>
              <a:gsLst>
                <a:gs pos="9000">
                  <a:srgbClr val="FA005F"/>
                </a:gs>
                <a:gs pos="79000">
                  <a:srgbClr val="5944C0">
                    <a:alpha val="0"/>
                  </a:srgbClr>
                </a:gs>
              </a:gsLst>
              <a:lin ang="5400000" scaled="0"/>
            </a:gra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任意多边形: 形状 83"/>
          <p:cNvSpPr/>
          <p:nvPr/>
        </p:nvSpPr>
        <p:spPr>
          <a:xfrm rot="16200000">
            <a:off x="4070724" y="1310111"/>
            <a:ext cx="1859421" cy="9261757"/>
          </a:xfrm>
          <a:custGeom>
            <a:avLst/>
            <a:gdLst>
              <a:gd name="connsiteX0" fmla="*/ 1859421 w 1859421"/>
              <a:gd name="connsiteY0" fmla="*/ 4630879 h 9261757"/>
              <a:gd name="connsiteX1" fmla="*/ 118064 w 1859421"/>
              <a:gd name="connsiteY1" fmla="*/ 9137923 h 9261757"/>
              <a:gd name="connsiteX2" fmla="*/ 0 w 1859421"/>
              <a:gd name="connsiteY2" fmla="*/ 9261757 h 9261757"/>
              <a:gd name="connsiteX3" fmla="*/ 0 w 1859421"/>
              <a:gd name="connsiteY3" fmla="*/ 0 h 9261757"/>
              <a:gd name="connsiteX4" fmla="*/ 118065 w 1859421"/>
              <a:gd name="connsiteY4" fmla="*/ 123833 h 9261757"/>
              <a:gd name="connsiteX5" fmla="*/ 1859421 w 1859421"/>
              <a:gd name="connsiteY5" fmla="*/ 4630879 h 9261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9421" h="9261757">
                <a:moveTo>
                  <a:pt x="1859421" y="4630879"/>
                </a:moveTo>
                <a:cubicBezTo>
                  <a:pt x="1859421" y="6366213"/>
                  <a:pt x="1199999" y="7947530"/>
                  <a:pt x="118064" y="9137923"/>
                </a:cubicBezTo>
                <a:lnTo>
                  <a:pt x="0" y="9261757"/>
                </a:lnTo>
                <a:lnTo>
                  <a:pt x="0" y="0"/>
                </a:lnTo>
                <a:lnTo>
                  <a:pt x="118065" y="123833"/>
                </a:lnTo>
                <a:cubicBezTo>
                  <a:pt x="1199999" y="1314226"/>
                  <a:pt x="1859421" y="2895545"/>
                  <a:pt x="1859421" y="4630879"/>
                </a:cubicBezTo>
                <a:close/>
              </a:path>
            </a:pathLst>
          </a:custGeom>
          <a:noFill/>
          <a:ln>
            <a:gradFill>
              <a:gsLst>
                <a:gs pos="77000">
                  <a:srgbClr val="1265BB">
                    <a:alpha val="0"/>
                  </a:srgbClr>
                </a:gs>
                <a:gs pos="27000">
                  <a:srgbClr val="474FA4"/>
                </a:gs>
                <a:gs pos="7000">
                  <a:srgbClr val="D41366"/>
                </a:gs>
                <a:gs pos="0">
                  <a:srgbClr val="1265BB">
                    <a:alpha val="0"/>
                  </a:srgbClr>
                </a:gs>
              </a:gsLst>
              <a:lin ang="30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任意多边形: 形状 89"/>
          <p:cNvSpPr/>
          <p:nvPr/>
        </p:nvSpPr>
        <p:spPr>
          <a:xfrm rot="16200000">
            <a:off x="4450238" y="2303253"/>
            <a:ext cx="1859421" cy="8502730"/>
          </a:xfrm>
          <a:custGeom>
            <a:avLst/>
            <a:gdLst>
              <a:gd name="connsiteX0" fmla="*/ 74438 w 1859421"/>
              <a:gd name="connsiteY0" fmla="*/ 8424654 h 8502730"/>
              <a:gd name="connsiteX1" fmla="*/ 0 w 1859421"/>
              <a:gd name="connsiteY1" fmla="*/ 8502730 h 8502730"/>
              <a:gd name="connsiteX2" fmla="*/ 0 w 1859421"/>
              <a:gd name="connsiteY2" fmla="*/ 8424654 h 8502730"/>
              <a:gd name="connsiteX3" fmla="*/ 1859421 w 1859421"/>
              <a:gd name="connsiteY3" fmla="*/ 3871852 h 8502730"/>
              <a:gd name="connsiteX4" fmla="*/ 680529 w 1859421"/>
              <a:gd name="connsiteY4" fmla="*/ 7669631 h 8502730"/>
              <a:gd name="connsiteX5" fmla="*/ 627016 w 1859421"/>
              <a:gd name="connsiteY5" fmla="*/ 7743701 h 8502730"/>
              <a:gd name="connsiteX6" fmla="*/ 627016 w 1859421"/>
              <a:gd name="connsiteY6" fmla="*/ 0 h 8502730"/>
              <a:gd name="connsiteX7" fmla="*/ 680530 w 1859421"/>
              <a:gd name="connsiteY7" fmla="*/ 74071 h 8502730"/>
              <a:gd name="connsiteX8" fmla="*/ 1859421 w 1859421"/>
              <a:gd name="connsiteY8" fmla="*/ 3871852 h 8502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59421" h="8502730">
                <a:moveTo>
                  <a:pt x="74438" y="8424654"/>
                </a:moveTo>
                <a:lnTo>
                  <a:pt x="0" y="8502730"/>
                </a:lnTo>
                <a:lnTo>
                  <a:pt x="0" y="8424654"/>
                </a:lnTo>
                <a:close/>
                <a:moveTo>
                  <a:pt x="1859421" y="3871852"/>
                </a:moveTo>
                <a:cubicBezTo>
                  <a:pt x="1859421" y="5281811"/>
                  <a:pt x="1424099" y="6590095"/>
                  <a:pt x="680529" y="7669631"/>
                </a:cubicBezTo>
                <a:lnTo>
                  <a:pt x="627016" y="7743701"/>
                </a:lnTo>
                <a:lnTo>
                  <a:pt x="627016" y="0"/>
                </a:lnTo>
                <a:lnTo>
                  <a:pt x="680530" y="74071"/>
                </a:lnTo>
                <a:cubicBezTo>
                  <a:pt x="1424100" y="1153608"/>
                  <a:pt x="1859421" y="2461893"/>
                  <a:pt x="1859421" y="3871852"/>
                </a:cubicBezTo>
                <a:close/>
              </a:path>
            </a:pathLst>
          </a:custGeom>
          <a:gradFill>
            <a:gsLst>
              <a:gs pos="76000">
                <a:srgbClr val="1265BB">
                  <a:alpha val="0"/>
                </a:srgbClr>
              </a:gs>
              <a:gs pos="7000">
                <a:srgbClr val="D41366">
                  <a:alpha val="78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任意多边形: 形状 99"/>
          <p:cNvSpPr/>
          <p:nvPr/>
        </p:nvSpPr>
        <p:spPr>
          <a:xfrm rot="16200000">
            <a:off x="10489781" y="2393084"/>
            <a:ext cx="1287400" cy="7895944"/>
          </a:xfrm>
          <a:custGeom>
            <a:avLst/>
            <a:gdLst>
              <a:gd name="connsiteX0" fmla="*/ 1287400 w 1287400"/>
              <a:gd name="connsiteY0" fmla="*/ 3947973 h 7895944"/>
              <a:gd name="connsiteX1" fmla="*/ 108508 w 1287400"/>
              <a:gd name="connsiteY1" fmla="*/ 7745752 h 7895944"/>
              <a:gd name="connsiteX2" fmla="*/ 0 w 1287400"/>
              <a:gd name="connsiteY2" fmla="*/ 7895944 h 7895944"/>
              <a:gd name="connsiteX3" fmla="*/ 0 w 1287400"/>
              <a:gd name="connsiteY3" fmla="*/ 0 h 7895944"/>
              <a:gd name="connsiteX4" fmla="*/ 108509 w 1287400"/>
              <a:gd name="connsiteY4" fmla="*/ 150192 h 7895944"/>
              <a:gd name="connsiteX5" fmla="*/ 1287400 w 1287400"/>
              <a:gd name="connsiteY5" fmla="*/ 3947973 h 7895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7400" h="7895944">
                <a:moveTo>
                  <a:pt x="1287400" y="3947973"/>
                </a:moveTo>
                <a:cubicBezTo>
                  <a:pt x="1287400" y="5357932"/>
                  <a:pt x="852078" y="6666215"/>
                  <a:pt x="108508" y="7745752"/>
                </a:cubicBezTo>
                <a:lnTo>
                  <a:pt x="0" y="7895944"/>
                </a:lnTo>
                <a:lnTo>
                  <a:pt x="0" y="0"/>
                </a:lnTo>
                <a:lnTo>
                  <a:pt x="108509" y="150192"/>
                </a:lnTo>
                <a:cubicBezTo>
                  <a:pt x="852079" y="1229730"/>
                  <a:pt x="1287400" y="2538014"/>
                  <a:pt x="1287400" y="3947973"/>
                </a:cubicBezTo>
                <a:close/>
              </a:path>
            </a:pathLst>
          </a:custGeom>
          <a:noFill/>
          <a:ln>
            <a:gradFill>
              <a:gsLst>
                <a:gs pos="83000">
                  <a:srgbClr val="1265BB">
                    <a:alpha val="0"/>
                  </a:srgbClr>
                </a:gs>
                <a:gs pos="58000">
                  <a:srgbClr val="474FA4"/>
                </a:gs>
                <a:gs pos="7000">
                  <a:srgbClr val="D41366"/>
                </a:gs>
                <a:gs pos="0">
                  <a:srgbClr val="1265BB">
                    <a:alpha val="0"/>
                  </a:srgbClr>
                </a:gs>
              </a:gsLst>
              <a:lin ang="30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8" name="组合 147"/>
          <p:cNvGrpSpPr/>
          <p:nvPr/>
        </p:nvGrpSpPr>
        <p:grpSpPr>
          <a:xfrm rot="1170479" flipH="1" flipV="1">
            <a:off x="9083796" y="-280738"/>
            <a:ext cx="3010085" cy="2066408"/>
            <a:chOff x="11796349" y="8382981"/>
            <a:chExt cx="2268537" cy="1557339"/>
          </a:xfrm>
        </p:grpSpPr>
        <p:sp>
          <p:nvSpPr>
            <p:cNvPr id="149" name="Freeform 175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Freeform 176"/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Freeform 177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Freeform 178"/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Freeform 217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Freeform 218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Freeform 231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Freeform 232"/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Freeform 233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Freeform 234"/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Freeform 235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Freeform 236"/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Freeform 237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Freeform 238"/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239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Freeform 240"/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Freeform 241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Freeform 242"/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Freeform 243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Freeform 244"/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245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246"/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Rectangle 247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Rectangle 248"/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249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250"/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Freeform 251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Freeform 252"/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Freeform 253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Freeform 254"/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Freeform 255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256"/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257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258"/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Freeform 259"/>
            <p:cNvSpPr/>
            <p:nvPr/>
          </p:nvSpPr>
          <p:spPr bwMode="auto">
            <a:xfrm flipV="1">
              <a:off x="12637724" y="8395682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261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Freeform 262"/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Freeform 263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264"/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265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266"/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267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268"/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269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270"/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Rectangle 271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272"/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273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274"/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275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Freeform 276"/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277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278"/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279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280"/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Freeform 281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282"/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283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Freeform 284"/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Freeform 285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286"/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287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288"/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289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290"/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29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29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347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348"/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349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350"/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351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352"/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353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354"/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355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Freeform 356"/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357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358"/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359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360"/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361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362"/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Freeform 363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364"/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Freeform 365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Freeform 366"/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Freeform 367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Freeform 368"/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Freeform 369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Freeform 370"/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Freeform 372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373"/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374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375"/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376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377"/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378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Freeform 379"/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380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Freeform 381"/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Freeform 382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Freeform 383"/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Freeform 394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395"/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Rectangle 400"/>
            <p:cNvSpPr>
              <a:spLocks noChangeArrowheads="1"/>
            </p:cNvSpPr>
            <p:nvPr/>
          </p:nvSpPr>
          <p:spPr bwMode="auto">
            <a:xfrm flipV="1">
              <a:off x="13909311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401"/>
            <p:cNvSpPr/>
            <p:nvPr/>
          </p:nvSpPr>
          <p:spPr bwMode="auto">
            <a:xfrm flipH="1" flipV="1">
              <a:off x="13909311" y="86734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" name="Freeform 404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7" name="Freeform 405"/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8" name="Freeform 406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9" name="Freeform 407"/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0" name="Freeform 412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1" name="Freeform 413"/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2" name="Rectangle 414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3" name="Rectangle 415"/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4" name="Freeform 424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5" name="Freeform 425"/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" name="Freeform 428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7" name="Freeform 429"/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8" name="Freeform 436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Freeform 437"/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Freeform 438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1" name="Freeform 439"/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Freeform 440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3" name="Freeform 441"/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4" name="Freeform 442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5" name="Freeform 443"/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" name="Freeform 444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7" name="Freeform 445"/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8" name="Freeform 446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9" name="Freeform 447"/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0" name="Rectangle 448"/>
            <p:cNvSpPr>
              <a:spLocks noChangeArrowheads="1"/>
            </p:cNvSpPr>
            <p:nvPr/>
          </p:nvSpPr>
          <p:spPr bwMode="auto">
            <a:xfrm flipV="1">
              <a:off x="13926775" y="94085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1" name="Freeform 449"/>
            <p:cNvSpPr/>
            <p:nvPr/>
          </p:nvSpPr>
          <p:spPr bwMode="auto">
            <a:xfrm flipH="1" flipV="1">
              <a:off x="13926775" y="94100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Freeform 450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3" name="Freeform 451"/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Freeform 452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Freeform 453"/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Freeform 454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Freeform 455"/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8" name="Freeform 456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9" name="Freeform 457"/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0" name="Rectangle 458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1" name="Rectangle 459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2" name="Rectangle 460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3" name="Rectangle 461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4" name="Rectangle 462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5" name="Rectangle 463"/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6" name="Freeform 464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" name="Freeform 465"/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8" name="Freeform 46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9" name="Freeform 46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0" name="Freeform 468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1" name="Freeform 469"/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2" name="Freeform 470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3" name="Freeform 471"/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4" name="Rectangle 472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5" name="Rectangle 473"/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6" name="Rectangle 474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" name="Rectangle 475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" name="Freeform 476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9" name="Freeform 477"/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0" name="Freeform 478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1" name="Freeform 479"/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2" name="Freeform 480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" name="Freeform 481"/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4" name="Rectangle 482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5" name="Rectangle 483"/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6" name="Freeform 484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Freeform 485"/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8" name="Rectangle 486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9" name="Rectangle 487"/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0" name="Rectangle 488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1" name="Rectangle 489"/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2" name="Freeform 490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3" name="Freeform 491"/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4" name="Rectangle 492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5" name="Rectangle 493"/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6" name="Freeform 494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7" name="Freeform 495"/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8" name="Freeform 496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9" name="Freeform 497"/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0" name="Freeform 498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1" name="Freeform 499"/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2" name="Freeform 500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3" name="Freeform 501"/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4" name="Freeform 502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5" name="Freeform 503"/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6" name="Freeform 504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7" name="Freeform 505"/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8" name="Freeform 506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9" name="Freeform 507"/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0" name="Freeform 508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1" name="Freeform 509"/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2" name="Freeform 510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3" name="Freeform 511"/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4" name="Freeform 643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5" name="Freeform 644"/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6" name="Rectangle 64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7" name="Rectangle 64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8" name="Freeform 647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9" name="Freeform 648"/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0" name="Freeform 649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1" name="Freeform 650"/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2" name="Freeform 651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3" name="Freeform 652"/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4" name="Freeform 653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5" name="Freeform 654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6" name="Rectangle 655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7" name="Rectangle 656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" name="Rectangle 657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9" name="Rectangle 658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0" name="Rectangle 659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1" name="Rectangle 660"/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2" name="Rectangle 661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3" name="Rectangle 662"/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4" name="Freeform 663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5" name="Freeform 664"/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6" name="Freeform 665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7" name="Freeform 666"/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8" name="Freeform 667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" name="Freeform 668"/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0" name="Freeform 675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1" name="Freeform 676"/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2" name="Freeform 677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3" name="Freeform 678"/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4" name="Rectangle 679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5" name="Rectangle 680"/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6" name="Freeform 681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7" name="Freeform 682"/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8" name="Freeform 683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9" name="Freeform 684"/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0" name="Rectangle 685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1" name="Rectangle 686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2" name="Rectangle 687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3" name="Rectangle 688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4" name="Rectangle 689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5" name="Rectangle 690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6" name="Rectangle 691"/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7" name="Freeform 692"/>
            <p:cNvSpPr/>
            <p:nvPr/>
          </p:nvSpPr>
          <p:spPr bwMode="auto">
            <a:xfrm flipH="1" flipV="1">
              <a:off x="13902961" y="866397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8" name="Rectangle 693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9" name="Rectangle 694"/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0" name="Rectangle 695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1" name="Rectangle 696"/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2" name="Freeform 697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3" name="Freeform 698"/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4" name="Freeform 699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5" name="Freeform 700"/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6" name="Freeform 701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7" name="Freeform 702"/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8" name="Rectangle 703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9" name="Rectangle 704"/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0" name="Rectangle 705"/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1" name="Freeform 706"/>
            <p:cNvSpPr/>
            <p:nvPr/>
          </p:nvSpPr>
          <p:spPr bwMode="auto">
            <a:xfrm flipV="1">
              <a:off x="13901375" y="866397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2" name="Freeform 707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3" name="Freeform 708"/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4" name="Freeform 709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5" name="Freeform 710"/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6" name="Freeform 711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7" name="Freeform 712"/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8" name="Freeform 713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9" name="Freeform 714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0" name="Freeform 715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1" name="Freeform 716"/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2" name="Rectangle 717"/>
            <p:cNvSpPr>
              <a:spLocks noChangeArrowheads="1"/>
            </p:cNvSpPr>
            <p:nvPr/>
          </p:nvSpPr>
          <p:spPr bwMode="auto">
            <a:xfrm flipV="1">
              <a:off x="13906136" y="8667144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3" name="Freeform 718"/>
            <p:cNvSpPr/>
            <p:nvPr/>
          </p:nvSpPr>
          <p:spPr bwMode="auto">
            <a:xfrm flipH="1" flipV="1">
              <a:off x="13906136" y="8668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4" name="Freeform 719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5" name="Freeform 720"/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6" name="Freeform 721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7" name="Freeform 722"/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8" name="Freeform 723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9" name="Freeform 724"/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0" name="Freeform 725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1" name="Freeform 726"/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2" name="Rectangle 727"/>
            <p:cNvSpPr>
              <a:spLocks noChangeArrowheads="1"/>
            </p:cNvSpPr>
            <p:nvPr/>
          </p:nvSpPr>
          <p:spPr bwMode="auto">
            <a:xfrm flipV="1">
              <a:off x="13899786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3" name="Freeform 728"/>
            <p:cNvSpPr/>
            <p:nvPr/>
          </p:nvSpPr>
          <p:spPr bwMode="auto">
            <a:xfrm flipV="1">
              <a:off x="13899786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4" name="Freeform 729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5" name="Freeform 730"/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6" name="Freeform 731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7" name="Freeform 732"/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29" name="椭圆 428"/>
          <p:cNvSpPr>
            <a:spLocks noChangeAspect="1"/>
          </p:cNvSpPr>
          <p:nvPr/>
        </p:nvSpPr>
        <p:spPr>
          <a:xfrm flipV="1">
            <a:off x="8086684" y="1878766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2" name="椭圆 431"/>
          <p:cNvSpPr>
            <a:spLocks noChangeAspect="1"/>
          </p:cNvSpPr>
          <p:nvPr/>
        </p:nvSpPr>
        <p:spPr>
          <a:xfrm flipV="1">
            <a:off x="8418051" y="2716509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8" name="组合 437"/>
          <p:cNvGrpSpPr/>
          <p:nvPr/>
        </p:nvGrpSpPr>
        <p:grpSpPr>
          <a:xfrm>
            <a:off x="9573398" y="1963060"/>
            <a:ext cx="2003824" cy="1249477"/>
            <a:chOff x="9573398" y="1963060"/>
            <a:chExt cx="2003824" cy="1249477"/>
          </a:xfrm>
        </p:grpSpPr>
        <p:sp>
          <p:nvSpPr>
            <p:cNvPr id="430" name="椭圆 429"/>
            <p:cNvSpPr>
              <a:spLocks noChangeAspect="1"/>
            </p:cNvSpPr>
            <p:nvPr/>
          </p:nvSpPr>
          <p:spPr>
            <a:xfrm flipV="1">
              <a:off x="10956221" y="3160824"/>
              <a:ext cx="51713" cy="51713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1" name="椭圆 430"/>
            <p:cNvSpPr>
              <a:spLocks noChangeAspect="1"/>
            </p:cNvSpPr>
            <p:nvPr/>
          </p:nvSpPr>
          <p:spPr>
            <a:xfrm flipV="1">
              <a:off x="11525509" y="2361905"/>
              <a:ext cx="51713" cy="51713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3" name="椭圆 432"/>
            <p:cNvSpPr>
              <a:spLocks noChangeAspect="1"/>
            </p:cNvSpPr>
            <p:nvPr/>
          </p:nvSpPr>
          <p:spPr>
            <a:xfrm flipV="1">
              <a:off x="9573398" y="1963060"/>
              <a:ext cx="51713" cy="51713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4" name="椭圆 433"/>
          <p:cNvSpPr>
            <a:spLocks noChangeAspect="1"/>
          </p:cNvSpPr>
          <p:nvPr/>
        </p:nvSpPr>
        <p:spPr>
          <a:xfrm flipV="1">
            <a:off x="11167601" y="1160644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5" name="椭圆 434"/>
          <p:cNvSpPr>
            <a:spLocks noChangeAspect="1"/>
          </p:cNvSpPr>
          <p:nvPr/>
        </p:nvSpPr>
        <p:spPr>
          <a:xfrm flipV="1">
            <a:off x="7315952" y="2198761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6" name="椭圆 435"/>
          <p:cNvSpPr>
            <a:spLocks noChangeAspect="1"/>
          </p:cNvSpPr>
          <p:nvPr/>
        </p:nvSpPr>
        <p:spPr>
          <a:xfrm flipV="1">
            <a:off x="9416334" y="5204438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7" name="椭圆 436"/>
          <p:cNvSpPr>
            <a:spLocks noChangeAspect="1"/>
          </p:cNvSpPr>
          <p:nvPr/>
        </p:nvSpPr>
        <p:spPr>
          <a:xfrm flipH="1" flipV="1">
            <a:off x="6674167" y="1006636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0" name="椭圆 439"/>
          <p:cNvSpPr>
            <a:spLocks noChangeAspect="1"/>
          </p:cNvSpPr>
          <p:nvPr/>
        </p:nvSpPr>
        <p:spPr>
          <a:xfrm flipV="1">
            <a:off x="6131042" y="4792464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1" name="椭圆 440"/>
          <p:cNvSpPr>
            <a:spLocks noChangeAspect="1"/>
          </p:cNvSpPr>
          <p:nvPr/>
        </p:nvSpPr>
        <p:spPr>
          <a:xfrm flipV="1">
            <a:off x="5201660" y="5257730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2" name="椭圆 441"/>
          <p:cNvSpPr>
            <a:spLocks noChangeAspect="1"/>
          </p:cNvSpPr>
          <p:nvPr/>
        </p:nvSpPr>
        <p:spPr>
          <a:xfrm flipV="1">
            <a:off x="345731" y="501127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8" name="文本框 427" descr="页面标题"/>
          <p:cNvSpPr txBox="1"/>
          <p:nvPr/>
        </p:nvSpPr>
        <p:spPr>
          <a:xfrm>
            <a:off x="720250" y="611403"/>
            <a:ext cx="6891341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我们如何上线</a:t>
            </a:r>
            <a:r>
              <a:rPr lang="en-US" altLang="zh-CN" sz="3200" dirty="0" err="1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成为产品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3811DAB-26A6-5FAE-E118-2A0F8C5C8439}"/>
              </a:ext>
            </a:extLst>
          </p:cNvPr>
          <p:cNvSpPr txBox="1"/>
          <p:nvPr/>
        </p:nvSpPr>
        <p:spPr>
          <a:xfrm>
            <a:off x="1570246" y="1620695"/>
            <a:ext cx="8315097" cy="129266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我们使用</a:t>
            </a:r>
            <a:r>
              <a:rPr lang="en-US" altLang="zh-CN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……</a:t>
            </a:r>
          </a:p>
          <a:p>
            <a:pPr algn="l"/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阿里云作为云服务器提供商，托管了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个月的</a:t>
            </a:r>
            <a:r>
              <a:rPr lang="en-US" altLang="zh-CN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ChatMonitor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服务</a:t>
            </a: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Spaceship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作为域名提供商，保留了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年的域名服务（访问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hlinkClick r:id="rId2"/>
              </a:rPr>
              <a:t>http://chatmonitor.space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）</a:t>
            </a: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宝塔面板进行云服务器管理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5946F3-013A-E417-BFD5-C084303D8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388" y="3454969"/>
            <a:ext cx="5039962" cy="274745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0DF816E-3B20-563E-C7FC-AC6E98AD9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092" y="3454299"/>
            <a:ext cx="5039962" cy="275336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 flipH="1">
            <a:off x="-2715637" y="941383"/>
            <a:ext cx="5872132" cy="5887765"/>
            <a:chOff x="2731720" y="54050"/>
            <a:chExt cx="6727675" cy="6745583"/>
          </a:xfrm>
        </p:grpSpPr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9" name="椭圆 88"/>
          <p:cNvSpPr>
            <a:spLocks noChangeAspect="1"/>
          </p:cNvSpPr>
          <p:nvPr/>
        </p:nvSpPr>
        <p:spPr>
          <a:xfrm flipV="1">
            <a:off x="10646297" y="1001228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椭圆 89"/>
          <p:cNvSpPr>
            <a:spLocks noChangeAspect="1"/>
          </p:cNvSpPr>
          <p:nvPr>
            <p:custDataLst>
              <p:tags r:id="rId1"/>
            </p:custDataLst>
          </p:nvPr>
        </p:nvSpPr>
        <p:spPr>
          <a:xfrm flipV="1">
            <a:off x="8656960" y="2213261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椭圆 93"/>
          <p:cNvSpPr>
            <a:spLocks noChangeAspect="1"/>
          </p:cNvSpPr>
          <p:nvPr/>
        </p:nvSpPr>
        <p:spPr>
          <a:xfrm flipV="1">
            <a:off x="9696219" y="1375928"/>
            <a:ext cx="47194" cy="471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椭圆 94"/>
          <p:cNvSpPr>
            <a:spLocks noChangeAspect="1"/>
          </p:cNvSpPr>
          <p:nvPr>
            <p:custDataLst>
              <p:tags r:id="rId2"/>
            </p:custDataLst>
          </p:nvPr>
        </p:nvSpPr>
        <p:spPr>
          <a:xfrm flipV="1">
            <a:off x="8241275" y="4031762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椭圆 95"/>
          <p:cNvSpPr>
            <a:spLocks noChangeAspect="1"/>
          </p:cNvSpPr>
          <p:nvPr/>
        </p:nvSpPr>
        <p:spPr>
          <a:xfrm flipV="1">
            <a:off x="10013756" y="2290188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椭圆 90"/>
          <p:cNvSpPr>
            <a:spLocks noChangeAspect="1"/>
          </p:cNvSpPr>
          <p:nvPr/>
        </p:nvSpPr>
        <p:spPr>
          <a:xfrm rot="5400000" flipV="1">
            <a:off x="10411819" y="4707999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椭圆 92"/>
          <p:cNvSpPr>
            <a:spLocks noChangeAspect="1"/>
          </p:cNvSpPr>
          <p:nvPr/>
        </p:nvSpPr>
        <p:spPr>
          <a:xfrm rot="5400000" flipV="1">
            <a:off x="11137289" y="4995242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椭圆 96"/>
          <p:cNvSpPr>
            <a:spLocks noChangeAspect="1"/>
          </p:cNvSpPr>
          <p:nvPr/>
        </p:nvSpPr>
        <p:spPr>
          <a:xfrm rot="5400000" flipV="1">
            <a:off x="10983488" y="5019826"/>
            <a:ext cx="47194" cy="47194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椭圆 97"/>
          <p:cNvSpPr>
            <a:spLocks noChangeAspect="1"/>
          </p:cNvSpPr>
          <p:nvPr/>
        </p:nvSpPr>
        <p:spPr>
          <a:xfrm flipV="1">
            <a:off x="11468647" y="1557891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椭圆 91"/>
          <p:cNvSpPr>
            <a:spLocks noChangeAspect="1"/>
          </p:cNvSpPr>
          <p:nvPr/>
        </p:nvSpPr>
        <p:spPr>
          <a:xfrm flipV="1">
            <a:off x="2110833" y="4875650"/>
            <a:ext cx="47194" cy="47194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椭圆 98"/>
          <p:cNvSpPr>
            <a:spLocks noChangeAspect="1"/>
          </p:cNvSpPr>
          <p:nvPr/>
        </p:nvSpPr>
        <p:spPr>
          <a:xfrm flipV="1">
            <a:off x="1100877" y="5412671"/>
            <a:ext cx="47194" cy="47194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椭圆 99"/>
          <p:cNvSpPr>
            <a:spLocks noChangeAspect="1"/>
          </p:cNvSpPr>
          <p:nvPr/>
        </p:nvSpPr>
        <p:spPr>
          <a:xfrm flipV="1">
            <a:off x="2525669" y="6426909"/>
            <a:ext cx="47194" cy="47194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椭圆 100"/>
          <p:cNvSpPr>
            <a:spLocks noChangeAspect="1"/>
          </p:cNvSpPr>
          <p:nvPr/>
        </p:nvSpPr>
        <p:spPr>
          <a:xfrm flipV="1">
            <a:off x="305232" y="3658918"/>
            <a:ext cx="47194" cy="471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 rot="9347578">
            <a:off x="523688" y="5469967"/>
            <a:ext cx="2132026" cy="1127525"/>
            <a:chOff x="7637143" y="556363"/>
            <a:chExt cx="4402242" cy="2328131"/>
          </a:xfrm>
        </p:grpSpPr>
        <p:sp>
          <p:nvSpPr>
            <p:cNvPr id="103" name="椭圆 102"/>
            <p:cNvSpPr>
              <a:spLocks noChangeAspect="1"/>
            </p:cNvSpPr>
            <p:nvPr/>
          </p:nvSpPr>
          <p:spPr>
            <a:xfrm flipV="1">
              <a:off x="11108173" y="1031429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椭圆 103"/>
            <p:cNvSpPr>
              <a:spLocks noChangeAspect="1"/>
            </p:cNvSpPr>
            <p:nvPr/>
          </p:nvSpPr>
          <p:spPr>
            <a:xfrm flipV="1">
              <a:off x="9590679" y="1955984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椭圆 104"/>
            <p:cNvSpPr>
              <a:spLocks noChangeAspect="1"/>
            </p:cNvSpPr>
            <p:nvPr/>
          </p:nvSpPr>
          <p:spPr>
            <a:xfrm flipV="1">
              <a:off x="11588319" y="2848494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椭圆 106"/>
            <p:cNvSpPr>
              <a:spLocks noChangeAspect="1"/>
            </p:cNvSpPr>
            <p:nvPr/>
          </p:nvSpPr>
          <p:spPr>
            <a:xfrm flipV="1">
              <a:off x="11984632" y="2292323"/>
              <a:ext cx="36000" cy="36000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椭圆 107"/>
            <p:cNvSpPr>
              <a:spLocks noChangeAspect="1"/>
            </p:cNvSpPr>
            <p:nvPr/>
          </p:nvSpPr>
          <p:spPr>
            <a:xfrm flipV="1">
              <a:off x="10383440" y="1317255"/>
              <a:ext cx="36000" cy="3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椭圆 109"/>
            <p:cNvSpPr>
              <a:spLocks noChangeAspect="1"/>
            </p:cNvSpPr>
            <p:nvPr/>
          </p:nvSpPr>
          <p:spPr>
            <a:xfrm flipV="1">
              <a:off x="10625662" y="2014665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椭圆 110"/>
            <p:cNvSpPr>
              <a:spLocks noChangeAspect="1"/>
            </p:cNvSpPr>
            <p:nvPr/>
          </p:nvSpPr>
          <p:spPr>
            <a:xfrm flipV="1">
              <a:off x="12003385" y="2409644"/>
              <a:ext cx="36000" cy="36000"/>
            </a:xfrm>
            <a:prstGeom prst="ellipse">
              <a:avLst/>
            </a:prstGeom>
            <a:solidFill>
              <a:srgbClr val="2704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椭圆 111"/>
            <p:cNvSpPr>
              <a:spLocks noChangeAspect="1"/>
            </p:cNvSpPr>
            <p:nvPr/>
          </p:nvSpPr>
          <p:spPr>
            <a:xfrm flipV="1">
              <a:off x="11735473" y="1456059"/>
              <a:ext cx="36000" cy="36000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椭圆 114"/>
            <p:cNvSpPr>
              <a:spLocks noChangeAspect="1"/>
            </p:cNvSpPr>
            <p:nvPr/>
          </p:nvSpPr>
          <p:spPr>
            <a:xfrm flipV="1">
              <a:off x="7637143" y="556363"/>
              <a:ext cx="36000" cy="3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6" name="椭圆 85"/>
          <p:cNvSpPr>
            <a:spLocks noChangeAspect="1"/>
          </p:cNvSpPr>
          <p:nvPr>
            <p:custDataLst>
              <p:tags r:id="rId3"/>
            </p:custDataLst>
          </p:nvPr>
        </p:nvSpPr>
        <p:spPr>
          <a:xfrm flipV="1">
            <a:off x="8669974" y="4216464"/>
            <a:ext cx="47194" cy="47194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文本框 105" descr="页面标题"/>
          <p:cNvSpPr txBox="1"/>
          <p:nvPr/>
        </p:nvSpPr>
        <p:spPr>
          <a:xfrm>
            <a:off x="720250" y="611403"/>
            <a:ext cx="72299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我们如何上线</a:t>
            </a:r>
            <a:r>
              <a:rPr lang="en-US" altLang="zh-CN" sz="3200" dirty="0" err="1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ChatMonitor</a:t>
            </a:r>
            <a:r>
              <a:rPr lang="zh-CN" altLang="en-US" sz="3200" dirty="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成为产品</a:t>
            </a:r>
          </a:p>
        </p:txBody>
      </p:sp>
      <p:grpSp>
        <p:nvGrpSpPr>
          <p:cNvPr id="78" name="组合 77"/>
          <p:cNvGrpSpPr/>
          <p:nvPr/>
        </p:nvGrpSpPr>
        <p:grpSpPr>
          <a:xfrm flipH="1">
            <a:off x="8950702" y="941383"/>
            <a:ext cx="5872132" cy="5887765"/>
            <a:chOff x="2731720" y="54050"/>
            <a:chExt cx="6727675" cy="6745583"/>
          </a:xfrm>
        </p:grpSpPr>
        <p:sp>
          <p:nvSpPr>
            <p:cNvPr id="79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34000"/>
                    </a:srgbClr>
                  </a:gs>
                  <a:gs pos="80000">
                    <a:srgbClr val="5944C0">
                      <a:alpha val="72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椭圆 2">
            <a:extLst>
              <a:ext uri="{FF2B5EF4-FFF2-40B4-BE49-F238E27FC236}">
                <a16:creationId xmlns:a16="http://schemas.microsoft.com/office/drawing/2014/main" id="{5A17C201-46FD-B3A5-5354-BC0D9806B413}"/>
              </a:ext>
            </a:extLst>
          </p:cNvPr>
          <p:cNvSpPr/>
          <p:nvPr/>
        </p:nvSpPr>
        <p:spPr>
          <a:xfrm>
            <a:off x="1148071" y="1323623"/>
            <a:ext cx="1141527" cy="1141527"/>
          </a:xfrm>
          <a:prstGeom prst="ellipse">
            <a:avLst/>
          </a:prstGeom>
          <a:gradFill>
            <a:gsLst>
              <a:gs pos="0">
                <a:srgbClr val="7030A0"/>
              </a:gs>
              <a:gs pos="100000">
                <a:srgbClr val="002060"/>
              </a:gs>
            </a:gsLst>
            <a:lin ang="12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/>
              <a:t>1</a:t>
            </a:r>
            <a:endParaRPr lang="zh-CN" altLang="en-US" sz="3600" b="1" dirty="0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BF3D64BC-7373-7012-6127-F3C30A13AD38}"/>
              </a:ext>
            </a:extLst>
          </p:cNvPr>
          <p:cNvSpPr/>
          <p:nvPr/>
        </p:nvSpPr>
        <p:spPr>
          <a:xfrm>
            <a:off x="7888907" y="3074937"/>
            <a:ext cx="1141527" cy="1141527"/>
          </a:xfrm>
          <a:prstGeom prst="ellipse">
            <a:avLst/>
          </a:prstGeom>
          <a:gradFill>
            <a:gsLst>
              <a:gs pos="0">
                <a:srgbClr val="7030A0"/>
              </a:gs>
              <a:gs pos="100000">
                <a:srgbClr val="002060"/>
              </a:gs>
            </a:gsLst>
            <a:lin ang="12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/>
              <a:t>2</a:t>
            </a:r>
            <a:endParaRPr lang="zh-CN" altLang="en-US" sz="3600" b="1" dirty="0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A6D8B07D-8C9A-BBC5-1BC1-A8CD8ADE41DC}"/>
              </a:ext>
            </a:extLst>
          </p:cNvPr>
          <p:cNvSpPr/>
          <p:nvPr/>
        </p:nvSpPr>
        <p:spPr>
          <a:xfrm>
            <a:off x="2697857" y="4889101"/>
            <a:ext cx="1141527" cy="1141527"/>
          </a:xfrm>
          <a:prstGeom prst="ellipse">
            <a:avLst/>
          </a:prstGeom>
          <a:gradFill>
            <a:gsLst>
              <a:gs pos="0">
                <a:srgbClr val="7030A0"/>
              </a:gs>
              <a:gs pos="100000">
                <a:srgbClr val="002060"/>
              </a:gs>
            </a:gsLst>
            <a:lin ang="12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/>
              <a:t>3</a:t>
            </a:r>
            <a:endParaRPr lang="zh-CN" altLang="en-US" sz="3600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0D50F5-44ED-62D7-CDDD-16680EC4F44A}"/>
              </a:ext>
            </a:extLst>
          </p:cNvPr>
          <p:cNvSpPr txBox="1"/>
          <p:nvPr/>
        </p:nvSpPr>
        <p:spPr>
          <a:xfrm>
            <a:off x="2525669" y="1196900"/>
            <a:ext cx="3262432" cy="138499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确保服务能够稳定运行</a:t>
            </a: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457200" indent="-457200" algn="l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多平台支持</a:t>
            </a:r>
            <a:endParaRPr lang="en-US" altLang="zh-CN" sz="20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457200" indent="-457200" algn="l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多账号数据隔离</a:t>
            </a:r>
            <a:endParaRPr lang="en-US" altLang="zh-CN" sz="20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457200" indent="-457200" algn="l">
              <a:buAutoNum type="arabicPeriod"/>
            </a:pPr>
            <a:r>
              <a:rPr lang="en-US" altLang="zh-CN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AI</a:t>
            </a: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服务稳定</a:t>
            </a:r>
            <a:endParaRPr lang="en-US" altLang="zh-CN" sz="20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6E90787-B32C-7F21-B5D5-BF56A0B9CD99}"/>
              </a:ext>
            </a:extLst>
          </p:cNvPr>
          <p:cNvSpPr txBox="1"/>
          <p:nvPr/>
        </p:nvSpPr>
        <p:spPr>
          <a:xfrm>
            <a:off x="5105462" y="2831469"/>
            <a:ext cx="2512226" cy="138499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公网部署</a:t>
            </a: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457200" indent="-457200" algn="l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搭建服务器</a:t>
            </a:r>
            <a:endParaRPr lang="en-US" altLang="zh-CN" sz="20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457200" indent="-457200" algn="l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配置运行环境</a:t>
            </a:r>
            <a:endParaRPr lang="en-US" altLang="zh-CN" sz="20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457200" indent="-457200" algn="l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配置</a:t>
            </a:r>
            <a:r>
              <a:rPr lang="en-US" altLang="zh-CN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Nginx</a:t>
            </a: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到公网</a:t>
            </a: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4DF8A46-58CC-EE2C-B13B-5EF174225339}"/>
              </a:ext>
            </a:extLst>
          </p:cNvPr>
          <p:cNvSpPr txBox="1"/>
          <p:nvPr/>
        </p:nvSpPr>
        <p:spPr>
          <a:xfrm>
            <a:off x="4114806" y="4921255"/>
            <a:ext cx="4493538" cy="107721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保持更新</a:t>
            </a: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457200" indent="-457200" algn="l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推广到更多平台（飞书、微信等）</a:t>
            </a:r>
            <a:endParaRPr lang="en-US" altLang="zh-CN" sz="20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457200" indent="-457200" algn="l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更多场景（不仅是校园群）</a:t>
            </a:r>
            <a:endParaRPr lang="en-US" altLang="zh-CN" sz="20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直接连接符 48"/>
          <p:cNvCxnSpPr/>
          <p:nvPr/>
        </p:nvCxnSpPr>
        <p:spPr>
          <a:xfrm flipH="1">
            <a:off x="4974702" y="33039"/>
            <a:ext cx="0" cy="3541065"/>
          </a:xfrm>
          <a:prstGeom prst="line">
            <a:avLst/>
          </a:prstGeom>
          <a:ln>
            <a:solidFill>
              <a:srgbClr val="3C17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4974702" y="2856343"/>
            <a:ext cx="0" cy="969397"/>
          </a:xfrm>
          <a:prstGeom prst="line">
            <a:avLst/>
          </a:prstGeom>
          <a:ln w="41275">
            <a:solidFill>
              <a:srgbClr val="7006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 descr="章节序号1"/>
          <p:cNvSpPr txBox="1"/>
          <p:nvPr/>
        </p:nvSpPr>
        <p:spPr>
          <a:xfrm>
            <a:off x="956126" y="2875002"/>
            <a:ext cx="4578213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PART</a:t>
            </a:r>
            <a:r>
              <a:rPr lang="zh-CN" altLang="en-US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 </a:t>
            </a:r>
            <a:r>
              <a:rPr lang="en-US" altLang="zh-CN" sz="6600">
                <a:solidFill>
                  <a:srgbClr val="D41366"/>
                </a:solidFill>
                <a:latin typeface="汉仪大宋简" panose="02010609000101010101" charset="-122"/>
                <a:ea typeface="汉仪大宋简" panose="02010609000101010101" charset="-122"/>
              </a:rPr>
              <a:t>4</a:t>
            </a:r>
            <a:endParaRPr lang="zh-CN" altLang="en-US" sz="6600">
              <a:solidFill>
                <a:srgbClr val="D41366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52488" y="3013502"/>
            <a:ext cx="5558288" cy="830997"/>
            <a:chOff x="4854977" y="2900301"/>
            <a:chExt cx="5558288" cy="830997"/>
          </a:xfrm>
        </p:grpSpPr>
        <p:sp>
          <p:nvSpPr>
            <p:cNvPr id="55" name="矩形 54"/>
            <p:cNvSpPr/>
            <p:nvPr/>
          </p:nvSpPr>
          <p:spPr>
            <a:xfrm>
              <a:off x="8946768" y="3321060"/>
              <a:ext cx="1466497" cy="407847"/>
            </a:xfrm>
            <a:prstGeom prst="rect">
              <a:avLst/>
            </a:prstGeom>
            <a:gradFill>
              <a:gsLst>
                <a:gs pos="18000">
                  <a:srgbClr val="910475"/>
                </a:gs>
                <a:gs pos="75000">
                  <a:srgbClr val="1B0E4A">
                    <a:alpha val="25000"/>
                  </a:srgbClr>
                </a:gs>
              </a:gsLst>
              <a:lin ang="12600000" scaled="0"/>
            </a:gradFill>
            <a:ln w="3175">
              <a:noFill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文本框 56" descr="章节标题1"/>
            <p:cNvSpPr txBox="1"/>
            <p:nvPr/>
          </p:nvSpPr>
          <p:spPr>
            <a:xfrm>
              <a:off x="4854977" y="2900301"/>
              <a:ext cx="5311864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sz="480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请输入章节标题</a:t>
              </a:r>
            </a:p>
          </p:txBody>
        </p:sp>
      </p:grpSp>
      <p:sp>
        <p:nvSpPr>
          <p:cNvPr id="58" name="文本框 57" descr="章节概要1"/>
          <p:cNvSpPr txBox="1"/>
          <p:nvPr/>
        </p:nvSpPr>
        <p:spPr>
          <a:xfrm>
            <a:off x="5307972" y="3808665"/>
            <a:ext cx="5993986" cy="4128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bg1">
                    <a:alpha val="54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请在这里输入简要工作概述，点击输入简要文字内容</a:t>
            </a:r>
          </a:p>
        </p:txBody>
      </p:sp>
      <p:cxnSp>
        <p:nvCxnSpPr>
          <p:cNvPr id="1129" name="直接连接符 1128"/>
          <p:cNvCxnSpPr/>
          <p:nvPr/>
        </p:nvCxnSpPr>
        <p:spPr>
          <a:xfrm flipH="1">
            <a:off x="4974702" y="4209143"/>
            <a:ext cx="0" cy="2648857"/>
          </a:xfrm>
          <a:prstGeom prst="line">
            <a:avLst/>
          </a:prstGeom>
          <a:ln>
            <a:solidFill>
              <a:srgbClr val="2B1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2" name="椭圆 1131"/>
          <p:cNvSpPr>
            <a:spLocks noChangeAspect="1"/>
          </p:cNvSpPr>
          <p:nvPr/>
        </p:nvSpPr>
        <p:spPr>
          <a:xfrm flipV="1">
            <a:off x="10402091" y="1115652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3" name="椭圆 1132"/>
          <p:cNvSpPr>
            <a:spLocks noChangeAspect="1"/>
          </p:cNvSpPr>
          <p:nvPr/>
        </p:nvSpPr>
        <p:spPr>
          <a:xfrm flipV="1">
            <a:off x="8222268" y="2443739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4" name="椭圆 1133"/>
          <p:cNvSpPr>
            <a:spLocks noChangeAspect="1"/>
          </p:cNvSpPr>
          <p:nvPr/>
        </p:nvSpPr>
        <p:spPr>
          <a:xfrm flipV="1">
            <a:off x="3777981" y="4475441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5" name="椭圆 1134"/>
          <p:cNvSpPr>
            <a:spLocks noChangeAspect="1"/>
          </p:cNvSpPr>
          <p:nvPr/>
        </p:nvSpPr>
        <p:spPr>
          <a:xfrm flipV="1">
            <a:off x="11661093" y="2926878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6" name="椭圆 1135"/>
          <p:cNvSpPr>
            <a:spLocks noChangeAspect="1"/>
          </p:cNvSpPr>
          <p:nvPr/>
        </p:nvSpPr>
        <p:spPr>
          <a:xfrm flipV="1">
            <a:off x="9361039" y="1526229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7" name="椭圆 1136"/>
          <p:cNvSpPr>
            <a:spLocks noChangeAspect="1"/>
          </p:cNvSpPr>
          <p:nvPr/>
        </p:nvSpPr>
        <p:spPr>
          <a:xfrm flipV="1">
            <a:off x="9708982" y="2528033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8" name="椭圆 1137"/>
          <p:cNvSpPr>
            <a:spLocks noChangeAspect="1"/>
          </p:cNvSpPr>
          <p:nvPr/>
        </p:nvSpPr>
        <p:spPr>
          <a:xfrm flipV="1">
            <a:off x="11688031" y="309540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9" name="椭圆 1138"/>
          <p:cNvSpPr>
            <a:spLocks noChangeAspect="1"/>
          </p:cNvSpPr>
          <p:nvPr/>
        </p:nvSpPr>
        <p:spPr>
          <a:xfrm flipV="1">
            <a:off x="11303185" y="1725617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0" name="椭圆 1139"/>
          <p:cNvSpPr>
            <a:spLocks noChangeAspect="1"/>
          </p:cNvSpPr>
          <p:nvPr/>
        </p:nvSpPr>
        <p:spPr>
          <a:xfrm flipV="1">
            <a:off x="6070143" y="1792060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1" name="椭圆 1140"/>
          <p:cNvSpPr>
            <a:spLocks noChangeAspect="1"/>
          </p:cNvSpPr>
          <p:nvPr/>
        </p:nvSpPr>
        <p:spPr>
          <a:xfrm flipV="1">
            <a:off x="9551918" y="5769411"/>
            <a:ext cx="51713" cy="51713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2" name="椭圆 1141"/>
          <p:cNvSpPr>
            <a:spLocks noChangeAspect="1"/>
          </p:cNvSpPr>
          <p:nvPr/>
        </p:nvSpPr>
        <p:spPr>
          <a:xfrm flipV="1">
            <a:off x="8445257" y="635785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3" name="椭圆 1142"/>
          <p:cNvSpPr>
            <a:spLocks noChangeAspect="1"/>
          </p:cNvSpPr>
          <p:nvPr/>
        </p:nvSpPr>
        <p:spPr>
          <a:xfrm flipV="1">
            <a:off x="7971074" y="513871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4" name="椭圆 1143"/>
          <p:cNvSpPr>
            <a:spLocks noChangeAspect="1"/>
          </p:cNvSpPr>
          <p:nvPr/>
        </p:nvSpPr>
        <p:spPr>
          <a:xfrm flipH="1" flipV="1">
            <a:off x="3306646" y="4358157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5" name="椭圆 1144"/>
          <p:cNvSpPr>
            <a:spLocks noChangeAspect="1"/>
          </p:cNvSpPr>
          <p:nvPr/>
        </p:nvSpPr>
        <p:spPr>
          <a:xfrm flipH="1" flipV="1">
            <a:off x="3049890" y="5717196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6" name="椭圆 1145"/>
          <p:cNvSpPr>
            <a:spLocks noChangeAspect="1"/>
          </p:cNvSpPr>
          <p:nvPr/>
        </p:nvSpPr>
        <p:spPr>
          <a:xfrm flipH="1" flipV="1">
            <a:off x="3829694" y="2837043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7" name="椭圆 1146"/>
          <p:cNvSpPr>
            <a:spLocks noChangeAspect="1"/>
          </p:cNvSpPr>
          <p:nvPr/>
        </p:nvSpPr>
        <p:spPr>
          <a:xfrm flipH="1" flipV="1">
            <a:off x="1612873" y="4527002"/>
            <a:ext cx="51713" cy="517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8" name="椭圆 1147"/>
          <p:cNvSpPr>
            <a:spLocks noChangeAspect="1"/>
          </p:cNvSpPr>
          <p:nvPr/>
        </p:nvSpPr>
        <p:spPr>
          <a:xfrm flipH="1" flipV="1">
            <a:off x="810729" y="546121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9" name="椭圆 1148"/>
          <p:cNvSpPr>
            <a:spLocks noChangeAspect="1"/>
          </p:cNvSpPr>
          <p:nvPr/>
        </p:nvSpPr>
        <p:spPr>
          <a:xfrm flipH="1" flipV="1">
            <a:off x="452256" y="5848826"/>
            <a:ext cx="51713" cy="51713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0" name="椭圆 1149"/>
          <p:cNvSpPr>
            <a:spLocks noChangeAspect="1"/>
          </p:cNvSpPr>
          <p:nvPr/>
        </p:nvSpPr>
        <p:spPr>
          <a:xfrm flipH="1" flipV="1">
            <a:off x="1594330" y="2747998"/>
            <a:ext cx="51713" cy="51713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1" name="椭圆 1150"/>
          <p:cNvSpPr>
            <a:spLocks noChangeAspect="1"/>
          </p:cNvSpPr>
          <p:nvPr/>
        </p:nvSpPr>
        <p:spPr>
          <a:xfrm flipV="1">
            <a:off x="1790413" y="884900"/>
            <a:ext cx="51713" cy="51713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99" name="组合 1198"/>
          <p:cNvGrpSpPr/>
          <p:nvPr/>
        </p:nvGrpSpPr>
        <p:grpSpPr>
          <a:xfrm flipH="1">
            <a:off x="10405721" y="5150779"/>
            <a:ext cx="1226873" cy="1230139"/>
            <a:chOff x="2731720" y="54050"/>
            <a:chExt cx="6727675" cy="6745583"/>
          </a:xfrm>
        </p:grpSpPr>
        <p:sp>
          <p:nvSpPr>
            <p:cNvPr id="1200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椭圆 72"/>
          <p:cNvSpPr/>
          <p:nvPr/>
        </p:nvSpPr>
        <p:spPr>
          <a:xfrm>
            <a:off x="7112063" y="3484901"/>
            <a:ext cx="137545" cy="137545"/>
          </a:xfrm>
          <a:prstGeom prst="ellipse">
            <a:avLst/>
          </a:prstGeom>
          <a:solidFill>
            <a:srgbClr val="000B26"/>
          </a:solidFill>
          <a:ln>
            <a:gradFill>
              <a:gsLst>
                <a:gs pos="0">
                  <a:srgbClr val="1265BB">
                    <a:alpha val="0"/>
                  </a:srgbClr>
                </a:gs>
                <a:gs pos="56000">
                  <a:srgbClr val="6410BB"/>
                </a:gs>
                <a:gs pos="100000">
                  <a:srgbClr val="1265BB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3" name="直接连接符 132"/>
          <p:cNvCxnSpPr/>
          <p:nvPr/>
        </p:nvCxnSpPr>
        <p:spPr>
          <a:xfrm flipH="1">
            <a:off x="0" y="1218923"/>
            <a:ext cx="1930400" cy="0"/>
          </a:xfrm>
          <a:prstGeom prst="line">
            <a:avLst/>
          </a:prstGeom>
          <a:ln w="3175">
            <a:gradFill>
              <a:gsLst>
                <a:gs pos="9000">
                  <a:srgbClr val="FA005F"/>
                </a:gs>
                <a:gs pos="79000">
                  <a:srgbClr val="5944C0">
                    <a:alpha val="0"/>
                  </a:srgbClr>
                </a:gs>
              </a:gsLst>
              <a:lin ang="5400000" scaled="0"/>
            </a:gra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椭圆 202"/>
          <p:cNvSpPr>
            <a:spLocks noChangeAspect="1"/>
          </p:cNvSpPr>
          <p:nvPr/>
        </p:nvSpPr>
        <p:spPr>
          <a:xfrm flipH="1" flipV="1">
            <a:off x="8739044" y="685463"/>
            <a:ext cx="41178" cy="4117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" name="椭圆 203"/>
          <p:cNvSpPr>
            <a:spLocks noChangeAspect="1"/>
          </p:cNvSpPr>
          <p:nvPr/>
        </p:nvSpPr>
        <p:spPr>
          <a:xfrm flipH="1" flipV="1">
            <a:off x="10474798" y="1742997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椭圆 205"/>
          <p:cNvSpPr>
            <a:spLocks noChangeAspect="1"/>
          </p:cNvSpPr>
          <p:nvPr/>
        </p:nvSpPr>
        <p:spPr>
          <a:xfrm flipH="1" flipV="1">
            <a:off x="11450474" y="644286"/>
            <a:ext cx="41178" cy="41178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8" name="椭圆 207"/>
          <p:cNvSpPr>
            <a:spLocks noChangeAspect="1"/>
          </p:cNvSpPr>
          <p:nvPr/>
        </p:nvSpPr>
        <p:spPr>
          <a:xfrm flipH="1" flipV="1">
            <a:off x="9568014" y="1012400"/>
            <a:ext cx="41178" cy="411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9" name="椭圆 208"/>
          <p:cNvSpPr>
            <a:spLocks noChangeAspect="1"/>
          </p:cNvSpPr>
          <p:nvPr/>
        </p:nvSpPr>
        <p:spPr>
          <a:xfrm flipH="1" flipV="1">
            <a:off x="10840666" y="3127005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0" name="椭圆 209"/>
          <p:cNvSpPr>
            <a:spLocks noChangeAspect="1"/>
          </p:cNvSpPr>
          <p:nvPr/>
        </p:nvSpPr>
        <p:spPr>
          <a:xfrm flipH="1" flipV="1">
            <a:off x="9290954" y="1810118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 descr="页面标题"/>
          <p:cNvSpPr txBox="1"/>
          <p:nvPr/>
        </p:nvSpPr>
        <p:spPr>
          <a:xfrm>
            <a:off x="720251" y="611403"/>
            <a:ext cx="254837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en-US" altLang="zh-CN" sz="320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04 </a:t>
            </a:r>
            <a:r>
              <a:rPr lang="zh-CN" altLang="en-US" sz="320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页面标题</a:t>
            </a:r>
          </a:p>
        </p:txBody>
      </p:sp>
      <p:grpSp>
        <p:nvGrpSpPr>
          <p:cNvPr id="129" name="组合 128"/>
          <p:cNvGrpSpPr/>
          <p:nvPr/>
        </p:nvGrpSpPr>
        <p:grpSpPr>
          <a:xfrm flipH="1">
            <a:off x="9861361" y="397330"/>
            <a:ext cx="1226873" cy="1230139"/>
            <a:chOff x="2731720" y="54050"/>
            <a:chExt cx="6727675" cy="6745583"/>
          </a:xfrm>
        </p:grpSpPr>
        <p:sp>
          <p:nvSpPr>
            <p:cNvPr id="130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7" name="Freeform 8"/>
          <p:cNvSpPr/>
          <p:nvPr/>
        </p:nvSpPr>
        <p:spPr bwMode="auto">
          <a:xfrm>
            <a:off x="8145669" y="1893714"/>
            <a:ext cx="389502" cy="390524"/>
          </a:xfrm>
          <a:custGeom>
            <a:avLst/>
            <a:gdLst>
              <a:gd name="T0" fmla="*/ 3474 w 4193"/>
              <a:gd name="T1" fmla="*/ 3694 h 4204"/>
              <a:gd name="T2" fmla="*/ 2762 w 4193"/>
              <a:gd name="T3" fmla="*/ 4100 h 4204"/>
              <a:gd name="T4" fmla="*/ 1947 w 4193"/>
              <a:gd name="T5" fmla="*/ 4204 h 4204"/>
              <a:gd name="T6" fmla="*/ 1156 w 4193"/>
              <a:gd name="T7" fmla="*/ 3986 h 4204"/>
              <a:gd name="T8" fmla="*/ 508 w 4193"/>
              <a:gd name="T9" fmla="*/ 3480 h 4204"/>
              <a:gd name="T10" fmla="*/ 103 w 4193"/>
              <a:gd name="T11" fmla="*/ 2766 h 4204"/>
              <a:gd name="T12" fmla="*/ 0 w 4193"/>
              <a:gd name="T13" fmla="*/ 1952 h 4204"/>
              <a:gd name="T14" fmla="*/ 217 w 4193"/>
              <a:gd name="T15" fmla="*/ 1159 h 4204"/>
              <a:gd name="T16" fmla="*/ 719 w 4193"/>
              <a:gd name="T17" fmla="*/ 509 h 4204"/>
              <a:gd name="T18" fmla="*/ 1434 w 4193"/>
              <a:gd name="T19" fmla="*/ 101 h 4204"/>
              <a:gd name="T20" fmla="*/ 2246 w 4193"/>
              <a:gd name="T21" fmla="*/ 0 h 4204"/>
              <a:gd name="T22" fmla="*/ 3037 w 4193"/>
              <a:gd name="T23" fmla="*/ 218 h 4204"/>
              <a:gd name="T24" fmla="*/ 3685 w 4193"/>
              <a:gd name="T25" fmla="*/ 722 h 4204"/>
              <a:gd name="T26" fmla="*/ 4090 w 4193"/>
              <a:gd name="T27" fmla="*/ 1435 h 4204"/>
              <a:gd name="T28" fmla="*/ 4193 w 4193"/>
              <a:gd name="T29" fmla="*/ 2252 h 4204"/>
              <a:gd name="T30" fmla="*/ 3977 w 4193"/>
              <a:gd name="T31" fmla="*/ 3045 h 4204"/>
              <a:gd name="T32" fmla="*/ 3474 w 4193"/>
              <a:gd name="T33" fmla="*/ 3694 h 4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193" h="4204">
                <a:moveTo>
                  <a:pt x="3474" y="3694"/>
                </a:moveTo>
                <a:lnTo>
                  <a:pt x="2762" y="4100"/>
                </a:lnTo>
                <a:lnTo>
                  <a:pt x="1947" y="4204"/>
                </a:lnTo>
                <a:lnTo>
                  <a:pt x="1156" y="3986"/>
                </a:lnTo>
                <a:lnTo>
                  <a:pt x="508" y="3480"/>
                </a:lnTo>
                <a:lnTo>
                  <a:pt x="103" y="2766"/>
                </a:lnTo>
                <a:lnTo>
                  <a:pt x="0" y="1952"/>
                </a:lnTo>
                <a:lnTo>
                  <a:pt x="217" y="1159"/>
                </a:lnTo>
                <a:lnTo>
                  <a:pt x="719" y="509"/>
                </a:lnTo>
                <a:lnTo>
                  <a:pt x="1434" y="101"/>
                </a:lnTo>
                <a:lnTo>
                  <a:pt x="2246" y="0"/>
                </a:lnTo>
                <a:lnTo>
                  <a:pt x="3037" y="218"/>
                </a:lnTo>
                <a:lnTo>
                  <a:pt x="3685" y="722"/>
                </a:lnTo>
                <a:lnTo>
                  <a:pt x="4090" y="1435"/>
                </a:lnTo>
                <a:lnTo>
                  <a:pt x="4193" y="2252"/>
                </a:lnTo>
                <a:lnTo>
                  <a:pt x="3977" y="3045"/>
                </a:lnTo>
                <a:lnTo>
                  <a:pt x="3474" y="3694"/>
                </a:lnTo>
                <a:close/>
              </a:path>
            </a:pathLst>
          </a:custGeom>
          <a:noFill/>
          <a:ln w="3175" cap="flat">
            <a:solidFill>
              <a:srgbClr val="910475">
                <a:alpha val="5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880703" y="2877535"/>
            <a:ext cx="682698" cy="682698"/>
            <a:chOff x="993052" y="4106654"/>
            <a:chExt cx="1063465" cy="1063465"/>
          </a:xfrm>
        </p:grpSpPr>
        <p:sp>
          <p:nvSpPr>
            <p:cNvPr id="255" name="椭圆 254"/>
            <p:cNvSpPr/>
            <p:nvPr/>
          </p:nvSpPr>
          <p:spPr>
            <a:xfrm>
              <a:off x="993052" y="4106654"/>
              <a:ext cx="1063465" cy="1063465"/>
            </a:xfrm>
            <a:prstGeom prst="ellipse">
              <a:avLst/>
            </a:prstGeom>
            <a:gradFill>
              <a:gsLst>
                <a:gs pos="0">
                  <a:srgbClr val="3C178D"/>
                </a:gs>
                <a:gs pos="100000">
                  <a:srgbClr val="4F34F3"/>
                </a:gs>
                <a:gs pos="57000">
                  <a:srgbClr val="841CEC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59" name="组合 258"/>
            <p:cNvGrpSpPr/>
            <p:nvPr/>
          </p:nvGrpSpPr>
          <p:grpSpPr>
            <a:xfrm>
              <a:off x="1221830" y="4335432"/>
              <a:ext cx="605909" cy="605909"/>
              <a:chOff x="985110" y="4613079"/>
              <a:chExt cx="216790" cy="216790"/>
            </a:xfrm>
            <a:solidFill>
              <a:schemeClr val="bg1">
                <a:lumMod val="95000"/>
              </a:schemeClr>
            </a:solidFill>
          </p:grpSpPr>
          <p:sp>
            <p:nvSpPr>
              <p:cNvPr id="260" name="Freeform 48"/>
              <p:cNvSpPr>
                <a:spLocks noEditPoints="1"/>
              </p:cNvSpPr>
              <p:nvPr/>
            </p:nvSpPr>
            <p:spPr bwMode="auto">
              <a:xfrm>
                <a:off x="985110" y="4613079"/>
                <a:ext cx="216790" cy="216790"/>
              </a:xfrm>
              <a:custGeom>
                <a:avLst/>
                <a:gdLst>
                  <a:gd name="T0" fmla="*/ 116 w 128"/>
                  <a:gd name="T1" fmla="*/ 77 h 128"/>
                  <a:gd name="T2" fmla="*/ 128 w 128"/>
                  <a:gd name="T3" fmla="*/ 50 h 128"/>
                  <a:gd name="T4" fmla="*/ 116 w 128"/>
                  <a:gd name="T5" fmla="*/ 49 h 128"/>
                  <a:gd name="T6" fmla="*/ 111 w 128"/>
                  <a:gd name="T7" fmla="*/ 36 h 128"/>
                  <a:gd name="T8" fmla="*/ 100 w 128"/>
                  <a:gd name="T9" fmla="*/ 9 h 128"/>
                  <a:gd name="T10" fmla="*/ 91 w 128"/>
                  <a:gd name="T11" fmla="*/ 16 h 128"/>
                  <a:gd name="T12" fmla="*/ 77 w 128"/>
                  <a:gd name="T13" fmla="*/ 11 h 128"/>
                  <a:gd name="T14" fmla="*/ 51 w 128"/>
                  <a:gd name="T15" fmla="*/ 0 h 128"/>
                  <a:gd name="T16" fmla="*/ 50 w 128"/>
                  <a:gd name="T17" fmla="*/ 11 h 128"/>
                  <a:gd name="T18" fmla="*/ 36 w 128"/>
                  <a:gd name="T19" fmla="*/ 17 h 128"/>
                  <a:gd name="T20" fmla="*/ 9 w 128"/>
                  <a:gd name="T21" fmla="*/ 28 h 128"/>
                  <a:gd name="T22" fmla="*/ 17 w 128"/>
                  <a:gd name="T23" fmla="*/ 37 h 128"/>
                  <a:gd name="T24" fmla="*/ 11 w 128"/>
                  <a:gd name="T25" fmla="*/ 50 h 128"/>
                  <a:gd name="T26" fmla="*/ 0 w 128"/>
                  <a:gd name="T27" fmla="*/ 77 h 128"/>
                  <a:gd name="T28" fmla="*/ 12 w 128"/>
                  <a:gd name="T29" fmla="*/ 78 h 128"/>
                  <a:gd name="T30" fmla="*/ 17 w 128"/>
                  <a:gd name="T31" fmla="*/ 91 h 128"/>
                  <a:gd name="T32" fmla="*/ 28 w 128"/>
                  <a:gd name="T33" fmla="*/ 118 h 128"/>
                  <a:gd name="T34" fmla="*/ 37 w 128"/>
                  <a:gd name="T35" fmla="*/ 111 h 128"/>
                  <a:gd name="T36" fmla="*/ 51 w 128"/>
                  <a:gd name="T37" fmla="*/ 116 h 128"/>
                  <a:gd name="T38" fmla="*/ 77 w 128"/>
                  <a:gd name="T39" fmla="*/ 128 h 128"/>
                  <a:gd name="T40" fmla="*/ 78 w 128"/>
                  <a:gd name="T41" fmla="*/ 116 h 128"/>
                  <a:gd name="T42" fmla="*/ 92 w 128"/>
                  <a:gd name="T43" fmla="*/ 110 h 128"/>
                  <a:gd name="T44" fmla="*/ 119 w 128"/>
                  <a:gd name="T45" fmla="*/ 99 h 128"/>
                  <a:gd name="T46" fmla="*/ 111 w 128"/>
                  <a:gd name="T47" fmla="*/ 90 h 128"/>
                  <a:gd name="T48" fmla="*/ 112 w 128"/>
                  <a:gd name="T49" fmla="*/ 99 h 128"/>
                  <a:gd name="T50" fmla="*/ 92 w 128"/>
                  <a:gd name="T51" fmla="*/ 105 h 128"/>
                  <a:gd name="T52" fmla="*/ 77 w 128"/>
                  <a:gd name="T53" fmla="*/ 111 h 128"/>
                  <a:gd name="T54" fmla="*/ 73 w 128"/>
                  <a:gd name="T55" fmla="*/ 123 h 128"/>
                  <a:gd name="T56" fmla="*/ 55 w 128"/>
                  <a:gd name="T57" fmla="*/ 113 h 128"/>
                  <a:gd name="T58" fmla="*/ 40 w 128"/>
                  <a:gd name="T59" fmla="*/ 107 h 128"/>
                  <a:gd name="T60" fmla="*/ 28 w 128"/>
                  <a:gd name="T61" fmla="*/ 112 h 128"/>
                  <a:gd name="T62" fmla="*/ 23 w 128"/>
                  <a:gd name="T63" fmla="*/ 92 h 128"/>
                  <a:gd name="T64" fmla="*/ 16 w 128"/>
                  <a:gd name="T65" fmla="*/ 77 h 128"/>
                  <a:gd name="T66" fmla="*/ 5 w 128"/>
                  <a:gd name="T67" fmla="*/ 72 h 128"/>
                  <a:gd name="T68" fmla="*/ 15 w 128"/>
                  <a:gd name="T69" fmla="*/ 55 h 128"/>
                  <a:gd name="T70" fmla="*/ 21 w 128"/>
                  <a:gd name="T71" fmla="*/ 39 h 128"/>
                  <a:gd name="T72" fmla="*/ 16 w 128"/>
                  <a:gd name="T73" fmla="*/ 28 h 128"/>
                  <a:gd name="T74" fmla="*/ 36 w 128"/>
                  <a:gd name="T75" fmla="*/ 23 h 128"/>
                  <a:gd name="T76" fmla="*/ 51 w 128"/>
                  <a:gd name="T77" fmla="*/ 16 h 128"/>
                  <a:gd name="T78" fmla="*/ 55 w 128"/>
                  <a:gd name="T79" fmla="*/ 4 h 128"/>
                  <a:gd name="T80" fmla="*/ 73 w 128"/>
                  <a:gd name="T81" fmla="*/ 15 h 128"/>
                  <a:gd name="T82" fmla="*/ 88 w 128"/>
                  <a:gd name="T83" fmla="*/ 20 h 128"/>
                  <a:gd name="T84" fmla="*/ 100 w 128"/>
                  <a:gd name="T85" fmla="*/ 15 h 128"/>
                  <a:gd name="T86" fmla="*/ 105 w 128"/>
                  <a:gd name="T87" fmla="*/ 35 h 128"/>
                  <a:gd name="T88" fmla="*/ 112 w 128"/>
                  <a:gd name="T89" fmla="*/ 50 h 128"/>
                  <a:gd name="T90" fmla="*/ 123 w 128"/>
                  <a:gd name="T91" fmla="*/ 55 h 128"/>
                  <a:gd name="T92" fmla="*/ 113 w 128"/>
                  <a:gd name="T93" fmla="*/ 72 h 128"/>
                  <a:gd name="T94" fmla="*/ 107 w 128"/>
                  <a:gd name="T95" fmla="*/ 88 h 128"/>
                  <a:gd name="T96" fmla="*/ 112 w 128"/>
                  <a:gd name="T97" fmla="*/ 99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8" h="128">
                    <a:moveTo>
                      <a:pt x="116" y="78"/>
                    </a:moveTo>
                    <a:cubicBezTo>
                      <a:pt x="116" y="77"/>
                      <a:pt x="116" y="77"/>
                      <a:pt x="116" y="77"/>
                    </a:cubicBezTo>
                    <a:cubicBezTo>
                      <a:pt x="128" y="77"/>
                      <a:pt x="128" y="77"/>
                      <a:pt x="128" y="77"/>
                    </a:cubicBezTo>
                    <a:cubicBezTo>
                      <a:pt x="128" y="50"/>
                      <a:pt x="128" y="50"/>
                      <a:pt x="128" y="50"/>
                    </a:cubicBezTo>
                    <a:cubicBezTo>
                      <a:pt x="116" y="50"/>
                      <a:pt x="116" y="50"/>
                      <a:pt x="116" y="50"/>
                    </a:cubicBezTo>
                    <a:cubicBezTo>
                      <a:pt x="116" y="49"/>
                      <a:pt x="116" y="49"/>
                      <a:pt x="116" y="49"/>
                    </a:cubicBezTo>
                    <a:cubicBezTo>
                      <a:pt x="115" y="45"/>
                      <a:pt x="113" y="41"/>
                      <a:pt x="111" y="37"/>
                    </a:cubicBezTo>
                    <a:cubicBezTo>
                      <a:pt x="111" y="36"/>
                      <a:pt x="111" y="36"/>
                      <a:pt x="111" y="36"/>
                    </a:cubicBezTo>
                    <a:cubicBezTo>
                      <a:pt x="119" y="28"/>
                      <a:pt x="119" y="28"/>
                      <a:pt x="119" y="28"/>
                    </a:cubicBezTo>
                    <a:cubicBezTo>
                      <a:pt x="100" y="9"/>
                      <a:pt x="100" y="9"/>
                      <a:pt x="100" y="9"/>
                    </a:cubicBezTo>
                    <a:cubicBezTo>
                      <a:pt x="92" y="17"/>
                      <a:pt x="92" y="17"/>
                      <a:pt x="92" y="17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87" y="14"/>
                      <a:pt x="83" y="13"/>
                      <a:pt x="78" y="11"/>
                    </a:cubicBezTo>
                    <a:cubicBezTo>
                      <a:pt x="77" y="11"/>
                      <a:pt x="77" y="11"/>
                      <a:pt x="77" y="11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11"/>
                      <a:pt x="51" y="11"/>
                      <a:pt x="51" y="11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45" y="13"/>
                      <a:pt x="41" y="14"/>
                      <a:pt x="37" y="16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5" y="41"/>
                      <a:pt x="13" y="45"/>
                      <a:pt x="12" y="49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11" y="77"/>
                      <a:pt x="11" y="77"/>
                      <a:pt x="11" y="77"/>
                    </a:cubicBezTo>
                    <a:cubicBezTo>
                      <a:pt x="12" y="78"/>
                      <a:pt x="12" y="78"/>
                      <a:pt x="12" y="78"/>
                    </a:cubicBezTo>
                    <a:cubicBezTo>
                      <a:pt x="13" y="82"/>
                      <a:pt x="15" y="86"/>
                      <a:pt x="17" y="90"/>
                    </a:cubicBezTo>
                    <a:cubicBezTo>
                      <a:pt x="17" y="91"/>
                      <a:pt x="17" y="91"/>
                      <a:pt x="17" y="91"/>
                    </a:cubicBezTo>
                    <a:cubicBezTo>
                      <a:pt x="9" y="99"/>
                      <a:pt x="9" y="99"/>
                      <a:pt x="9" y="99"/>
                    </a:cubicBezTo>
                    <a:cubicBezTo>
                      <a:pt x="28" y="118"/>
                      <a:pt x="28" y="118"/>
                      <a:pt x="28" y="118"/>
                    </a:cubicBezTo>
                    <a:cubicBezTo>
                      <a:pt x="36" y="110"/>
                      <a:pt x="36" y="110"/>
                      <a:pt x="36" y="110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41" y="113"/>
                      <a:pt x="45" y="115"/>
                      <a:pt x="50" y="116"/>
                    </a:cubicBezTo>
                    <a:cubicBezTo>
                      <a:pt x="51" y="116"/>
                      <a:pt x="51" y="116"/>
                      <a:pt x="51" y="116"/>
                    </a:cubicBezTo>
                    <a:cubicBezTo>
                      <a:pt x="51" y="128"/>
                      <a:pt x="51" y="128"/>
                      <a:pt x="51" y="128"/>
                    </a:cubicBezTo>
                    <a:cubicBezTo>
                      <a:pt x="77" y="128"/>
                      <a:pt x="77" y="128"/>
                      <a:pt x="77" y="128"/>
                    </a:cubicBezTo>
                    <a:cubicBezTo>
                      <a:pt x="77" y="116"/>
                      <a:pt x="77" y="116"/>
                      <a:pt x="77" y="116"/>
                    </a:cubicBezTo>
                    <a:cubicBezTo>
                      <a:pt x="78" y="116"/>
                      <a:pt x="78" y="116"/>
                      <a:pt x="78" y="116"/>
                    </a:cubicBezTo>
                    <a:cubicBezTo>
                      <a:pt x="83" y="115"/>
                      <a:pt x="87" y="113"/>
                      <a:pt x="91" y="111"/>
                    </a:cubicBezTo>
                    <a:cubicBezTo>
                      <a:pt x="92" y="110"/>
                      <a:pt x="92" y="110"/>
                      <a:pt x="92" y="110"/>
                    </a:cubicBezTo>
                    <a:cubicBezTo>
                      <a:pt x="100" y="118"/>
                      <a:pt x="100" y="118"/>
                      <a:pt x="100" y="118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111" y="91"/>
                      <a:pt x="111" y="91"/>
                      <a:pt x="111" y="91"/>
                    </a:cubicBezTo>
                    <a:cubicBezTo>
                      <a:pt x="111" y="90"/>
                      <a:pt x="111" y="90"/>
                      <a:pt x="111" y="90"/>
                    </a:cubicBezTo>
                    <a:cubicBezTo>
                      <a:pt x="113" y="86"/>
                      <a:pt x="115" y="82"/>
                      <a:pt x="116" y="78"/>
                    </a:cubicBezTo>
                    <a:close/>
                    <a:moveTo>
                      <a:pt x="112" y="99"/>
                    </a:moveTo>
                    <a:cubicBezTo>
                      <a:pt x="100" y="112"/>
                      <a:pt x="100" y="112"/>
                      <a:pt x="100" y="112"/>
                    </a:cubicBezTo>
                    <a:cubicBezTo>
                      <a:pt x="92" y="105"/>
                      <a:pt x="92" y="105"/>
                      <a:pt x="92" y="105"/>
                    </a:cubicBezTo>
                    <a:cubicBezTo>
                      <a:pt x="88" y="107"/>
                      <a:pt x="88" y="107"/>
                      <a:pt x="88" y="107"/>
                    </a:cubicBezTo>
                    <a:cubicBezTo>
                      <a:pt x="85" y="109"/>
                      <a:pt x="81" y="110"/>
                      <a:pt x="77" y="111"/>
                    </a:cubicBezTo>
                    <a:cubicBezTo>
                      <a:pt x="73" y="113"/>
                      <a:pt x="73" y="113"/>
                      <a:pt x="73" y="113"/>
                    </a:cubicBezTo>
                    <a:cubicBezTo>
                      <a:pt x="73" y="123"/>
                      <a:pt x="73" y="123"/>
                      <a:pt x="73" y="123"/>
                    </a:cubicBezTo>
                    <a:cubicBezTo>
                      <a:pt x="55" y="123"/>
                      <a:pt x="55" y="123"/>
                      <a:pt x="55" y="123"/>
                    </a:cubicBezTo>
                    <a:cubicBezTo>
                      <a:pt x="55" y="113"/>
                      <a:pt x="55" y="113"/>
                      <a:pt x="55" y="113"/>
                    </a:cubicBezTo>
                    <a:cubicBezTo>
                      <a:pt x="51" y="111"/>
                      <a:pt x="51" y="111"/>
                      <a:pt x="51" y="111"/>
                    </a:cubicBezTo>
                    <a:cubicBezTo>
                      <a:pt x="47" y="110"/>
                      <a:pt x="43" y="109"/>
                      <a:pt x="40" y="107"/>
                    </a:cubicBezTo>
                    <a:cubicBezTo>
                      <a:pt x="36" y="105"/>
                      <a:pt x="36" y="105"/>
                      <a:pt x="36" y="105"/>
                    </a:cubicBezTo>
                    <a:cubicBezTo>
                      <a:pt x="28" y="112"/>
                      <a:pt x="28" y="112"/>
                      <a:pt x="28" y="112"/>
                    </a:cubicBezTo>
                    <a:cubicBezTo>
                      <a:pt x="16" y="99"/>
                      <a:pt x="16" y="99"/>
                      <a:pt x="16" y="99"/>
                    </a:cubicBezTo>
                    <a:cubicBezTo>
                      <a:pt x="23" y="92"/>
                      <a:pt x="23" y="92"/>
                      <a:pt x="23" y="92"/>
                    </a:cubicBezTo>
                    <a:cubicBezTo>
                      <a:pt x="21" y="88"/>
                      <a:pt x="21" y="88"/>
                      <a:pt x="21" y="88"/>
                    </a:cubicBezTo>
                    <a:cubicBezTo>
                      <a:pt x="19" y="85"/>
                      <a:pt x="17" y="81"/>
                      <a:pt x="16" y="77"/>
                    </a:cubicBezTo>
                    <a:cubicBezTo>
                      <a:pt x="15" y="72"/>
                      <a:pt x="15" y="72"/>
                      <a:pt x="15" y="72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16" y="50"/>
                      <a:pt x="16" y="50"/>
                      <a:pt x="16" y="50"/>
                    </a:cubicBezTo>
                    <a:cubicBezTo>
                      <a:pt x="17" y="46"/>
                      <a:pt x="19" y="43"/>
                      <a:pt x="21" y="39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36" y="23"/>
                      <a:pt x="36" y="23"/>
                      <a:pt x="36" y="23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3" y="18"/>
                      <a:pt x="47" y="17"/>
                      <a:pt x="51" y="16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7" y="16"/>
                      <a:pt x="77" y="16"/>
                      <a:pt x="77" y="16"/>
                    </a:cubicBezTo>
                    <a:cubicBezTo>
                      <a:pt x="81" y="17"/>
                      <a:pt x="85" y="18"/>
                      <a:pt x="88" y="20"/>
                    </a:cubicBezTo>
                    <a:cubicBezTo>
                      <a:pt x="92" y="23"/>
                      <a:pt x="92" y="23"/>
                      <a:pt x="92" y="23"/>
                    </a:cubicBezTo>
                    <a:cubicBezTo>
                      <a:pt x="100" y="15"/>
                      <a:pt x="100" y="15"/>
                      <a:pt x="100" y="15"/>
                    </a:cubicBezTo>
                    <a:cubicBezTo>
                      <a:pt x="112" y="28"/>
                      <a:pt x="112" y="28"/>
                      <a:pt x="112" y="28"/>
                    </a:cubicBezTo>
                    <a:cubicBezTo>
                      <a:pt x="105" y="35"/>
                      <a:pt x="105" y="35"/>
                      <a:pt x="105" y="35"/>
                    </a:cubicBezTo>
                    <a:cubicBezTo>
                      <a:pt x="107" y="39"/>
                      <a:pt x="107" y="39"/>
                      <a:pt x="107" y="39"/>
                    </a:cubicBezTo>
                    <a:cubicBezTo>
                      <a:pt x="109" y="43"/>
                      <a:pt x="111" y="46"/>
                      <a:pt x="112" y="50"/>
                    </a:cubicBezTo>
                    <a:cubicBezTo>
                      <a:pt x="113" y="55"/>
                      <a:pt x="113" y="55"/>
                      <a:pt x="113" y="55"/>
                    </a:cubicBezTo>
                    <a:cubicBezTo>
                      <a:pt x="123" y="55"/>
                      <a:pt x="123" y="55"/>
                      <a:pt x="123" y="55"/>
                    </a:cubicBezTo>
                    <a:cubicBezTo>
                      <a:pt x="123" y="72"/>
                      <a:pt x="123" y="72"/>
                      <a:pt x="123" y="72"/>
                    </a:cubicBezTo>
                    <a:cubicBezTo>
                      <a:pt x="113" y="72"/>
                      <a:pt x="113" y="72"/>
                      <a:pt x="113" y="72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1" y="81"/>
                      <a:pt x="109" y="85"/>
                      <a:pt x="107" y="88"/>
                    </a:cubicBezTo>
                    <a:cubicBezTo>
                      <a:pt x="105" y="92"/>
                      <a:pt x="105" y="92"/>
                      <a:pt x="105" y="92"/>
                    </a:cubicBezTo>
                    <a:lnTo>
                      <a:pt x="112" y="99"/>
                    </a:ln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1" name="Freeform 49"/>
              <p:cNvSpPr>
                <a:spLocks noEditPoints="1"/>
              </p:cNvSpPr>
              <p:nvPr/>
            </p:nvSpPr>
            <p:spPr bwMode="auto">
              <a:xfrm>
                <a:off x="1051152" y="4679121"/>
                <a:ext cx="83270" cy="83270"/>
              </a:xfrm>
              <a:custGeom>
                <a:avLst/>
                <a:gdLst>
                  <a:gd name="T0" fmla="*/ 25 w 49"/>
                  <a:gd name="T1" fmla="*/ 0 h 49"/>
                  <a:gd name="T2" fmla="*/ 0 w 49"/>
                  <a:gd name="T3" fmla="*/ 25 h 49"/>
                  <a:gd name="T4" fmla="*/ 25 w 49"/>
                  <a:gd name="T5" fmla="*/ 49 h 49"/>
                  <a:gd name="T6" fmla="*/ 49 w 49"/>
                  <a:gd name="T7" fmla="*/ 25 h 49"/>
                  <a:gd name="T8" fmla="*/ 25 w 49"/>
                  <a:gd name="T9" fmla="*/ 0 h 49"/>
                  <a:gd name="T10" fmla="*/ 39 w 49"/>
                  <a:gd name="T11" fmla="*/ 39 h 49"/>
                  <a:gd name="T12" fmla="*/ 25 w 49"/>
                  <a:gd name="T13" fmla="*/ 45 h 49"/>
                  <a:gd name="T14" fmla="*/ 11 w 49"/>
                  <a:gd name="T15" fmla="*/ 39 h 49"/>
                  <a:gd name="T16" fmla="*/ 5 w 49"/>
                  <a:gd name="T17" fmla="*/ 25 h 49"/>
                  <a:gd name="T18" fmla="*/ 11 w 49"/>
                  <a:gd name="T19" fmla="*/ 10 h 49"/>
                  <a:gd name="T20" fmla="*/ 25 w 49"/>
                  <a:gd name="T21" fmla="*/ 5 h 49"/>
                  <a:gd name="T22" fmla="*/ 39 w 49"/>
                  <a:gd name="T23" fmla="*/ 10 h 49"/>
                  <a:gd name="T24" fmla="*/ 45 w 49"/>
                  <a:gd name="T25" fmla="*/ 25 h 49"/>
                  <a:gd name="T26" fmla="*/ 39 w 49"/>
                  <a:gd name="T27" fmla="*/ 3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9" h="49">
                    <a:moveTo>
                      <a:pt x="25" y="0"/>
                    </a:moveTo>
                    <a:cubicBezTo>
                      <a:pt x="11" y="0"/>
                      <a:pt x="0" y="11"/>
                      <a:pt x="0" y="25"/>
                    </a:cubicBezTo>
                    <a:cubicBezTo>
                      <a:pt x="0" y="38"/>
                      <a:pt x="11" y="49"/>
                      <a:pt x="25" y="49"/>
                    </a:cubicBezTo>
                    <a:cubicBezTo>
                      <a:pt x="38" y="49"/>
                      <a:pt x="49" y="38"/>
                      <a:pt x="49" y="25"/>
                    </a:cubicBezTo>
                    <a:cubicBezTo>
                      <a:pt x="49" y="11"/>
                      <a:pt x="38" y="0"/>
                      <a:pt x="25" y="0"/>
                    </a:cubicBezTo>
                    <a:close/>
                    <a:moveTo>
                      <a:pt x="39" y="39"/>
                    </a:moveTo>
                    <a:cubicBezTo>
                      <a:pt x="35" y="43"/>
                      <a:pt x="30" y="45"/>
                      <a:pt x="25" y="45"/>
                    </a:cubicBezTo>
                    <a:cubicBezTo>
                      <a:pt x="20" y="45"/>
                      <a:pt x="15" y="43"/>
                      <a:pt x="11" y="39"/>
                    </a:cubicBezTo>
                    <a:cubicBezTo>
                      <a:pt x="7" y="35"/>
                      <a:pt x="5" y="30"/>
                      <a:pt x="5" y="25"/>
                    </a:cubicBezTo>
                    <a:cubicBezTo>
                      <a:pt x="5" y="19"/>
                      <a:pt x="7" y="14"/>
                      <a:pt x="11" y="10"/>
                    </a:cubicBezTo>
                    <a:cubicBezTo>
                      <a:pt x="15" y="7"/>
                      <a:pt x="20" y="5"/>
                      <a:pt x="25" y="5"/>
                    </a:cubicBezTo>
                    <a:cubicBezTo>
                      <a:pt x="30" y="5"/>
                      <a:pt x="35" y="7"/>
                      <a:pt x="39" y="10"/>
                    </a:cubicBezTo>
                    <a:cubicBezTo>
                      <a:pt x="43" y="14"/>
                      <a:pt x="45" y="19"/>
                      <a:pt x="45" y="25"/>
                    </a:cubicBezTo>
                    <a:cubicBezTo>
                      <a:pt x="45" y="30"/>
                      <a:pt x="43" y="35"/>
                      <a:pt x="39" y="39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12" name="椭圆 211"/>
          <p:cNvSpPr>
            <a:spLocks noChangeAspect="1"/>
          </p:cNvSpPr>
          <p:nvPr/>
        </p:nvSpPr>
        <p:spPr>
          <a:xfrm flipH="1" flipV="1">
            <a:off x="847164" y="2263649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880703" y="1741235"/>
            <a:ext cx="682698" cy="682698"/>
            <a:chOff x="612559" y="1703992"/>
            <a:chExt cx="1063465" cy="1063465"/>
          </a:xfrm>
        </p:grpSpPr>
        <p:sp>
          <p:nvSpPr>
            <p:cNvPr id="252" name="椭圆 251"/>
            <p:cNvSpPr/>
            <p:nvPr/>
          </p:nvSpPr>
          <p:spPr>
            <a:xfrm>
              <a:off x="612559" y="1703992"/>
              <a:ext cx="1063465" cy="1063465"/>
            </a:xfrm>
            <a:prstGeom prst="ellipse">
              <a:avLst/>
            </a:prstGeom>
            <a:gradFill>
              <a:gsLst>
                <a:gs pos="100000">
                  <a:srgbClr val="9F4EF0"/>
                </a:gs>
                <a:gs pos="0">
                  <a:srgbClr val="2F1270"/>
                </a:gs>
                <a:gs pos="66000">
                  <a:srgbClr val="841CEC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2" name="组合 261"/>
            <p:cNvGrpSpPr/>
            <p:nvPr/>
          </p:nvGrpSpPr>
          <p:grpSpPr>
            <a:xfrm>
              <a:off x="840333" y="1932770"/>
              <a:ext cx="607916" cy="605909"/>
              <a:chOff x="1853705" y="4613079"/>
              <a:chExt cx="217508" cy="216790"/>
            </a:xfrm>
            <a:solidFill>
              <a:schemeClr val="bg1">
                <a:lumMod val="95000"/>
              </a:schemeClr>
            </a:solidFill>
          </p:grpSpPr>
          <p:sp>
            <p:nvSpPr>
              <p:cNvPr id="263" name="Freeform 38"/>
              <p:cNvSpPr>
                <a:spLocks noEditPoints="1"/>
              </p:cNvSpPr>
              <p:nvPr/>
            </p:nvSpPr>
            <p:spPr bwMode="auto">
              <a:xfrm>
                <a:off x="1853705" y="4613079"/>
                <a:ext cx="217508" cy="216790"/>
              </a:xfrm>
              <a:custGeom>
                <a:avLst/>
                <a:gdLst>
                  <a:gd name="T0" fmla="*/ 122 w 128"/>
                  <a:gd name="T1" fmla="*/ 0 h 128"/>
                  <a:gd name="T2" fmla="*/ 6 w 128"/>
                  <a:gd name="T3" fmla="*/ 0 h 128"/>
                  <a:gd name="T4" fmla="*/ 0 w 128"/>
                  <a:gd name="T5" fmla="*/ 6 h 128"/>
                  <a:gd name="T6" fmla="*/ 0 w 128"/>
                  <a:gd name="T7" fmla="*/ 122 h 128"/>
                  <a:gd name="T8" fmla="*/ 6 w 128"/>
                  <a:gd name="T9" fmla="*/ 128 h 128"/>
                  <a:gd name="T10" fmla="*/ 122 w 128"/>
                  <a:gd name="T11" fmla="*/ 128 h 128"/>
                  <a:gd name="T12" fmla="*/ 128 w 128"/>
                  <a:gd name="T13" fmla="*/ 122 h 128"/>
                  <a:gd name="T14" fmla="*/ 128 w 128"/>
                  <a:gd name="T15" fmla="*/ 6 h 128"/>
                  <a:gd name="T16" fmla="*/ 122 w 128"/>
                  <a:gd name="T17" fmla="*/ 0 h 128"/>
                  <a:gd name="T18" fmla="*/ 123 w 128"/>
                  <a:gd name="T19" fmla="*/ 123 h 128"/>
                  <a:gd name="T20" fmla="*/ 5 w 128"/>
                  <a:gd name="T21" fmla="*/ 123 h 128"/>
                  <a:gd name="T22" fmla="*/ 5 w 128"/>
                  <a:gd name="T23" fmla="*/ 4 h 128"/>
                  <a:gd name="T24" fmla="*/ 123 w 128"/>
                  <a:gd name="T25" fmla="*/ 4 h 128"/>
                  <a:gd name="T26" fmla="*/ 123 w 128"/>
                  <a:gd name="T27" fmla="*/ 123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128">
                    <a:moveTo>
                      <a:pt x="122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122"/>
                      <a:pt x="0" y="122"/>
                      <a:pt x="0" y="122"/>
                    </a:cubicBezTo>
                    <a:cubicBezTo>
                      <a:pt x="0" y="125"/>
                      <a:pt x="3" y="128"/>
                      <a:pt x="6" y="128"/>
                    </a:cubicBezTo>
                    <a:cubicBezTo>
                      <a:pt x="122" y="128"/>
                      <a:pt x="122" y="128"/>
                      <a:pt x="122" y="128"/>
                    </a:cubicBezTo>
                    <a:cubicBezTo>
                      <a:pt x="125" y="128"/>
                      <a:pt x="128" y="125"/>
                      <a:pt x="128" y="122"/>
                    </a:cubicBezTo>
                    <a:cubicBezTo>
                      <a:pt x="128" y="6"/>
                      <a:pt x="128" y="6"/>
                      <a:pt x="128" y="6"/>
                    </a:cubicBezTo>
                    <a:cubicBezTo>
                      <a:pt x="128" y="2"/>
                      <a:pt x="125" y="0"/>
                      <a:pt x="122" y="0"/>
                    </a:cubicBezTo>
                    <a:close/>
                    <a:moveTo>
                      <a:pt x="123" y="123"/>
                    </a:moveTo>
                    <a:cubicBezTo>
                      <a:pt x="5" y="123"/>
                      <a:pt x="5" y="123"/>
                      <a:pt x="5" y="123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123" y="4"/>
                      <a:pt x="123" y="4"/>
                      <a:pt x="123" y="4"/>
                    </a:cubicBezTo>
                    <a:lnTo>
                      <a:pt x="123" y="123"/>
                    </a:ln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4" name="Freeform 39"/>
              <p:cNvSpPr>
                <a:spLocks noEditPoints="1"/>
              </p:cNvSpPr>
              <p:nvPr/>
            </p:nvSpPr>
            <p:spPr bwMode="auto">
              <a:xfrm>
                <a:off x="1889597" y="4641793"/>
                <a:ext cx="145723" cy="45942"/>
              </a:xfrm>
              <a:custGeom>
                <a:avLst/>
                <a:gdLst>
                  <a:gd name="T0" fmla="*/ 2 w 86"/>
                  <a:gd name="T1" fmla="*/ 16 h 27"/>
                  <a:gd name="T2" fmla="*/ 8 w 86"/>
                  <a:gd name="T3" fmla="*/ 16 h 27"/>
                  <a:gd name="T4" fmla="*/ 8 w 86"/>
                  <a:gd name="T5" fmla="*/ 17 h 27"/>
                  <a:gd name="T6" fmla="*/ 21 w 86"/>
                  <a:gd name="T7" fmla="*/ 27 h 27"/>
                  <a:gd name="T8" fmla="*/ 34 w 86"/>
                  <a:gd name="T9" fmla="*/ 17 h 27"/>
                  <a:gd name="T10" fmla="*/ 34 w 86"/>
                  <a:gd name="T11" fmla="*/ 16 h 27"/>
                  <a:gd name="T12" fmla="*/ 84 w 86"/>
                  <a:gd name="T13" fmla="*/ 16 h 27"/>
                  <a:gd name="T14" fmla="*/ 86 w 86"/>
                  <a:gd name="T15" fmla="*/ 13 h 27"/>
                  <a:gd name="T16" fmla="*/ 84 w 86"/>
                  <a:gd name="T17" fmla="*/ 11 h 27"/>
                  <a:gd name="T18" fmla="*/ 34 w 86"/>
                  <a:gd name="T19" fmla="*/ 11 h 27"/>
                  <a:gd name="T20" fmla="*/ 34 w 86"/>
                  <a:gd name="T21" fmla="*/ 10 h 27"/>
                  <a:gd name="T22" fmla="*/ 21 w 86"/>
                  <a:gd name="T23" fmla="*/ 0 h 27"/>
                  <a:gd name="T24" fmla="*/ 8 w 86"/>
                  <a:gd name="T25" fmla="*/ 10 h 27"/>
                  <a:gd name="T26" fmla="*/ 8 w 86"/>
                  <a:gd name="T27" fmla="*/ 11 h 27"/>
                  <a:gd name="T28" fmla="*/ 2 w 86"/>
                  <a:gd name="T29" fmla="*/ 11 h 27"/>
                  <a:gd name="T30" fmla="*/ 0 w 86"/>
                  <a:gd name="T31" fmla="*/ 13 h 27"/>
                  <a:gd name="T32" fmla="*/ 2 w 86"/>
                  <a:gd name="T33" fmla="*/ 16 h 27"/>
                  <a:gd name="T34" fmla="*/ 21 w 86"/>
                  <a:gd name="T35" fmla="*/ 4 h 27"/>
                  <a:gd name="T36" fmla="*/ 30 w 86"/>
                  <a:gd name="T37" fmla="*/ 13 h 27"/>
                  <a:gd name="T38" fmla="*/ 21 w 86"/>
                  <a:gd name="T39" fmla="*/ 22 h 27"/>
                  <a:gd name="T40" fmla="*/ 12 w 86"/>
                  <a:gd name="T41" fmla="*/ 13 h 27"/>
                  <a:gd name="T42" fmla="*/ 21 w 86"/>
                  <a:gd name="T43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6" h="27">
                    <a:moveTo>
                      <a:pt x="2" y="16"/>
                    </a:moveTo>
                    <a:cubicBezTo>
                      <a:pt x="8" y="16"/>
                      <a:pt x="8" y="16"/>
                      <a:pt x="8" y="16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22"/>
                      <a:pt x="15" y="27"/>
                      <a:pt x="21" y="27"/>
                    </a:cubicBezTo>
                    <a:cubicBezTo>
                      <a:pt x="27" y="27"/>
                      <a:pt x="32" y="22"/>
                      <a:pt x="34" y="17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5" y="16"/>
                      <a:pt x="86" y="14"/>
                      <a:pt x="86" y="13"/>
                    </a:cubicBezTo>
                    <a:cubicBezTo>
                      <a:pt x="86" y="12"/>
                      <a:pt x="85" y="11"/>
                      <a:pt x="84" y="11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2" y="4"/>
                      <a:pt x="27" y="0"/>
                      <a:pt x="21" y="0"/>
                    </a:cubicBezTo>
                    <a:cubicBezTo>
                      <a:pt x="15" y="0"/>
                      <a:pt x="9" y="4"/>
                      <a:pt x="8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1"/>
                      <a:pt x="0" y="12"/>
                      <a:pt x="0" y="13"/>
                    </a:cubicBezTo>
                    <a:cubicBezTo>
                      <a:pt x="0" y="14"/>
                      <a:pt x="1" y="16"/>
                      <a:pt x="2" y="16"/>
                    </a:cubicBezTo>
                    <a:close/>
                    <a:moveTo>
                      <a:pt x="21" y="4"/>
                    </a:moveTo>
                    <a:cubicBezTo>
                      <a:pt x="26" y="4"/>
                      <a:pt x="30" y="8"/>
                      <a:pt x="30" y="13"/>
                    </a:cubicBezTo>
                    <a:cubicBezTo>
                      <a:pt x="30" y="18"/>
                      <a:pt x="26" y="22"/>
                      <a:pt x="21" y="22"/>
                    </a:cubicBezTo>
                    <a:cubicBezTo>
                      <a:pt x="16" y="22"/>
                      <a:pt x="12" y="18"/>
                      <a:pt x="12" y="13"/>
                    </a:cubicBezTo>
                    <a:cubicBezTo>
                      <a:pt x="12" y="8"/>
                      <a:pt x="16" y="4"/>
                      <a:pt x="21" y="4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5" name="Freeform 40"/>
              <p:cNvSpPr>
                <a:spLocks noEditPoints="1"/>
              </p:cNvSpPr>
              <p:nvPr/>
            </p:nvSpPr>
            <p:spPr bwMode="auto">
              <a:xfrm>
                <a:off x="1889597" y="4755213"/>
                <a:ext cx="145723" cy="44506"/>
              </a:xfrm>
              <a:custGeom>
                <a:avLst/>
                <a:gdLst>
                  <a:gd name="T0" fmla="*/ 2 w 86"/>
                  <a:gd name="T1" fmla="*/ 15 h 26"/>
                  <a:gd name="T2" fmla="*/ 52 w 86"/>
                  <a:gd name="T3" fmla="*/ 15 h 26"/>
                  <a:gd name="T4" fmla="*/ 52 w 86"/>
                  <a:gd name="T5" fmla="*/ 16 h 26"/>
                  <a:gd name="T6" fmla="*/ 65 w 86"/>
                  <a:gd name="T7" fmla="*/ 26 h 26"/>
                  <a:gd name="T8" fmla="*/ 78 w 86"/>
                  <a:gd name="T9" fmla="*/ 16 h 26"/>
                  <a:gd name="T10" fmla="*/ 78 w 86"/>
                  <a:gd name="T11" fmla="*/ 15 h 26"/>
                  <a:gd name="T12" fmla="*/ 84 w 86"/>
                  <a:gd name="T13" fmla="*/ 15 h 26"/>
                  <a:gd name="T14" fmla="*/ 86 w 86"/>
                  <a:gd name="T15" fmla="*/ 13 h 26"/>
                  <a:gd name="T16" fmla="*/ 84 w 86"/>
                  <a:gd name="T17" fmla="*/ 11 h 26"/>
                  <a:gd name="T18" fmla="*/ 78 w 86"/>
                  <a:gd name="T19" fmla="*/ 11 h 26"/>
                  <a:gd name="T20" fmla="*/ 78 w 86"/>
                  <a:gd name="T21" fmla="*/ 10 h 26"/>
                  <a:gd name="T22" fmla="*/ 65 w 86"/>
                  <a:gd name="T23" fmla="*/ 0 h 26"/>
                  <a:gd name="T24" fmla="*/ 52 w 86"/>
                  <a:gd name="T25" fmla="*/ 10 h 26"/>
                  <a:gd name="T26" fmla="*/ 52 w 86"/>
                  <a:gd name="T27" fmla="*/ 11 h 26"/>
                  <a:gd name="T28" fmla="*/ 2 w 86"/>
                  <a:gd name="T29" fmla="*/ 11 h 26"/>
                  <a:gd name="T30" fmla="*/ 0 w 86"/>
                  <a:gd name="T31" fmla="*/ 13 h 26"/>
                  <a:gd name="T32" fmla="*/ 2 w 86"/>
                  <a:gd name="T33" fmla="*/ 15 h 26"/>
                  <a:gd name="T34" fmla="*/ 65 w 86"/>
                  <a:gd name="T35" fmla="*/ 4 h 26"/>
                  <a:gd name="T36" fmla="*/ 74 w 86"/>
                  <a:gd name="T37" fmla="*/ 13 h 26"/>
                  <a:gd name="T38" fmla="*/ 65 w 86"/>
                  <a:gd name="T39" fmla="*/ 22 h 26"/>
                  <a:gd name="T40" fmla="*/ 56 w 86"/>
                  <a:gd name="T41" fmla="*/ 13 h 26"/>
                  <a:gd name="T42" fmla="*/ 65 w 86"/>
                  <a:gd name="T4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6" h="26">
                    <a:moveTo>
                      <a:pt x="2" y="15"/>
                    </a:moveTo>
                    <a:cubicBezTo>
                      <a:pt x="52" y="15"/>
                      <a:pt x="52" y="15"/>
                      <a:pt x="52" y="15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4" y="22"/>
                      <a:pt x="59" y="26"/>
                      <a:pt x="65" y="26"/>
                    </a:cubicBezTo>
                    <a:cubicBezTo>
                      <a:pt x="71" y="26"/>
                      <a:pt x="77" y="22"/>
                      <a:pt x="78" y="16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84" y="15"/>
                      <a:pt x="84" y="15"/>
                      <a:pt x="84" y="15"/>
                    </a:cubicBezTo>
                    <a:cubicBezTo>
                      <a:pt x="85" y="15"/>
                      <a:pt x="86" y="14"/>
                      <a:pt x="86" y="13"/>
                    </a:cubicBezTo>
                    <a:cubicBezTo>
                      <a:pt x="86" y="12"/>
                      <a:pt x="85" y="11"/>
                      <a:pt x="84" y="11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78" y="10"/>
                      <a:pt x="78" y="10"/>
                      <a:pt x="78" y="10"/>
                    </a:cubicBezTo>
                    <a:cubicBezTo>
                      <a:pt x="77" y="4"/>
                      <a:pt x="71" y="0"/>
                      <a:pt x="65" y="0"/>
                    </a:cubicBezTo>
                    <a:cubicBezTo>
                      <a:pt x="59" y="0"/>
                      <a:pt x="54" y="4"/>
                      <a:pt x="52" y="10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1"/>
                      <a:pt x="0" y="12"/>
                      <a:pt x="0" y="13"/>
                    </a:cubicBezTo>
                    <a:cubicBezTo>
                      <a:pt x="0" y="14"/>
                      <a:pt x="1" y="15"/>
                      <a:pt x="2" y="15"/>
                    </a:cubicBezTo>
                    <a:close/>
                    <a:moveTo>
                      <a:pt x="65" y="4"/>
                    </a:moveTo>
                    <a:cubicBezTo>
                      <a:pt x="70" y="4"/>
                      <a:pt x="74" y="8"/>
                      <a:pt x="74" y="13"/>
                    </a:cubicBezTo>
                    <a:cubicBezTo>
                      <a:pt x="74" y="18"/>
                      <a:pt x="70" y="22"/>
                      <a:pt x="65" y="22"/>
                    </a:cubicBezTo>
                    <a:cubicBezTo>
                      <a:pt x="60" y="22"/>
                      <a:pt x="56" y="18"/>
                      <a:pt x="56" y="13"/>
                    </a:cubicBezTo>
                    <a:cubicBezTo>
                      <a:pt x="56" y="8"/>
                      <a:pt x="60" y="4"/>
                      <a:pt x="65" y="4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6" name="Freeform 41"/>
              <p:cNvSpPr>
                <a:spLocks noEditPoints="1"/>
              </p:cNvSpPr>
              <p:nvPr/>
            </p:nvSpPr>
            <p:spPr bwMode="auto">
              <a:xfrm>
                <a:off x="1889597" y="4697785"/>
                <a:ext cx="145723" cy="45942"/>
              </a:xfrm>
              <a:custGeom>
                <a:avLst/>
                <a:gdLst>
                  <a:gd name="T0" fmla="*/ 2 w 86"/>
                  <a:gd name="T1" fmla="*/ 16 h 27"/>
                  <a:gd name="T2" fmla="*/ 30 w 86"/>
                  <a:gd name="T3" fmla="*/ 16 h 27"/>
                  <a:gd name="T4" fmla="*/ 30 w 86"/>
                  <a:gd name="T5" fmla="*/ 17 h 27"/>
                  <a:gd name="T6" fmla="*/ 43 w 86"/>
                  <a:gd name="T7" fmla="*/ 27 h 27"/>
                  <a:gd name="T8" fmla="*/ 56 w 86"/>
                  <a:gd name="T9" fmla="*/ 17 h 27"/>
                  <a:gd name="T10" fmla="*/ 56 w 86"/>
                  <a:gd name="T11" fmla="*/ 16 h 27"/>
                  <a:gd name="T12" fmla="*/ 84 w 86"/>
                  <a:gd name="T13" fmla="*/ 16 h 27"/>
                  <a:gd name="T14" fmla="*/ 86 w 86"/>
                  <a:gd name="T15" fmla="*/ 14 h 27"/>
                  <a:gd name="T16" fmla="*/ 84 w 86"/>
                  <a:gd name="T17" fmla="*/ 11 h 27"/>
                  <a:gd name="T18" fmla="*/ 56 w 86"/>
                  <a:gd name="T19" fmla="*/ 11 h 27"/>
                  <a:gd name="T20" fmla="*/ 56 w 86"/>
                  <a:gd name="T21" fmla="*/ 10 h 27"/>
                  <a:gd name="T22" fmla="*/ 43 w 86"/>
                  <a:gd name="T23" fmla="*/ 0 h 27"/>
                  <a:gd name="T24" fmla="*/ 30 w 86"/>
                  <a:gd name="T25" fmla="*/ 10 h 27"/>
                  <a:gd name="T26" fmla="*/ 30 w 86"/>
                  <a:gd name="T27" fmla="*/ 11 h 27"/>
                  <a:gd name="T28" fmla="*/ 2 w 86"/>
                  <a:gd name="T29" fmla="*/ 11 h 27"/>
                  <a:gd name="T30" fmla="*/ 0 w 86"/>
                  <a:gd name="T31" fmla="*/ 14 h 27"/>
                  <a:gd name="T32" fmla="*/ 2 w 86"/>
                  <a:gd name="T33" fmla="*/ 16 h 27"/>
                  <a:gd name="T34" fmla="*/ 43 w 86"/>
                  <a:gd name="T35" fmla="*/ 5 h 27"/>
                  <a:gd name="T36" fmla="*/ 52 w 86"/>
                  <a:gd name="T37" fmla="*/ 14 h 27"/>
                  <a:gd name="T38" fmla="*/ 43 w 86"/>
                  <a:gd name="T39" fmla="*/ 22 h 27"/>
                  <a:gd name="T40" fmla="*/ 34 w 86"/>
                  <a:gd name="T41" fmla="*/ 14 h 27"/>
                  <a:gd name="T42" fmla="*/ 43 w 86"/>
                  <a:gd name="T4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6" h="27">
                    <a:moveTo>
                      <a:pt x="2" y="16"/>
                    </a:moveTo>
                    <a:cubicBezTo>
                      <a:pt x="30" y="16"/>
                      <a:pt x="30" y="16"/>
                      <a:pt x="30" y="16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32" y="23"/>
                      <a:pt x="37" y="27"/>
                      <a:pt x="43" y="27"/>
                    </a:cubicBezTo>
                    <a:cubicBezTo>
                      <a:pt x="49" y="27"/>
                      <a:pt x="54" y="23"/>
                      <a:pt x="56" y="17"/>
                    </a:cubicBezTo>
                    <a:cubicBezTo>
                      <a:pt x="56" y="16"/>
                      <a:pt x="56" y="16"/>
                      <a:pt x="56" y="16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5" y="16"/>
                      <a:pt x="86" y="15"/>
                      <a:pt x="86" y="14"/>
                    </a:cubicBezTo>
                    <a:cubicBezTo>
                      <a:pt x="86" y="12"/>
                      <a:pt x="85" y="11"/>
                      <a:pt x="84" y="11"/>
                    </a:cubicBezTo>
                    <a:cubicBezTo>
                      <a:pt x="56" y="11"/>
                      <a:pt x="56" y="11"/>
                      <a:pt x="56" y="11"/>
                    </a:cubicBezTo>
                    <a:cubicBezTo>
                      <a:pt x="56" y="10"/>
                      <a:pt x="56" y="10"/>
                      <a:pt x="56" y="10"/>
                    </a:cubicBezTo>
                    <a:cubicBezTo>
                      <a:pt x="54" y="4"/>
                      <a:pt x="49" y="0"/>
                      <a:pt x="43" y="0"/>
                    </a:cubicBezTo>
                    <a:cubicBezTo>
                      <a:pt x="37" y="0"/>
                      <a:pt x="32" y="4"/>
                      <a:pt x="30" y="1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1"/>
                      <a:pt x="0" y="12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  <a:moveTo>
                      <a:pt x="43" y="5"/>
                    </a:moveTo>
                    <a:cubicBezTo>
                      <a:pt x="48" y="5"/>
                      <a:pt x="52" y="9"/>
                      <a:pt x="52" y="14"/>
                    </a:cubicBezTo>
                    <a:cubicBezTo>
                      <a:pt x="52" y="18"/>
                      <a:pt x="48" y="22"/>
                      <a:pt x="43" y="22"/>
                    </a:cubicBezTo>
                    <a:cubicBezTo>
                      <a:pt x="38" y="22"/>
                      <a:pt x="34" y="18"/>
                      <a:pt x="34" y="14"/>
                    </a:cubicBezTo>
                    <a:cubicBezTo>
                      <a:pt x="34" y="9"/>
                      <a:pt x="38" y="5"/>
                      <a:pt x="43" y="5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1880703" y="4013835"/>
            <a:ext cx="682698" cy="682698"/>
            <a:chOff x="2227505" y="4409608"/>
            <a:chExt cx="1063465" cy="1063465"/>
          </a:xfrm>
        </p:grpSpPr>
        <p:sp>
          <p:nvSpPr>
            <p:cNvPr id="256" name="椭圆 255"/>
            <p:cNvSpPr/>
            <p:nvPr/>
          </p:nvSpPr>
          <p:spPr>
            <a:xfrm>
              <a:off x="2227505" y="4409608"/>
              <a:ext cx="1063465" cy="1063465"/>
            </a:xfrm>
            <a:prstGeom prst="ellipse">
              <a:avLst/>
            </a:prstGeom>
            <a:gradFill>
              <a:gsLst>
                <a:gs pos="100000">
                  <a:srgbClr val="9F4EF0"/>
                </a:gs>
                <a:gs pos="0">
                  <a:srgbClr val="2F1270"/>
                </a:gs>
                <a:gs pos="66000">
                  <a:srgbClr val="841CEC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7" name="组合 266"/>
            <p:cNvGrpSpPr/>
            <p:nvPr/>
          </p:nvGrpSpPr>
          <p:grpSpPr>
            <a:xfrm>
              <a:off x="2455279" y="4758765"/>
              <a:ext cx="607916" cy="365150"/>
              <a:chOff x="2288720" y="4655432"/>
              <a:chExt cx="217508" cy="130648"/>
            </a:xfrm>
            <a:solidFill>
              <a:schemeClr val="bg1">
                <a:lumMod val="95000"/>
              </a:schemeClr>
            </a:solidFill>
          </p:grpSpPr>
          <p:sp>
            <p:nvSpPr>
              <p:cNvPr id="268" name="Freeform 36"/>
              <p:cNvSpPr>
                <a:spLocks noEditPoints="1"/>
              </p:cNvSpPr>
              <p:nvPr/>
            </p:nvSpPr>
            <p:spPr bwMode="auto">
              <a:xfrm>
                <a:off x="2288720" y="4655432"/>
                <a:ext cx="217508" cy="130648"/>
              </a:xfrm>
              <a:custGeom>
                <a:avLst/>
                <a:gdLst>
                  <a:gd name="T0" fmla="*/ 64 w 128"/>
                  <a:gd name="T1" fmla="*/ 0 h 77"/>
                  <a:gd name="T2" fmla="*/ 0 w 128"/>
                  <a:gd name="T3" fmla="*/ 39 h 77"/>
                  <a:gd name="T4" fmla="*/ 64 w 128"/>
                  <a:gd name="T5" fmla="*/ 77 h 77"/>
                  <a:gd name="T6" fmla="*/ 128 w 128"/>
                  <a:gd name="T7" fmla="*/ 39 h 77"/>
                  <a:gd name="T8" fmla="*/ 64 w 128"/>
                  <a:gd name="T9" fmla="*/ 0 h 77"/>
                  <a:gd name="T10" fmla="*/ 112 w 128"/>
                  <a:gd name="T11" fmla="*/ 51 h 77"/>
                  <a:gd name="T12" fmla="*/ 97 w 128"/>
                  <a:gd name="T13" fmla="*/ 63 h 77"/>
                  <a:gd name="T14" fmla="*/ 81 w 128"/>
                  <a:gd name="T15" fmla="*/ 70 h 77"/>
                  <a:gd name="T16" fmla="*/ 64 w 128"/>
                  <a:gd name="T17" fmla="*/ 73 h 77"/>
                  <a:gd name="T18" fmla="*/ 47 w 128"/>
                  <a:gd name="T19" fmla="*/ 70 h 77"/>
                  <a:gd name="T20" fmla="*/ 31 w 128"/>
                  <a:gd name="T21" fmla="*/ 63 h 77"/>
                  <a:gd name="T22" fmla="*/ 16 w 128"/>
                  <a:gd name="T23" fmla="*/ 51 h 77"/>
                  <a:gd name="T24" fmla="*/ 6 w 128"/>
                  <a:gd name="T25" fmla="*/ 39 h 77"/>
                  <a:gd name="T26" fmla="*/ 6 w 128"/>
                  <a:gd name="T27" fmla="*/ 39 h 77"/>
                  <a:gd name="T28" fmla="*/ 6 w 128"/>
                  <a:gd name="T29" fmla="*/ 38 h 77"/>
                  <a:gd name="T30" fmla="*/ 16 w 128"/>
                  <a:gd name="T31" fmla="*/ 26 h 77"/>
                  <a:gd name="T32" fmla="*/ 31 w 128"/>
                  <a:gd name="T33" fmla="*/ 14 h 77"/>
                  <a:gd name="T34" fmla="*/ 47 w 128"/>
                  <a:gd name="T35" fmla="*/ 7 h 77"/>
                  <a:gd name="T36" fmla="*/ 81 w 128"/>
                  <a:gd name="T37" fmla="*/ 7 h 77"/>
                  <a:gd name="T38" fmla="*/ 97 w 128"/>
                  <a:gd name="T39" fmla="*/ 14 h 77"/>
                  <a:gd name="T40" fmla="*/ 112 w 128"/>
                  <a:gd name="T41" fmla="*/ 26 h 77"/>
                  <a:gd name="T42" fmla="*/ 122 w 128"/>
                  <a:gd name="T43" fmla="*/ 38 h 77"/>
                  <a:gd name="T44" fmla="*/ 122 w 128"/>
                  <a:gd name="T45" fmla="*/ 39 h 77"/>
                  <a:gd name="T46" fmla="*/ 122 w 128"/>
                  <a:gd name="T47" fmla="*/ 39 h 77"/>
                  <a:gd name="T48" fmla="*/ 112 w 128"/>
                  <a:gd name="T49" fmla="*/ 51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77">
                    <a:moveTo>
                      <a:pt x="64" y="0"/>
                    </a:moveTo>
                    <a:cubicBezTo>
                      <a:pt x="40" y="0"/>
                      <a:pt x="16" y="14"/>
                      <a:pt x="0" y="39"/>
                    </a:cubicBezTo>
                    <a:cubicBezTo>
                      <a:pt x="16" y="63"/>
                      <a:pt x="40" y="77"/>
                      <a:pt x="64" y="77"/>
                    </a:cubicBezTo>
                    <a:cubicBezTo>
                      <a:pt x="88" y="77"/>
                      <a:pt x="112" y="63"/>
                      <a:pt x="128" y="39"/>
                    </a:cubicBezTo>
                    <a:cubicBezTo>
                      <a:pt x="112" y="14"/>
                      <a:pt x="88" y="0"/>
                      <a:pt x="64" y="0"/>
                    </a:cubicBezTo>
                    <a:close/>
                    <a:moveTo>
                      <a:pt x="112" y="51"/>
                    </a:moveTo>
                    <a:cubicBezTo>
                      <a:pt x="108" y="56"/>
                      <a:pt x="103" y="60"/>
                      <a:pt x="97" y="63"/>
                    </a:cubicBezTo>
                    <a:cubicBezTo>
                      <a:pt x="92" y="66"/>
                      <a:pt x="87" y="69"/>
                      <a:pt x="81" y="70"/>
                    </a:cubicBezTo>
                    <a:cubicBezTo>
                      <a:pt x="76" y="72"/>
                      <a:pt x="70" y="73"/>
                      <a:pt x="64" y="73"/>
                    </a:cubicBezTo>
                    <a:cubicBezTo>
                      <a:pt x="58" y="73"/>
                      <a:pt x="52" y="72"/>
                      <a:pt x="47" y="70"/>
                    </a:cubicBezTo>
                    <a:cubicBezTo>
                      <a:pt x="41" y="69"/>
                      <a:pt x="36" y="66"/>
                      <a:pt x="31" y="63"/>
                    </a:cubicBezTo>
                    <a:cubicBezTo>
                      <a:pt x="25" y="60"/>
                      <a:pt x="20" y="56"/>
                      <a:pt x="16" y="51"/>
                    </a:cubicBezTo>
                    <a:cubicBezTo>
                      <a:pt x="12" y="48"/>
                      <a:pt x="9" y="44"/>
                      <a:pt x="6" y="39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9" y="33"/>
                      <a:pt x="12" y="30"/>
                      <a:pt x="16" y="26"/>
                    </a:cubicBezTo>
                    <a:cubicBezTo>
                      <a:pt x="20" y="21"/>
                      <a:pt x="25" y="17"/>
                      <a:pt x="31" y="14"/>
                    </a:cubicBezTo>
                    <a:cubicBezTo>
                      <a:pt x="36" y="11"/>
                      <a:pt x="41" y="8"/>
                      <a:pt x="47" y="7"/>
                    </a:cubicBezTo>
                    <a:cubicBezTo>
                      <a:pt x="58" y="3"/>
                      <a:pt x="70" y="3"/>
                      <a:pt x="81" y="7"/>
                    </a:cubicBezTo>
                    <a:cubicBezTo>
                      <a:pt x="87" y="8"/>
                      <a:pt x="92" y="11"/>
                      <a:pt x="97" y="14"/>
                    </a:cubicBezTo>
                    <a:cubicBezTo>
                      <a:pt x="103" y="17"/>
                      <a:pt x="108" y="21"/>
                      <a:pt x="112" y="26"/>
                    </a:cubicBezTo>
                    <a:cubicBezTo>
                      <a:pt x="116" y="30"/>
                      <a:pt x="119" y="33"/>
                      <a:pt x="122" y="38"/>
                    </a:cubicBezTo>
                    <a:cubicBezTo>
                      <a:pt x="122" y="39"/>
                      <a:pt x="122" y="39"/>
                      <a:pt x="122" y="39"/>
                    </a:cubicBezTo>
                    <a:cubicBezTo>
                      <a:pt x="122" y="39"/>
                      <a:pt x="122" y="39"/>
                      <a:pt x="122" y="39"/>
                    </a:cubicBezTo>
                    <a:cubicBezTo>
                      <a:pt x="119" y="44"/>
                      <a:pt x="116" y="48"/>
                      <a:pt x="112" y="51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9" name="Freeform 37"/>
              <p:cNvSpPr>
                <a:spLocks noEditPoints="1"/>
              </p:cNvSpPr>
              <p:nvPr/>
            </p:nvSpPr>
            <p:spPr bwMode="auto">
              <a:xfrm>
                <a:off x="2361940" y="4685582"/>
                <a:ext cx="71067" cy="69631"/>
              </a:xfrm>
              <a:custGeom>
                <a:avLst/>
                <a:gdLst>
                  <a:gd name="T0" fmla="*/ 21 w 42"/>
                  <a:gd name="T1" fmla="*/ 0 h 41"/>
                  <a:gd name="T2" fmla="*/ 0 w 42"/>
                  <a:gd name="T3" fmla="*/ 21 h 41"/>
                  <a:gd name="T4" fmla="*/ 21 w 42"/>
                  <a:gd name="T5" fmla="*/ 41 h 41"/>
                  <a:gd name="T6" fmla="*/ 42 w 42"/>
                  <a:gd name="T7" fmla="*/ 21 h 41"/>
                  <a:gd name="T8" fmla="*/ 21 w 42"/>
                  <a:gd name="T9" fmla="*/ 0 h 41"/>
                  <a:gd name="T10" fmla="*/ 21 w 42"/>
                  <a:gd name="T11" fmla="*/ 37 h 41"/>
                  <a:gd name="T12" fmla="*/ 5 w 42"/>
                  <a:gd name="T13" fmla="*/ 21 h 41"/>
                  <a:gd name="T14" fmla="*/ 21 w 42"/>
                  <a:gd name="T15" fmla="*/ 4 h 41"/>
                  <a:gd name="T16" fmla="*/ 37 w 42"/>
                  <a:gd name="T17" fmla="*/ 21 h 41"/>
                  <a:gd name="T18" fmla="*/ 21 w 42"/>
                  <a:gd name="T19" fmla="*/ 37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9" y="0"/>
                      <a:pt x="0" y="9"/>
                      <a:pt x="0" y="21"/>
                    </a:cubicBezTo>
                    <a:cubicBezTo>
                      <a:pt x="0" y="32"/>
                      <a:pt x="9" y="41"/>
                      <a:pt x="21" y="41"/>
                    </a:cubicBezTo>
                    <a:cubicBezTo>
                      <a:pt x="33" y="41"/>
                      <a:pt x="42" y="32"/>
                      <a:pt x="42" y="21"/>
                    </a:cubicBezTo>
                    <a:cubicBezTo>
                      <a:pt x="42" y="9"/>
                      <a:pt x="33" y="0"/>
                      <a:pt x="21" y="0"/>
                    </a:cubicBezTo>
                    <a:close/>
                    <a:moveTo>
                      <a:pt x="21" y="37"/>
                    </a:moveTo>
                    <a:cubicBezTo>
                      <a:pt x="12" y="37"/>
                      <a:pt x="5" y="30"/>
                      <a:pt x="5" y="21"/>
                    </a:cubicBezTo>
                    <a:cubicBezTo>
                      <a:pt x="5" y="12"/>
                      <a:pt x="12" y="4"/>
                      <a:pt x="21" y="4"/>
                    </a:cubicBezTo>
                    <a:cubicBezTo>
                      <a:pt x="30" y="4"/>
                      <a:pt x="37" y="12"/>
                      <a:pt x="37" y="21"/>
                    </a:cubicBezTo>
                    <a:cubicBezTo>
                      <a:pt x="37" y="30"/>
                      <a:pt x="30" y="37"/>
                      <a:pt x="21" y="37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1880703" y="5150134"/>
            <a:ext cx="682698" cy="682698"/>
            <a:chOff x="6186143" y="2365535"/>
            <a:chExt cx="1063465" cy="1063465"/>
          </a:xfrm>
        </p:grpSpPr>
        <p:sp>
          <p:nvSpPr>
            <p:cNvPr id="271" name="椭圆 270"/>
            <p:cNvSpPr/>
            <p:nvPr/>
          </p:nvSpPr>
          <p:spPr>
            <a:xfrm>
              <a:off x="6186143" y="2365535"/>
              <a:ext cx="1063465" cy="1063465"/>
            </a:xfrm>
            <a:prstGeom prst="ellipse">
              <a:avLst/>
            </a:prstGeom>
            <a:gradFill>
              <a:gsLst>
                <a:gs pos="0">
                  <a:srgbClr val="3C178D"/>
                </a:gs>
                <a:gs pos="100000">
                  <a:srgbClr val="4F34F3"/>
                </a:gs>
                <a:gs pos="57000">
                  <a:srgbClr val="841CEC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Freeform 19"/>
            <p:cNvSpPr>
              <a:spLocks noEditPoints="1"/>
            </p:cNvSpPr>
            <p:nvPr/>
          </p:nvSpPr>
          <p:spPr bwMode="auto">
            <a:xfrm>
              <a:off x="6413917" y="2593309"/>
              <a:ext cx="607916" cy="607916"/>
            </a:xfrm>
            <a:custGeom>
              <a:avLst/>
              <a:gdLst>
                <a:gd name="T0" fmla="*/ 103 w 128"/>
                <a:gd name="T1" fmla="*/ 79 h 128"/>
                <a:gd name="T2" fmla="*/ 83 w 128"/>
                <a:gd name="T3" fmla="*/ 89 h 128"/>
                <a:gd name="T4" fmla="*/ 47 w 128"/>
                <a:gd name="T5" fmla="*/ 73 h 128"/>
                <a:gd name="T6" fmla="*/ 49 w 128"/>
                <a:gd name="T7" fmla="*/ 64 h 128"/>
                <a:gd name="T8" fmla="*/ 47 w 128"/>
                <a:gd name="T9" fmla="*/ 55 h 128"/>
                <a:gd name="T10" fmla="*/ 83 w 128"/>
                <a:gd name="T11" fmla="*/ 38 h 128"/>
                <a:gd name="T12" fmla="*/ 114 w 128"/>
                <a:gd name="T13" fmla="*/ 46 h 128"/>
                <a:gd name="T14" fmla="*/ 103 w 128"/>
                <a:gd name="T15" fmla="*/ 0 h 128"/>
                <a:gd name="T16" fmla="*/ 79 w 128"/>
                <a:gd name="T17" fmla="*/ 24 h 128"/>
                <a:gd name="T18" fmla="*/ 81 w 128"/>
                <a:gd name="T19" fmla="*/ 33 h 128"/>
                <a:gd name="T20" fmla="*/ 45 w 128"/>
                <a:gd name="T21" fmla="*/ 50 h 128"/>
                <a:gd name="T22" fmla="*/ 14 w 128"/>
                <a:gd name="T23" fmla="*/ 42 h 128"/>
                <a:gd name="T24" fmla="*/ 25 w 128"/>
                <a:gd name="T25" fmla="*/ 88 h 128"/>
                <a:gd name="T26" fmla="*/ 45 w 128"/>
                <a:gd name="T27" fmla="*/ 78 h 128"/>
                <a:gd name="T28" fmla="*/ 81 w 128"/>
                <a:gd name="T29" fmla="*/ 94 h 128"/>
                <a:gd name="T30" fmla="*/ 79 w 128"/>
                <a:gd name="T31" fmla="*/ 103 h 128"/>
                <a:gd name="T32" fmla="*/ 114 w 128"/>
                <a:gd name="T33" fmla="*/ 125 h 128"/>
                <a:gd name="T34" fmla="*/ 87 w 128"/>
                <a:gd name="T35" fmla="*/ 14 h 128"/>
                <a:gd name="T36" fmla="*/ 103 w 128"/>
                <a:gd name="T37" fmla="*/ 4 h 128"/>
                <a:gd name="T38" fmla="*/ 123 w 128"/>
                <a:gd name="T39" fmla="*/ 24 h 128"/>
                <a:gd name="T40" fmla="*/ 112 w 128"/>
                <a:gd name="T41" fmla="*/ 42 h 128"/>
                <a:gd name="T42" fmla="*/ 89 w 128"/>
                <a:gd name="T43" fmla="*/ 38 h 128"/>
                <a:gd name="T44" fmla="*/ 87 w 128"/>
                <a:gd name="T45" fmla="*/ 14 h 128"/>
                <a:gd name="T46" fmla="*/ 33 w 128"/>
                <a:gd name="T47" fmla="*/ 82 h 128"/>
                <a:gd name="T48" fmla="*/ 10 w 128"/>
                <a:gd name="T49" fmla="*/ 78 h 128"/>
                <a:gd name="T50" fmla="*/ 8 w 128"/>
                <a:gd name="T51" fmla="*/ 53 h 128"/>
                <a:gd name="T52" fmla="*/ 25 w 128"/>
                <a:gd name="T53" fmla="*/ 44 h 128"/>
                <a:gd name="T54" fmla="*/ 45 w 128"/>
                <a:gd name="T55" fmla="*/ 64 h 128"/>
                <a:gd name="T56" fmla="*/ 112 w 128"/>
                <a:gd name="T57" fmla="*/ 121 h 128"/>
                <a:gd name="T58" fmla="*/ 89 w 128"/>
                <a:gd name="T59" fmla="*/ 117 h 128"/>
                <a:gd name="T60" fmla="*/ 87 w 128"/>
                <a:gd name="T61" fmla="*/ 93 h 128"/>
                <a:gd name="T62" fmla="*/ 118 w 128"/>
                <a:gd name="T63" fmla="*/ 89 h 128"/>
                <a:gd name="T64" fmla="*/ 120 w 128"/>
                <a:gd name="T65" fmla="*/ 11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" h="128">
                  <a:moveTo>
                    <a:pt x="128" y="103"/>
                  </a:moveTo>
                  <a:cubicBezTo>
                    <a:pt x="128" y="90"/>
                    <a:pt x="117" y="79"/>
                    <a:pt x="103" y="79"/>
                  </a:cubicBezTo>
                  <a:cubicBezTo>
                    <a:pt x="100" y="79"/>
                    <a:pt x="96" y="80"/>
                    <a:pt x="93" y="81"/>
                  </a:cubicBezTo>
                  <a:cubicBezTo>
                    <a:pt x="89" y="83"/>
                    <a:pt x="86" y="86"/>
                    <a:pt x="83" y="89"/>
                  </a:cubicBezTo>
                  <a:cubicBezTo>
                    <a:pt x="83" y="90"/>
                    <a:pt x="83" y="90"/>
                    <a:pt x="83" y="90"/>
                  </a:cubicBezTo>
                  <a:cubicBezTo>
                    <a:pt x="47" y="73"/>
                    <a:pt x="47" y="73"/>
                    <a:pt x="47" y="73"/>
                  </a:cubicBezTo>
                  <a:cubicBezTo>
                    <a:pt x="48" y="72"/>
                    <a:pt x="48" y="72"/>
                    <a:pt x="48" y="72"/>
                  </a:cubicBezTo>
                  <a:cubicBezTo>
                    <a:pt x="49" y="69"/>
                    <a:pt x="49" y="66"/>
                    <a:pt x="49" y="64"/>
                  </a:cubicBezTo>
                  <a:cubicBezTo>
                    <a:pt x="49" y="61"/>
                    <a:pt x="49" y="59"/>
                    <a:pt x="48" y="56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8" y="45"/>
                    <a:pt x="95" y="49"/>
                    <a:pt x="103" y="49"/>
                  </a:cubicBezTo>
                  <a:cubicBezTo>
                    <a:pt x="107" y="49"/>
                    <a:pt x="111" y="48"/>
                    <a:pt x="114" y="46"/>
                  </a:cubicBezTo>
                  <a:cubicBezTo>
                    <a:pt x="123" y="42"/>
                    <a:pt x="128" y="34"/>
                    <a:pt x="128" y="24"/>
                  </a:cubicBezTo>
                  <a:cubicBezTo>
                    <a:pt x="128" y="11"/>
                    <a:pt x="117" y="0"/>
                    <a:pt x="103" y="0"/>
                  </a:cubicBezTo>
                  <a:cubicBezTo>
                    <a:pt x="100" y="0"/>
                    <a:pt x="96" y="1"/>
                    <a:pt x="93" y="2"/>
                  </a:cubicBezTo>
                  <a:cubicBezTo>
                    <a:pt x="84" y="6"/>
                    <a:pt x="79" y="15"/>
                    <a:pt x="79" y="24"/>
                  </a:cubicBezTo>
                  <a:cubicBezTo>
                    <a:pt x="79" y="27"/>
                    <a:pt x="79" y="30"/>
                    <a:pt x="80" y="32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0" y="43"/>
                    <a:pt x="33" y="39"/>
                    <a:pt x="25" y="39"/>
                  </a:cubicBezTo>
                  <a:cubicBezTo>
                    <a:pt x="21" y="39"/>
                    <a:pt x="17" y="40"/>
                    <a:pt x="14" y="42"/>
                  </a:cubicBezTo>
                  <a:cubicBezTo>
                    <a:pt x="5" y="46"/>
                    <a:pt x="0" y="54"/>
                    <a:pt x="0" y="64"/>
                  </a:cubicBezTo>
                  <a:cubicBezTo>
                    <a:pt x="0" y="77"/>
                    <a:pt x="11" y="88"/>
                    <a:pt x="25" y="88"/>
                  </a:cubicBezTo>
                  <a:cubicBezTo>
                    <a:pt x="28" y="88"/>
                    <a:pt x="32" y="87"/>
                    <a:pt x="35" y="86"/>
                  </a:cubicBezTo>
                  <a:cubicBezTo>
                    <a:pt x="39" y="84"/>
                    <a:pt x="42" y="81"/>
                    <a:pt x="45" y="78"/>
                  </a:cubicBezTo>
                  <a:cubicBezTo>
                    <a:pt x="45" y="77"/>
                    <a:pt x="45" y="77"/>
                    <a:pt x="45" y="77"/>
                  </a:cubicBezTo>
                  <a:cubicBezTo>
                    <a:pt x="81" y="94"/>
                    <a:pt x="81" y="94"/>
                    <a:pt x="81" y="94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79" y="98"/>
                    <a:pt x="79" y="101"/>
                    <a:pt x="79" y="103"/>
                  </a:cubicBezTo>
                  <a:cubicBezTo>
                    <a:pt x="79" y="117"/>
                    <a:pt x="90" y="128"/>
                    <a:pt x="103" y="128"/>
                  </a:cubicBezTo>
                  <a:cubicBezTo>
                    <a:pt x="107" y="128"/>
                    <a:pt x="111" y="127"/>
                    <a:pt x="114" y="125"/>
                  </a:cubicBezTo>
                  <a:cubicBezTo>
                    <a:pt x="123" y="121"/>
                    <a:pt x="128" y="113"/>
                    <a:pt x="128" y="103"/>
                  </a:cubicBezTo>
                  <a:close/>
                  <a:moveTo>
                    <a:pt x="87" y="14"/>
                  </a:moveTo>
                  <a:cubicBezTo>
                    <a:pt x="89" y="11"/>
                    <a:pt x="91" y="8"/>
                    <a:pt x="95" y="6"/>
                  </a:cubicBezTo>
                  <a:cubicBezTo>
                    <a:pt x="97" y="5"/>
                    <a:pt x="100" y="4"/>
                    <a:pt x="103" y="4"/>
                  </a:cubicBezTo>
                  <a:cubicBezTo>
                    <a:pt x="109" y="4"/>
                    <a:pt x="114" y="6"/>
                    <a:pt x="118" y="10"/>
                  </a:cubicBezTo>
                  <a:cubicBezTo>
                    <a:pt x="121" y="14"/>
                    <a:pt x="123" y="19"/>
                    <a:pt x="123" y="24"/>
                  </a:cubicBezTo>
                  <a:cubicBezTo>
                    <a:pt x="123" y="28"/>
                    <a:pt x="122" y="32"/>
                    <a:pt x="120" y="35"/>
                  </a:cubicBezTo>
                  <a:cubicBezTo>
                    <a:pt x="118" y="38"/>
                    <a:pt x="116" y="41"/>
                    <a:pt x="112" y="42"/>
                  </a:cubicBezTo>
                  <a:cubicBezTo>
                    <a:pt x="110" y="44"/>
                    <a:pt x="107" y="44"/>
                    <a:pt x="103" y="44"/>
                  </a:cubicBezTo>
                  <a:cubicBezTo>
                    <a:pt x="98" y="44"/>
                    <a:pt x="93" y="42"/>
                    <a:pt x="89" y="38"/>
                  </a:cubicBezTo>
                  <a:cubicBezTo>
                    <a:pt x="86" y="35"/>
                    <a:pt x="83" y="30"/>
                    <a:pt x="83" y="24"/>
                  </a:cubicBezTo>
                  <a:cubicBezTo>
                    <a:pt x="83" y="20"/>
                    <a:pt x="85" y="17"/>
                    <a:pt x="87" y="14"/>
                  </a:cubicBezTo>
                  <a:close/>
                  <a:moveTo>
                    <a:pt x="41" y="74"/>
                  </a:moveTo>
                  <a:cubicBezTo>
                    <a:pt x="39" y="77"/>
                    <a:pt x="37" y="80"/>
                    <a:pt x="33" y="82"/>
                  </a:cubicBezTo>
                  <a:cubicBezTo>
                    <a:pt x="31" y="83"/>
                    <a:pt x="28" y="84"/>
                    <a:pt x="25" y="84"/>
                  </a:cubicBezTo>
                  <a:cubicBezTo>
                    <a:pt x="19" y="84"/>
                    <a:pt x="14" y="82"/>
                    <a:pt x="10" y="78"/>
                  </a:cubicBezTo>
                  <a:cubicBezTo>
                    <a:pt x="7" y="74"/>
                    <a:pt x="5" y="69"/>
                    <a:pt x="5" y="64"/>
                  </a:cubicBezTo>
                  <a:cubicBezTo>
                    <a:pt x="5" y="60"/>
                    <a:pt x="6" y="56"/>
                    <a:pt x="8" y="53"/>
                  </a:cubicBezTo>
                  <a:cubicBezTo>
                    <a:pt x="10" y="50"/>
                    <a:pt x="12" y="47"/>
                    <a:pt x="16" y="46"/>
                  </a:cubicBezTo>
                  <a:cubicBezTo>
                    <a:pt x="18" y="44"/>
                    <a:pt x="21" y="44"/>
                    <a:pt x="25" y="44"/>
                  </a:cubicBezTo>
                  <a:cubicBezTo>
                    <a:pt x="30" y="44"/>
                    <a:pt x="35" y="46"/>
                    <a:pt x="39" y="50"/>
                  </a:cubicBezTo>
                  <a:cubicBezTo>
                    <a:pt x="42" y="53"/>
                    <a:pt x="45" y="58"/>
                    <a:pt x="45" y="64"/>
                  </a:cubicBezTo>
                  <a:cubicBezTo>
                    <a:pt x="45" y="68"/>
                    <a:pt x="43" y="71"/>
                    <a:pt x="41" y="74"/>
                  </a:cubicBezTo>
                  <a:close/>
                  <a:moveTo>
                    <a:pt x="112" y="121"/>
                  </a:moveTo>
                  <a:cubicBezTo>
                    <a:pt x="110" y="122"/>
                    <a:pt x="107" y="123"/>
                    <a:pt x="103" y="123"/>
                  </a:cubicBezTo>
                  <a:cubicBezTo>
                    <a:pt x="98" y="123"/>
                    <a:pt x="93" y="121"/>
                    <a:pt x="89" y="117"/>
                  </a:cubicBezTo>
                  <a:cubicBezTo>
                    <a:pt x="86" y="114"/>
                    <a:pt x="83" y="109"/>
                    <a:pt x="83" y="103"/>
                  </a:cubicBezTo>
                  <a:cubicBezTo>
                    <a:pt x="83" y="99"/>
                    <a:pt x="85" y="96"/>
                    <a:pt x="87" y="93"/>
                  </a:cubicBezTo>
                  <a:cubicBezTo>
                    <a:pt x="89" y="89"/>
                    <a:pt x="91" y="87"/>
                    <a:pt x="95" y="85"/>
                  </a:cubicBezTo>
                  <a:cubicBezTo>
                    <a:pt x="102" y="82"/>
                    <a:pt x="112" y="83"/>
                    <a:pt x="118" y="89"/>
                  </a:cubicBezTo>
                  <a:cubicBezTo>
                    <a:pt x="121" y="93"/>
                    <a:pt x="123" y="98"/>
                    <a:pt x="123" y="103"/>
                  </a:cubicBezTo>
                  <a:cubicBezTo>
                    <a:pt x="123" y="107"/>
                    <a:pt x="122" y="111"/>
                    <a:pt x="120" y="114"/>
                  </a:cubicBezTo>
                  <a:cubicBezTo>
                    <a:pt x="118" y="117"/>
                    <a:pt x="116" y="119"/>
                    <a:pt x="112" y="12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72" name="文本框 271"/>
          <p:cNvSpPr txBox="1"/>
          <p:nvPr/>
        </p:nvSpPr>
        <p:spPr>
          <a:xfrm>
            <a:off x="2854635" y="1600987"/>
            <a:ext cx="8789945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请输入段落标题</a:t>
            </a:r>
            <a:endParaRPr lang="en-US" altLang="zh-CN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请在这里输入简要工作概述，点击输入简要文字内容，文字内容概括简练，不用多余的修饰</a:t>
            </a:r>
          </a:p>
        </p:txBody>
      </p:sp>
      <p:sp>
        <p:nvSpPr>
          <p:cNvPr id="273" name="文本框 272"/>
          <p:cNvSpPr txBox="1"/>
          <p:nvPr/>
        </p:nvSpPr>
        <p:spPr>
          <a:xfrm>
            <a:off x="2854635" y="2746906"/>
            <a:ext cx="8789945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请输入段落标题</a:t>
            </a:r>
            <a:endParaRPr lang="en-US" altLang="zh-CN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请在这里输入简要工作概述，点击输入简要文字内容，文字内容概括简练，不用多余的修饰</a:t>
            </a:r>
          </a:p>
        </p:txBody>
      </p:sp>
      <p:sp>
        <p:nvSpPr>
          <p:cNvPr id="274" name="文本框 273"/>
          <p:cNvSpPr txBox="1"/>
          <p:nvPr/>
        </p:nvSpPr>
        <p:spPr>
          <a:xfrm>
            <a:off x="2854635" y="3892825"/>
            <a:ext cx="8789945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请输入段落标题</a:t>
            </a:r>
            <a:endParaRPr lang="en-US" altLang="zh-CN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请在这里输入简要工作概述，点击输入简要文字内容，文字内容概括简练，不用多余的修饰</a:t>
            </a:r>
          </a:p>
        </p:txBody>
      </p:sp>
      <p:sp>
        <p:nvSpPr>
          <p:cNvPr id="275" name="文本框 274"/>
          <p:cNvSpPr txBox="1"/>
          <p:nvPr/>
        </p:nvSpPr>
        <p:spPr>
          <a:xfrm>
            <a:off x="2854635" y="5038745"/>
            <a:ext cx="8789945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请输入段落标题</a:t>
            </a:r>
            <a:endParaRPr lang="en-US" altLang="zh-CN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请在这里输入简要工作概述，点击输入简要文字内容，文字内容概括简练，不用多余的修饰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任意多边形: 形状 220"/>
          <p:cNvSpPr/>
          <p:nvPr/>
        </p:nvSpPr>
        <p:spPr>
          <a:xfrm rot="16200000">
            <a:off x="8153627" y="-3023229"/>
            <a:ext cx="1253189" cy="6489403"/>
          </a:xfrm>
          <a:custGeom>
            <a:avLst/>
            <a:gdLst>
              <a:gd name="connsiteX0" fmla="*/ 1253189 w 1253189"/>
              <a:gd name="connsiteY0" fmla="*/ 0 h 6489403"/>
              <a:gd name="connsiteX1" fmla="*/ 1253189 w 1253189"/>
              <a:gd name="connsiteY1" fmla="*/ 6489403 h 6489403"/>
              <a:gd name="connsiteX2" fmla="*/ 1102273 w 1253189"/>
              <a:gd name="connsiteY2" fmla="*/ 6315180 h 6489403"/>
              <a:gd name="connsiteX3" fmla="*/ 0 w 1253189"/>
              <a:gd name="connsiteY3" fmla="*/ 3244701 h 6489403"/>
              <a:gd name="connsiteX4" fmla="*/ 1102273 w 1253189"/>
              <a:gd name="connsiteY4" fmla="*/ 174223 h 648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3189" h="6489403">
                <a:moveTo>
                  <a:pt x="1253189" y="0"/>
                </a:moveTo>
                <a:lnTo>
                  <a:pt x="1253189" y="6489403"/>
                </a:lnTo>
                <a:lnTo>
                  <a:pt x="1102273" y="6315180"/>
                </a:lnTo>
                <a:cubicBezTo>
                  <a:pt x="413660" y="5480774"/>
                  <a:pt x="0" y="4411045"/>
                  <a:pt x="0" y="3244701"/>
                </a:cubicBezTo>
                <a:cubicBezTo>
                  <a:pt x="0" y="2078357"/>
                  <a:pt x="413660" y="1008629"/>
                  <a:pt x="1102273" y="174223"/>
                </a:cubicBezTo>
                <a:close/>
              </a:path>
            </a:pathLst>
          </a:custGeom>
          <a:noFill/>
          <a:ln>
            <a:gradFill>
              <a:gsLst>
                <a:gs pos="100000">
                  <a:srgbClr val="1265BB">
                    <a:alpha val="0"/>
                  </a:srgbClr>
                </a:gs>
                <a:gs pos="52000">
                  <a:srgbClr val="474FA4"/>
                </a:gs>
                <a:gs pos="35000">
                  <a:srgbClr val="D41366"/>
                </a:gs>
                <a:gs pos="0">
                  <a:srgbClr val="1265BB">
                    <a:alpha val="0"/>
                  </a:srgbClr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7112063" y="3484901"/>
            <a:ext cx="137545" cy="137545"/>
          </a:xfrm>
          <a:prstGeom prst="ellipse">
            <a:avLst/>
          </a:prstGeom>
          <a:solidFill>
            <a:srgbClr val="000B26"/>
          </a:solidFill>
          <a:ln>
            <a:gradFill>
              <a:gsLst>
                <a:gs pos="0">
                  <a:srgbClr val="1265BB">
                    <a:alpha val="0"/>
                  </a:srgbClr>
                </a:gs>
                <a:gs pos="56000">
                  <a:srgbClr val="6410BB"/>
                </a:gs>
                <a:gs pos="100000">
                  <a:srgbClr val="1265BB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3" name="直接连接符 132"/>
          <p:cNvCxnSpPr/>
          <p:nvPr/>
        </p:nvCxnSpPr>
        <p:spPr>
          <a:xfrm flipH="1">
            <a:off x="0" y="1218923"/>
            <a:ext cx="1930400" cy="0"/>
          </a:xfrm>
          <a:prstGeom prst="line">
            <a:avLst/>
          </a:prstGeom>
          <a:ln w="3175">
            <a:gradFill>
              <a:gsLst>
                <a:gs pos="9000">
                  <a:srgbClr val="FA005F"/>
                </a:gs>
                <a:gs pos="79000">
                  <a:srgbClr val="5944C0">
                    <a:alpha val="0"/>
                  </a:srgbClr>
                </a:gs>
              </a:gsLst>
              <a:lin ang="5400000" scaled="0"/>
            </a:gra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椭圆 202"/>
          <p:cNvSpPr>
            <a:spLocks noChangeAspect="1"/>
          </p:cNvSpPr>
          <p:nvPr/>
        </p:nvSpPr>
        <p:spPr>
          <a:xfrm flipH="1" flipV="1">
            <a:off x="8739044" y="685463"/>
            <a:ext cx="41178" cy="4117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" name="椭圆 203"/>
          <p:cNvSpPr>
            <a:spLocks noChangeAspect="1"/>
          </p:cNvSpPr>
          <p:nvPr/>
        </p:nvSpPr>
        <p:spPr>
          <a:xfrm flipH="1" flipV="1">
            <a:off x="10474798" y="1742997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椭圆 205"/>
          <p:cNvSpPr>
            <a:spLocks noChangeAspect="1"/>
          </p:cNvSpPr>
          <p:nvPr/>
        </p:nvSpPr>
        <p:spPr>
          <a:xfrm flipH="1" flipV="1">
            <a:off x="11450474" y="644286"/>
            <a:ext cx="41178" cy="41178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8" name="椭圆 207"/>
          <p:cNvSpPr>
            <a:spLocks noChangeAspect="1"/>
          </p:cNvSpPr>
          <p:nvPr/>
        </p:nvSpPr>
        <p:spPr>
          <a:xfrm flipH="1" flipV="1">
            <a:off x="9568014" y="1012400"/>
            <a:ext cx="41178" cy="411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9" name="椭圆 208"/>
          <p:cNvSpPr>
            <a:spLocks noChangeAspect="1"/>
          </p:cNvSpPr>
          <p:nvPr/>
        </p:nvSpPr>
        <p:spPr>
          <a:xfrm flipH="1" flipV="1">
            <a:off x="10840666" y="3127005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0" name="椭圆 209"/>
          <p:cNvSpPr>
            <a:spLocks noChangeAspect="1"/>
          </p:cNvSpPr>
          <p:nvPr/>
        </p:nvSpPr>
        <p:spPr>
          <a:xfrm flipH="1" flipV="1">
            <a:off x="9290954" y="1810118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2" name="椭圆 211"/>
          <p:cNvSpPr>
            <a:spLocks noChangeAspect="1"/>
          </p:cNvSpPr>
          <p:nvPr/>
        </p:nvSpPr>
        <p:spPr>
          <a:xfrm flipH="1" flipV="1">
            <a:off x="847164" y="2263649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" name="椭圆 212"/>
          <p:cNvSpPr>
            <a:spLocks noChangeAspect="1"/>
          </p:cNvSpPr>
          <p:nvPr/>
        </p:nvSpPr>
        <p:spPr>
          <a:xfrm flipH="1" flipV="1">
            <a:off x="1909811" y="2434487"/>
            <a:ext cx="41178" cy="41178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 descr="页面标题"/>
          <p:cNvSpPr txBox="1"/>
          <p:nvPr/>
        </p:nvSpPr>
        <p:spPr>
          <a:xfrm>
            <a:off x="720251" y="611403"/>
            <a:ext cx="254837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en-US" altLang="zh-CN" sz="320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04 </a:t>
            </a:r>
            <a:r>
              <a:rPr lang="zh-CN" altLang="en-US" sz="320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页面标题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440441" y="1329347"/>
            <a:ext cx="5311118" cy="4680586"/>
            <a:chOff x="3440441" y="1329347"/>
            <a:chExt cx="5311118" cy="4680586"/>
          </a:xfrm>
        </p:grpSpPr>
        <p:sp>
          <p:nvSpPr>
            <p:cNvPr id="110" name="椭圆 109"/>
            <p:cNvSpPr/>
            <p:nvPr/>
          </p:nvSpPr>
          <p:spPr>
            <a:xfrm>
              <a:off x="6772945" y="1329351"/>
              <a:ext cx="1978614" cy="1978614"/>
            </a:xfrm>
            <a:prstGeom prst="ellipse">
              <a:avLst/>
            </a:prstGeom>
            <a:gradFill>
              <a:gsLst>
                <a:gs pos="0">
                  <a:srgbClr val="A60279">
                    <a:lumMod val="94000"/>
                    <a:lumOff val="6000"/>
                  </a:srgbClr>
                </a:gs>
                <a:gs pos="29000">
                  <a:srgbClr val="910475"/>
                </a:gs>
                <a:gs pos="83000">
                  <a:srgbClr val="001340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>
              <a:off x="6772945" y="4031319"/>
              <a:ext cx="1978614" cy="1978614"/>
            </a:xfrm>
            <a:prstGeom prst="ellipse">
              <a:avLst/>
            </a:prstGeom>
            <a:gradFill>
              <a:gsLst>
                <a:gs pos="0">
                  <a:srgbClr val="A60279">
                    <a:lumMod val="94000"/>
                    <a:lumOff val="6000"/>
                  </a:srgbClr>
                </a:gs>
                <a:gs pos="29000">
                  <a:srgbClr val="910475"/>
                </a:gs>
                <a:gs pos="83000">
                  <a:srgbClr val="001340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椭圆 111"/>
            <p:cNvSpPr/>
            <p:nvPr/>
          </p:nvSpPr>
          <p:spPr>
            <a:xfrm>
              <a:off x="3440441" y="4031319"/>
              <a:ext cx="1978614" cy="1978614"/>
            </a:xfrm>
            <a:prstGeom prst="ellipse">
              <a:avLst/>
            </a:prstGeom>
            <a:gradFill>
              <a:gsLst>
                <a:gs pos="0">
                  <a:srgbClr val="A60279">
                    <a:lumMod val="94000"/>
                    <a:lumOff val="6000"/>
                  </a:srgbClr>
                </a:gs>
                <a:gs pos="29000">
                  <a:srgbClr val="910475"/>
                </a:gs>
                <a:gs pos="83000">
                  <a:srgbClr val="001340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椭圆 112"/>
            <p:cNvSpPr/>
            <p:nvPr/>
          </p:nvSpPr>
          <p:spPr>
            <a:xfrm>
              <a:off x="3440441" y="1329347"/>
              <a:ext cx="1978614" cy="1978614"/>
            </a:xfrm>
            <a:prstGeom prst="ellipse">
              <a:avLst/>
            </a:prstGeom>
            <a:gradFill>
              <a:gsLst>
                <a:gs pos="0">
                  <a:srgbClr val="A60279">
                    <a:lumMod val="94000"/>
                    <a:lumOff val="6000"/>
                  </a:srgbClr>
                </a:gs>
                <a:gs pos="29000">
                  <a:srgbClr val="910475"/>
                </a:gs>
                <a:gs pos="83000">
                  <a:srgbClr val="001340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矩形: 圆角 113"/>
            <p:cNvSpPr/>
            <p:nvPr/>
          </p:nvSpPr>
          <p:spPr>
            <a:xfrm rot="16200000">
              <a:off x="4254567" y="1828206"/>
              <a:ext cx="3682868" cy="3682869"/>
            </a:xfrm>
            <a:prstGeom prst="roundRect">
              <a:avLst>
                <a:gd name="adj" fmla="val 36777"/>
              </a:avLst>
            </a:prstGeom>
            <a:gradFill flip="none" rotWithShape="1">
              <a:gsLst>
                <a:gs pos="100000">
                  <a:srgbClr val="3C178D"/>
                </a:gs>
                <a:gs pos="50000">
                  <a:srgbClr val="001340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254000" sx="102000" sy="102000" algn="ctr" rotWithShape="0">
                <a:schemeClr val="accent4">
                  <a:lumMod val="50000"/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4585770" y="2382833"/>
              <a:ext cx="3020460" cy="2573614"/>
              <a:chOff x="4476694" y="1997833"/>
              <a:chExt cx="3199720" cy="2726355"/>
            </a:xfrm>
          </p:grpSpPr>
          <p:sp>
            <p:nvSpPr>
              <p:cNvPr id="116" name="文本框 115"/>
              <p:cNvSpPr txBox="1"/>
              <p:nvPr/>
            </p:nvSpPr>
            <p:spPr>
              <a:xfrm>
                <a:off x="4562855" y="1997833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latin typeface="汉仪大宋简" panose="02010609000101010101" charset="-122"/>
                    <a:ea typeface="汉仪大宋简" panose="02010609000101010101" charset="-122"/>
                  </a:rPr>
                  <a:t>S</a:t>
                </a:r>
                <a:endParaRPr lang="zh-CN" altLang="en-US" sz="240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endParaRPr>
              </a:p>
            </p:txBody>
          </p:sp>
          <p:sp>
            <p:nvSpPr>
              <p:cNvPr id="117" name="文本框 116"/>
              <p:cNvSpPr txBox="1"/>
              <p:nvPr/>
            </p:nvSpPr>
            <p:spPr>
              <a:xfrm>
                <a:off x="7055804" y="1997833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latin typeface="汉仪大宋简" panose="02010609000101010101" charset="-122"/>
                    <a:ea typeface="汉仪大宋简" panose="02010609000101010101" charset="-122"/>
                  </a:rPr>
                  <a:t>W</a:t>
                </a:r>
                <a:endParaRPr lang="zh-CN" altLang="en-US" sz="240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endParaRPr>
              </a:p>
            </p:txBody>
          </p:sp>
          <p:sp>
            <p:nvSpPr>
              <p:cNvPr id="118" name="文本框 117"/>
              <p:cNvSpPr txBox="1"/>
              <p:nvPr/>
            </p:nvSpPr>
            <p:spPr>
              <a:xfrm>
                <a:off x="4562855" y="4262523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latin typeface="汉仪大宋简" panose="02010609000101010101" charset="-122"/>
                    <a:ea typeface="汉仪大宋简" panose="02010609000101010101" charset="-122"/>
                  </a:rPr>
                  <a:t>O</a:t>
                </a:r>
                <a:endParaRPr lang="zh-CN" altLang="en-US" sz="240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7055804" y="4262523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latin typeface="汉仪大宋简" panose="02010609000101010101" charset="-122"/>
                    <a:ea typeface="汉仪大宋简" panose="02010609000101010101" charset="-122"/>
                  </a:rPr>
                  <a:t>T</a:t>
                </a:r>
                <a:endParaRPr lang="zh-CN" altLang="en-US" sz="240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endParaRPr>
              </a:p>
            </p:txBody>
          </p:sp>
          <p:sp>
            <p:nvSpPr>
              <p:cNvPr id="121" name="文本框 120"/>
              <p:cNvSpPr txBox="1"/>
              <p:nvPr/>
            </p:nvSpPr>
            <p:spPr>
              <a:xfrm>
                <a:off x="4476694" y="2957903"/>
                <a:ext cx="3199720" cy="749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4000" dirty="0">
                    <a:solidFill>
                      <a:schemeClr val="bg1"/>
                    </a:solidFill>
                    <a:latin typeface="汉仪大宋简" panose="02010609000101010101" charset="-122"/>
                    <a:ea typeface="汉仪大宋简" panose="02010609000101010101" charset="-122"/>
                  </a:rPr>
                  <a:t>STRATEGY</a:t>
                </a:r>
              </a:p>
            </p:txBody>
          </p:sp>
        </p:grpSp>
      </p:grpSp>
      <p:sp>
        <p:nvSpPr>
          <p:cNvPr id="125" name="文本框 124"/>
          <p:cNvSpPr txBox="1"/>
          <p:nvPr/>
        </p:nvSpPr>
        <p:spPr>
          <a:xfrm>
            <a:off x="225718" y="1565585"/>
            <a:ext cx="3042903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请输入段落标题</a:t>
            </a:r>
            <a:endParaRPr lang="en-US" altLang="zh-CN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pPr algn="r"/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请在这里输入简要工作概述，点击输入简要文字内容，文字内容概括简练，不用多余的修饰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225718" y="4233172"/>
            <a:ext cx="3042903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请输入段落标题</a:t>
            </a:r>
            <a:endParaRPr lang="en-US" altLang="zh-CN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pPr algn="r"/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请在这里输入简要工作概述，点击输入简要文字内容，文字内容概括简练，不用多余的修饰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8923379" y="1565585"/>
            <a:ext cx="3042903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请输入段落标题</a:t>
            </a:r>
            <a:endParaRPr lang="en-US" altLang="zh-CN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请在这里输入简要工作概述，点击输入简要文字内容，文字内容概括简练，不用多余的修饰</a:t>
            </a:r>
          </a:p>
        </p:txBody>
      </p:sp>
      <p:sp>
        <p:nvSpPr>
          <p:cNvPr id="128" name="文本框 127"/>
          <p:cNvSpPr txBox="1"/>
          <p:nvPr/>
        </p:nvSpPr>
        <p:spPr>
          <a:xfrm>
            <a:off x="8923378" y="4233172"/>
            <a:ext cx="3042903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rPr>
              <a:t>请输入段落标题</a:t>
            </a:r>
            <a:endParaRPr lang="en-US" altLang="zh-CN" sz="2400">
              <a:solidFill>
                <a:schemeClr val="bg1"/>
              </a:solidFill>
              <a:latin typeface="汉仪大宋简" panose="02010609000101010101" charset="-122"/>
              <a:ea typeface="汉仪大宋简" panose="02010609000101010101" charset="-122"/>
            </a:endParaRPr>
          </a:p>
          <a:p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请在这里输入简要工作概述，点击输入简要文字内容，文字内容概括简练，不用多余的修饰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直接连接符 132"/>
          <p:cNvCxnSpPr/>
          <p:nvPr/>
        </p:nvCxnSpPr>
        <p:spPr>
          <a:xfrm flipH="1">
            <a:off x="0" y="1218923"/>
            <a:ext cx="1930400" cy="0"/>
          </a:xfrm>
          <a:prstGeom prst="line">
            <a:avLst/>
          </a:prstGeom>
          <a:ln w="3175">
            <a:gradFill>
              <a:gsLst>
                <a:gs pos="9000">
                  <a:srgbClr val="FA005F"/>
                </a:gs>
                <a:gs pos="79000">
                  <a:srgbClr val="5944C0">
                    <a:alpha val="0"/>
                  </a:srgbClr>
                </a:gs>
              </a:gsLst>
              <a:lin ang="5400000" scaled="0"/>
            </a:gra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椭圆 203"/>
          <p:cNvSpPr>
            <a:spLocks noChangeAspect="1"/>
          </p:cNvSpPr>
          <p:nvPr/>
        </p:nvSpPr>
        <p:spPr>
          <a:xfrm flipH="1" flipV="1">
            <a:off x="10236312" y="1109753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椭圆 205"/>
          <p:cNvSpPr>
            <a:spLocks noChangeAspect="1"/>
          </p:cNvSpPr>
          <p:nvPr/>
        </p:nvSpPr>
        <p:spPr>
          <a:xfrm flipH="1" flipV="1">
            <a:off x="11450474" y="644286"/>
            <a:ext cx="41178" cy="41178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8" name="椭圆 207"/>
          <p:cNvSpPr>
            <a:spLocks noChangeAspect="1"/>
          </p:cNvSpPr>
          <p:nvPr/>
        </p:nvSpPr>
        <p:spPr>
          <a:xfrm flipH="1" flipV="1">
            <a:off x="9568014" y="1012400"/>
            <a:ext cx="41178" cy="411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9" name="椭圆 208"/>
          <p:cNvSpPr>
            <a:spLocks noChangeAspect="1"/>
          </p:cNvSpPr>
          <p:nvPr/>
        </p:nvSpPr>
        <p:spPr>
          <a:xfrm flipH="1" flipV="1">
            <a:off x="8410221" y="918391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0" name="椭圆 209"/>
          <p:cNvSpPr>
            <a:spLocks noChangeAspect="1"/>
          </p:cNvSpPr>
          <p:nvPr/>
        </p:nvSpPr>
        <p:spPr>
          <a:xfrm flipH="1" flipV="1">
            <a:off x="5709365" y="1384780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 descr="页面标题"/>
          <p:cNvSpPr txBox="1"/>
          <p:nvPr/>
        </p:nvSpPr>
        <p:spPr>
          <a:xfrm>
            <a:off x="720251" y="611403"/>
            <a:ext cx="254837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en-US" altLang="zh-CN" sz="320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04 </a:t>
            </a:r>
            <a:r>
              <a:rPr lang="zh-CN" altLang="en-US" sz="3200">
                <a:solidFill>
                  <a:srgbClr val="EA0059"/>
                </a:solidFill>
                <a:latin typeface="汉仪大宋简" panose="02010609000101010101" charset="-122"/>
                <a:ea typeface="汉仪大宋简" panose="02010609000101010101" charset="-122"/>
              </a:rPr>
              <a:t>页面标题</a:t>
            </a:r>
          </a:p>
        </p:txBody>
      </p:sp>
      <p:grpSp>
        <p:nvGrpSpPr>
          <p:cNvPr id="129" name="组合 128"/>
          <p:cNvGrpSpPr/>
          <p:nvPr/>
        </p:nvGrpSpPr>
        <p:grpSpPr>
          <a:xfrm flipH="1">
            <a:off x="10392305" y="411114"/>
            <a:ext cx="1226873" cy="1230139"/>
            <a:chOff x="2731720" y="54050"/>
            <a:chExt cx="6727675" cy="6745583"/>
          </a:xfrm>
        </p:grpSpPr>
        <p:sp>
          <p:nvSpPr>
            <p:cNvPr id="130" name="Line 5"/>
            <p:cNvSpPr>
              <a:spLocks noChangeShapeType="1"/>
            </p:cNvSpPr>
            <p:nvPr/>
          </p:nvSpPr>
          <p:spPr bwMode="auto">
            <a:xfrm flipH="1">
              <a:off x="7843838" y="2370138"/>
              <a:ext cx="1414463" cy="28162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6"/>
            <p:cNvSpPr>
              <a:spLocks noChangeShapeType="1"/>
            </p:cNvSpPr>
            <p:nvPr/>
          </p:nvSpPr>
          <p:spPr bwMode="auto">
            <a:xfrm flipH="1">
              <a:off x="5843588" y="438150"/>
              <a:ext cx="1743075" cy="12287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7"/>
            <p:cNvSpPr>
              <a:spLocks noChangeShapeType="1"/>
            </p:cNvSpPr>
            <p:nvPr/>
          </p:nvSpPr>
          <p:spPr bwMode="auto">
            <a:xfrm flipH="1">
              <a:off x="7150101" y="438150"/>
              <a:ext cx="436563" cy="35020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Freeform 8"/>
            <p:cNvSpPr/>
            <p:nvPr/>
          </p:nvSpPr>
          <p:spPr bwMode="auto">
            <a:xfrm>
              <a:off x="2765426" y="92075"/>
              <a:ext cx="6656388" cy="6673850"/>
            </a:xfrm>
            <a:custGeom>
              <a:avLst/>
              <a:gdLst>
                <a:gd name="T0" fmla="*/ 3474 w 4193"/>
                <a:gd name="T1" fmla="*/ 3694 h 4204"/>
                <a:gd name="T2" fmla="*/ 2762 w 4193"/>
                <a:gd name="T3" fmla="*/ 4100 h 4204"/>
                <a:gd name="T4" fmla="*/ 1947 w 4193"/>
                <a:gd name="T5" fmla="*/ 4204 h 4204"/>
                <a:gd name="T6" fmla="*/ 1156 w 4193"/>
                <a:gd name="T7" fmla="*/ 3986 h 4204"/>
                <a:gd name="T8" fmla="*/ 508 w 4193"/>
                <a:gd name="T9" fmla="*/ 3480 h 4204"/>
                <a:gd name="T10" fmla="*/ 103 w 4193"/>
                <a:gd name="T11" fmla="*/ 2766 h 4204"/>
                <a:gd name="T12" fmla="*/ 0 w 4193"/>
                <a:gd name="T13" fmla="*/ 1952 h 4204"/>
                <a:gd name="T14" fmla="*/ 217 w 4193"/>
                <a:gd name="T15" fmla="*/ 1159 h 4204"/>
                <a:gd name="T16" fmla="*/ 719 w 4193"/>
                <a:gd name="T17" fmla="*/ 509 h 4204"/>
                <a:gd name="T18" fmla="*/ 1434 w 4193"/>
                <a:gd name="T19" fmla="*/ 101 h 4204"/>
                <a:gd name="T20" fmla="*/ 2246 w 4193"/>
                <a:gd name="T21" fmla="*/ 0 h 4204"/>
                <a:gd name="T22" fmla="*/ 3037 w 4193"/>
                <a:gd name="T23" fmla="*/ 218 h 4204"/>
                <a:gd name="T24" fmla="*/ 3685 w 4193"/>
                <a:gd name="T25" fmla="*/ 722 h 4204"/>
                <a:gd name="T26" fmla="*/ 4090 w 4193"/>
                <a:gd name="T27" fmla="*/ 1435 h 4204"/>
                <a:gd name="T28" fmla="*/ 4193 w 4193"/>
                <a:gd name="T29" fmla="*/ 2252 h 4204"/>
                <a:gd name="T30" fmla="*/ 3977 w 4193"/>
                <a:gd name="T31" fmla="*/ 3045 h 4204"/>
                <a:gd name="T32" fmla="*/ 3474 w 4193"/>
                <a:gd name="T33" fmla="*/ 3694 h 4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93" h="4204">
                  <a:moveTo>
                    <a:pt x="3474" y="3694"/>
                  </a:moveTo>
                  <a:lnTo>
                    <a:pt x="2762" y="4100"/>
                  </a:lnTo>
                  <a:lnTo>
                    <a:pt x="1947" y="4204"/>
                  </a:lnTo>
                  <a:lnTo>
                    <a:pt x="1156" y="3986"/>
                  </a:lnTo>
                  <a:lnTo>
                    <a:pt x="508" y="3480"/>
                  </a:lnTo>
                  <a:lnTo>
                    <a:pt x="103" y="2766"/>
                  </a:lnTo>
                  <a:lnTo>
                    <a:pt x="0" y="1952"/>
                  </a:lnTo>
                  <a:lnTo>
                    <a:pt x="217" y="1159"/>
                  </a:lnTo>
                  <a:lnTo>
                    <a:pt x="719" y="509"/>
                  </a:lnTo>
                  <a:lnTo>
                    <a:pt x="1434" y="101"/>
                  </a:lnTo>
                  <a:lnTo>
                    <a:pt x="2246" y="0"/>
                  </a:lnTo>
                  <a:lnTo>
                    <a:pt x="3037" y="218"/>
                  </a:lnTo>
                  <a:lnTo>
                    <a:pt x="3685" y="722"/>
                  </a:lnTo>
                  <a:lnTo>
                    <a:pt x="4090" y="1435"/>
                  </a:lnTo>
                  <a:lnTo>
                    <a:pt x="4193" y="2252"/>
                  </a:lnTo>
                  <a:lnTo>
                    <a:pt x="3977" y="3045"/>
                  </a:lnTo>
                  <a:lnTo>
                    <a:pt x="3474" y="3694"/>
                  </a:lnTo>
                  <a:close/>
                </a:path>
              </a:pathLst>
            </a:cu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9"/>
            <p:cNvSpPr>
              <a:spLocks noChangeShapeType="1"/>
            </p:cNvSpPr>
            <p:nvPr/>
          </p:nvSpPr>
          <p:spPr bwMode="auto">
            <a:xfrm flipH="1">
              <a:off x="2928938" y="252413"/>
              <a:ext cx="2112963" cy="42306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10"/>
            <p:cNvSpPr>
              <a:spLocks noChangeShapeType="1"/>
            </p:cNvSpPr>
            <p:nvPr/>
          </p:nvSpPr>
          <p:spPr bwMode="auto">
            <a:xfrm>
              <a:off x="3906838" y="900113"/>
              <a:ext cx="693738" cy="551973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11"/>
            <p:cNvSpPr>
              <a:spLocks noChangeShapeType="1"/>
            </p:cNvSpPr>
            <p:nvPr/>
          </p:nvSpPr>
          <p:spPr bwMode="auto">
            <a:xfrm>
              <a:off x="3571876" y="5616575"/>
              <a:ext cx="3578225" cy="984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Line 12"/>
            <p:cNvSpPr>
              <a:spLocks noChangeShapeType="1"/>
            </p:cNvSpPr>
            <p:nvPr/>
          </p:nvSpPr>
          <p:spPr bwMode="auto">
            <a:xfrm>
              <a:off x="4533901" y="5881688"/>
              <a:ext cx="3746500" cy="74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Line 13"/>
            <p:cNvSpPr>
              <a:spLocks noChangeShapeType="1"/>
            </p:cNvSpPr>
            <p:nvPr/>
          </p:nvSpPr>
          <p:spPr bwMode="auto">
            <a:xfrm>
              <a:off x="5041901" y="252413"/>
              <a:ext cx="3238500" cy="5703888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14"/>
            <p:cNvSpPr>
              <a:spLocks noChangeShapeType="1"/>
            </p:cNvSpPr>
            <p:nvPr/>
          </p:nvSpPr>
          <p:spPr bwMode="auto">
            <a:xfrm flipV="1">
              <a:off x="4533901" y="4926013"/>
              <a:ext cx="4545013" cy="95567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Line 15"/>
            <p:cNvSpPr>
              <a:spLocks noChangeShapeType="1"/>
            </p:cNvSpPr>
            <p:nvPr/>
          </p:nvSpPr>
          <p:spPr bwMode="auto">
            <a:xfrm flipV="1">
              <a:off x="4533901" y="2370138"/>
              <a:ext cx="4724400" cy="35115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16"/>
            <p:cNvSpPr>
              <a:spLocks noChangeShapeType="1"/>
            </p:cNvSpPr>
            <p:nvPr/>
          </p:nvSpPr>
          <p:spPr bwMode="auto">
            <a:xfrm>
              <a:off x="4071938" y="2193925"/>
              <a:ext cx="3078163" cy="17462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17"/>
            <p:cNvSpPr>
              <a:spLocks noChangeShapeType="1"/>
            </p:cNvSpPr>
            <p:nvPr/>
          </p:nvSpPr>
          <p:spPr bwMode="auto">
            <a:xfrm>
              <a:off x="3109913" y="1931988"/>
              <a:ext cx="1423988" cy="394970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18"/>
            <p:cNvSpPr>
              <a:spLocks noChangeShapeType="1"/>
            </p:cNvSpPr>
            <p:nvPr/>
          </p:nvSpPr>
          <p:spPr bwMode="auto">
            <a:xfrm flipV="1">
              <a:off x="7150101" y="1238250"/>
              <a:ext cx="1465263" cy="2701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Line 19"/>
            <p:cNvSpPr>
              <a:spLocks noChangeShapeType="1"/>
            </p:cNvSpPr>
            <p:nvPr/>
          </p:nvSpPr>
          <p:spPr bwMode="auto">
            <a:xfrm flipV="1">
              <a:off x="2928938" y="3940175"/>
              <a:ext cx="4221163" cy="542925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Line 20"/>
            <p:cNvSpPr>
              <a:spLocks noChangeShapeType="1"/>
            </p:cNvSpPr>
            <p:nvPr/>
          </p:nvSpPr>
          <p:spPr bwMode="auto">
            <a:xfrm flipH="1">
              <a:off x="4533901" y="92075"/>
              <a:ext cx="1797050" cy="57896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Line 21"/>
            <p:cNvSpPr>
              <a:spLocks noChangeShapeType="1"/>
            </p:cNvSpPr>
            <p:nvPr/>
          </p:nvSpPr>
          <p:spPr bwMode="auto">
            <a:xfrm>
              <a:off x="4071938" y="2193925"/>
              <a:ext cx="5186363" cy="17621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Line 22"/>
            <p:cNvSpPr>
              <a:spLocks noChangeShapeType="1"/>
            </p:cNvSpPr>
            <p:nvPr/>
          </p:nvSpPr>
          <p:spPr bwMode="auto">
            <a:xfrm flipV="1">
              <a:off x="4071938" y="92075"/>
              <a:ext cx="2259013" cy="2101850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Line 23"/>
            <p:cNvSpPr>
              <a:spLocks noChangeShapeType="1"/>
            </p:cNvSpPr>
            <p:nvPr/>
          </p:nvSpPr>
          <p:spPr bwMode="auto">
            <a:xfrm>
              <a:off x="6330951" y="92075"/>
              <a:ext cx="2927350" cy="2278063"/>
            </a:xfrm>
            <a:prstGeom prst="lin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Oval 24"/>
            <p:cNvSpPr>
              <a:spLocks noChangeArrowheads="1"/>
            </p:cNvSpPr>
            <p:nvPr/>
          </p:nvSpPr>
          <p:spPr bwMode="auto">
            <a:xfrm>
              <a:off x="5003432" y="2187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Oval 25"/>
            <p:cNvSpPr>
              <a:spLocks noChangeArrowheads="1"/>
            </p:cNvSpPr>
            <p:nvPr/>
          </p:nvSpPr>
          <p:spPr bwMode="auto">
            <a:xfrm>
              <a:off x="3873132" y="86208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Oval 26"/>
            <p:cNvSpPr>
              <a:spLocks noChangeArrowheads="1"/>
            </p:cNvSpPr>
            <p:nvPr/>
          </p:nvSpPr>
          <p:spPr bwMode="auto">
            <a:xfrm>
              <a:off x="3076207" y="1893962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Oval 27"/>
            <p:cNvSpPr>
              <a:spLocks noChangeArrowheads="1"/>
            </p:cNvSpPr>
            <p:nvPr/>
          </p:nvSpPr>
          <p:spPr bwMode="auto">
            <a:xfrm>
              <a:off x="2731720" y="31905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Oval 28"/>
            <p:cNvSpPr>
              <a:spLocks noChangeArrowheads="1"/>
            </p:cNvSpPr>
            <p:nvPr/>
          </p:nvSpPr>
          <p:spPr bwMode="auto">
            <a:xfrm>
              <a:off x="2890470" y="44493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Oval 29"/>
            <p:cNvSpPr>
              <a:spLocks noChangeArrowheads="1"/>
            </p:cNvSpPr>
            <p:nvPr/>
          </p:nvSpPr>
          <p:spPr bwMode="auto">
            <a:xfrm>
              <a:off x="3538170" y="558172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Oval 30"/>
            <p:cNvSpPr>
              <a:spLocks noChangeArrowheads="1"/>
            </p:cNvSpPr>
            <p:nvPr/>
          </p:nvSpPr>
          <p:spPr bwMode="auto">
            <a:xfrm>
              <a:off x="4496762" y="5846837"/>
              <a:ext cx="74278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Oval 31"/>
            <p:cNvSpPr>
              <a:spLocks noChangeArrowheads="1"/>
            </p:cNvSpPr>
            <p:nvPr/>
          </p:nvSpPr>
          <p:spPr bwMode="auto">
            <a:xfrm>
              <a:off x="7111632" y="39021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Oval 32"/>
            <p:cNvSpPr>
              <a:spLocks noChangeArrowheads="1"/>
            </p:cNvSpPr>
            <p:nvPr/>
          </p:nvSpPr>
          <p:spPr bwMode="auto">
            <a:xfrm>
              <a:off x="7805370" y="51478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Oval 33"/>
            <p:cNvSpPr>
              <a:spLocks noChangeArrowheads="1"/>
            </p:cNvSpPr>
            <p:nvPr/>
          </p:nvSpPr>
          <p:spPr bwMode="auto">
            <a:xfrm>
              <a:off x="5003432" y="41752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Oval 34"/>
            <p:cNvSpPr>
              <a:spLocks noChangeArrowheads="1"/>
            </p:cNvSpPr>
            <p:nvPr/>
          </p:nvSpPr>
          <p:spPr bwMode="auto">
            <a:xfrm>
              <a:off x="5817820" y="672745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Oval 35"/>
            <p:cNvSpPr>
              <a:spLocks noChangeArrowheads="1"/>
            </p:cNvSpPr>
            <p:nvPr/>
          </p:nvSpPr>
          <p:spPr bwMode="auto">
            <a:xfrm>
              <a:off x="4566870" y="63813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Oval 36"/>
            <p:cNvSpPr>
              <a:spLocks noChangeArrowheads="1"/>
            </p:cNvSpPr>
            <p:nvPr/>
          </p:nvSpPr>
          <p:spPr bwMode="auto">
            <a:xfrm>
              <a:off x="7111632" y="656280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Oval 37"/>
            <p:cNvSpPr>
              <a:spLocks noChangeArrowheads="1"/>
            </p:cNvSpPr>
            <p:nvPr/>
          </p:nvSpPr>
          <p:spPr bwMode="auto">
            <a:xfrm>
              <a:off x="8241932" y="59182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Oval 38"/>
            <p:cNvSpPr>
              <a:spLocks noChangeArrowheads="1"/>
            </p:cNvSpPr>
            <p:nvPr/>
          </p:nvSpPr>
          <p:spPr bwMode="auto">
            <a:xfrm>
              <a:off x="3538170" y="3106369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Oval 39"/>
            <p:cNvSpPr>
              <a:spLocks noChangeArrowheads="1"/>
            </p:cNvSpPr>
            <p:nvPr/>
          </p:nvSpPr>
          <p:spPr bwMode="auto">
            <a:xfrm>
              <a:off x="3949332" y="4284737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Oval 40"/>
            <p:cNvSpPr>
              <a:spLocks noChangeArrowheads="1"/>
            </p:cNvSpPr>
            <p:nvPr/>
          </p:nvSpPr>
          <p:spPr bwMode="auto">
            <a:xfrm>
              <a:off x="5406657" y="29507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Oval 41"/>
            <p:cNvSpPr>
              <a:spLocks noChangeArrowheads="1"/>
            </p:cNvSpPr>
            <p:nvPr/>
          </p:nvSpPr>
          <p:spPr bwMode="auto">
            <a:xfrm>
              <a:off x="5805120" y="1628407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Oval 42"/>
            <p:cNvSpPr>
              <a:spLocks noChangeArrowheads="1"/>
            </p:cNvSpPr>
            <p:nvPr/>
          </p:nvSpPr>
          <p:spPr bwMode="auto">
            <a:xfrm>
              <a:off x="4033470" y="2159075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Oval 43"/>
            <p:cNvSpPr>
              <a:spLocks noChangeArrowheads="1"/>
            </p:cNvSpPr>
            <p:nvPr/>
          </p:nvSpPr>
          <p:spPr bwMode="auto">
            <a:xfrm>
              <a:off x="9041332" y="4887544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Oval 44"/>
            <p:cNvSpPr>
              <a:spLocks noChangeArrowheads="1"/>
            </p:cNvSpPr>
            <p:nvPr/>
          </p:nvSpPr>
          <p:spPr bwMode="auto">
            <a:xfrm>
              <a:off x="9385819" y="3628657"/>
              <a:ext cx="735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Oval 45"/>
            <p:cNvSpPr>
              <a:spLocks noChangeArrowheads="1"/>
            </p:cNvSpPr>
            <p:nvPr/>
          </p:nvSpPr>
          <p:spPr bwMode="auto">
            <a:xfrm>
              <a:off x="9224595" y="233643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Oval 46"/>
            <p:cNvSpPr>
              <a:spLocks noChangeArrowheads="1"/>
            </p:cNvSpPr>
            <p:nvPr/>
          </p:nvSpPr>
          <p:spPr bwMode="auto">
            <a:xfrm>
              <a:off x="8578482" y="11997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Oval 47"/>
            <p:cNvSpPr>
              <a:spLocks noChangeArrowheads="1"/>
            </p:cNvSpPr>
            <p:nvPr/>
          </p:nvSpPr>
          <p:spPr bwMode="auto">
            <a:xfrm>
              <a:off x="7552957" y="399682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Oval 48"/>
            <p:cNvSpPr>
              <a:spLocks noChangeArrowheads="1"/>
            </p:cNvSpPr>
            <p:nvPr/>
          </p:nvSpPr>
          <p:spPr bwMode="auto">
            <a:xfrm>
              <a:off x="6297245" y="54050"/>
              <a:ext cx="72176" cy="728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Oval 49"/>
            <p:cNvSpPr>
              <a:spLocks noChangeArrowheads="1"/>
            </p:cNvSpPr>
            <p:nvPr/>
          </p:nvSpPr>
          <p:spPr bwMode="auto">
            <a:xfrm>
              <a:off x="7330707" y="2252294"/>
              <a:ext cx="72176" cy="72176"/>
            </a:xfrm>
            <a:prstGeom prst="ellipse">
              <a:avLst/>
            </a:prstGeom>
            <a:ln w="3175">
              <a:gradFill>
                <a:gsLst>
                  <a:gs pos="9000">
                    <a:srgbClr val="FA005F">
                      <a:alpha val="17000"/>
                    </a:srgbClr>
                  </a:gs>
                  <a:gs pos="81000">
                    <a:srgbClr val="5944C0">
                      <a:alpha val="44000"/>
                    </a:srgbClr>
                  </a:gs>
                </a:gsLst>
                <a:lin ang="5400000" scaled="0"/>
              </a:gra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2" name="椭圆 211"/>
          <p:cNvSpPr>
            <a:spLocks noChangeAspect="1"/>
          </p:cNvSpPr>
          <p:nvPr/>
        </p:nvSpPr>
        <p:spPr>
          <a:xfrm flipH="1" flipV="1">
            <a:off x="847164" y="2263649"/>
            <a:ext cx="41178" cy="41178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Freeform 8"/>
          <p:cNvSpPr/>
          <p:nvPr/>
        </p:nvSpPr>
        <p:spPr bwMode="auto">
          <a:xfrm>
            <a:off x="8269298" y="1365922"/>
            <a:ext cx="378475" cy="377376"/>
          </a:xfrm>
          <a:custGeom>
            <a:avLst/>
            <a:gdLst>
              <a:gd name="T0" fmla="*/ 3474 w 4193"/>
              <a:gd name="T1" fmla="*/ 3694 h 4204"/>
              <a:gd name="T2" fmla="*/ 2762 w 4193"/>
              <a:gd name="T3" fmla="*/ 4100 h 4204"/>
              <a:gd name="T4" fmla="*/ 1947 w 4193"/>
              <a:gd name="T5" fmla="*/ 4204 h 4204"/>
              <a:gd name="T6" fmla="*/ 1156 w 4193"/>
              <a:gd name="T7" fmla="*/ 3986 h 4204"/>
              <a:gd name="T8" fmla="*/ 508 w 4193"/>
              <a:gd name="T9" fmla="*/ 3480 h 4204"/>
              <a:gd name="T10" fmla="*/ 103 w 4193"/>
              <a:gd name="T11" fmla="*/ 2766 h 4204"/>
              <a:gd name="T12" fmla="*/ 0 w 4193"/>
              <a:gd name="T13" fmla="*/ 1952 h 4204"/>
              <a:gd name="T14" fmla="*/ 217 w 4193"/>
              <a:gd name="T15" fmla="*/ 1159 h 4204"/>
              <a:gd name="T16" fmla="*/ 719 w 4193"/>
              <a:gd name="T17" fmla="*/ 509 h 4204"/>
              <a:gd name="T18" fmla="*/ 1434 w 4193"/>
              <a:gd name="T19" fmla="*/ 101 h 4204"/>
              <a:gd name="T20" fmla="*/ 2246 w 4193"/>
              <a:gd name="T21" fmla="*/ 0 h 4204"/>
              <a:gd name="T22" fmla="*/ 3037 w 4193"/>
              <a:gd name="T23" fmla="*/ 218 h 4204"/>
              <a:gd name="T24" fmla="*/ 3685 w 4193"/>
              <a:gd name="T25" fmla="*/ 722 h 4204"/>
              <a:gd name="T26" fmla="*/ 4090 w 4193"/>
              <a:gd name="T27" fmla="*/ 1435 h 4204"/>
              <a:gd name="T28" fmla="*/ 4193 w 4193"/>
              <a:gd name="T29" fmla="*/ 2252 h 4204"/>
              <a:gd name="T30" fmla="*/ 3977 w 4193"/>
              <a:gd name="T31" fmla="*/ 3045 h 4204"/>
              <a:gd name="T32" fmla="*/ 3474 w 4193"/>
              <a:gd name="T33" fmla="*/ 3694 h 4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193" h="4204">
                <a:moveTo>
                  <a:pt x="3474" y="3694"/>
                </a:moveTo>
                <a:lnTo>
                  <a:pt x="2762" y="4100"/>
                </a:lnTo>
                <a:lnTo>
                  <a:pt x="1947" y="4204"/>
                </a:lnTo>
                <a:lnTo>
                  <a:pt x="1156" y="3986"/>
                </a:lnTo>
                <a:lnTo>
                  <a:pt x="508" y="3480"/>
                </a:lnTo>
                <a:lnTo>
                  <a:pt x="103" y="2766"/>
                </a:lnTo>
                <a:lnTo>
                  <a:pt x="0" y="1952"/>
                </a:lnTo>
                <a:lnTo>
                  <a:pt x="217" y="1159"/>
                </a:lnTo>
                <a:lnTo>
                  <a:pt x="719" y="509"/>
                </a:lnTo>
                <a:lnTo>
                  <a:pt x="1434" y="101"/>
                </a:lnTo>
                <a:lnTo>
                  <a:pt x="2246" y="0"/>
                </a:lnTo>
                <a:lnTo>
                  <a:pt x="3037" y="218"/>
                </a:lnTo>
                <a:lnTo>
                  <a:pt x="3685" y="722"/>
                </a:lnTo>
                <a:lnTo>
                  <a:pt x="4090" y="1435"/>
                </a:lnTo>
                <a:lnTo>
                  <a:pt x="4193" y="2252"/>
                </a:lnTo>
                <a:lnTo>
                  <a:pt x="3977" y="3045"/>
                </a:lnTo>
                <a:lnTo>
                  <a:pt x="3474" y="3694"/>
                </a:lnTo>
                <a:close/>
              </a:path>
            </a:pathLst>
          </a:custGeom>
          <a:noFill/>
          <a:ln w="3175" cap="flat">
            <a:solidFill>
              <a:srgbClr val="910475">
                <a:alpha val="5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928196" y="1862675"/>
            <a:ext cx="3825320" cy="3754911"/>
            <a:chOff x="928196" y="1862675"/>
            <a:chExt cx="3825320" cy="3754911"/>
          </a:xfrm>
        </p:grpSpPr>
        <p:sp>
          <p:nvSpPr>
            <p:cNvPr id="84" name="任意多边形: 形状 83"/>
            <p:cNvSpPr/>
            <p:nvPr/>
          </p:nvSpPr>
          <p:spPr>
            <a:xfrm>
              <a:off x="928196" y="1875706"/>
              <a:ext cx="3825320" cy="3741880"/>
            </a:xfrm>
            <a:custGeom>
              <a:avLst/>
              <a:gdLst>
                <a:gd name="connsiteX0" fmla="*/ 761909 w 1523818"/>
                <a:gd name="connsiteY0" fmla="*/ 0 h 1587446"/>
                <a:gd name="connsiteX1" fmla="*/ 1523817 w 1523818"/>
                <a:gd name="connsiteY1" fmla="*/ 1313635 h 1587446"/>
                <a:gd name="connsiteX2" fmla="*/ 1523818 w 1523818"/>
                <a:gd name="connsiteY2" fmla="*/ 1313635 h 1587446"/>
                <a:gd name="connsiteX3" fmla="*/ 761909 w 1523818"/>
                <a:gd name="connsiteY3" fmla="*/ 1587446 h 1587446"/>
                <a:gd name="connsiteX4" fmla="*/ 0 w 1523818"/>
                <a:gd name="connsiteY4" fmla="*/ 1313635 h 1587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3818" h="1587446">
                  <a:moveTo>
                    <a:pt x="761909" y="0"/>
                  </a:moveTo>
                  <a:lnTo>
                    <a:pt x="1523817" y="1313635"/>
                  </a:lnTo>
                  <a:lnTo>
                    <a:pt x="1523818" y="1313635"/>
                  </a:lnTo>
                  <a:lnTo>
                    <a:pt x="761909" y="1587446"/>
                  </a:lnTo>
                  <a:lnTo>
                    <a:pt x="0" y="1313635"/>
                  </a:lnTo>
                  <a:close/>
                </a:path>
              </a:pathLst>
            </a:custGeom>
            <a:gradFill>
              <a:gsLst>
                <a:gs pos="100000">
                  <a:srgbClr val="841CEC">
                    <a:alpha val="50000"/>
                  </a:srgbClr>
                </a:gs>
                <a:gs pos="33000">
                  <a:srgbClr val="4F34F3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1309426" y="1875706"/>
              <a:ext cx="3062859" cy="2996050"/>
            </a:xfrm>
            <a:custGeom>
              <a:avLst/>
              <a:gdLst>
                <a:gd name="connsiteX0" fmla="*/ 761909 w 1523818"/>
                <a:gd name="connsiteY0" fmla="*/ 0 h 1587446"/>
                <a:gd name="connsiteX1" fmla="*/ 1523817 w 1523818"/>
                <a:gd name="connsiteY1" fmla="*/ 1313635 h 1587446"/>
                <a:gd name="connsiteX2" fmla="*/ 1523818 w 1523818"/>
                <a:gd name="connsiteY2" fmla="*/ 1313635 h 1587446"/>
                <a:gd name="connsiteX3" fmla="*/ 761909 w 1523818"/>
                <a:gd name="connsiteY3" fmla="*/ 1587446 h 1587446"/>
                <a:gd name="connsiteX4" fmla="*/ 0 w 1523818"/>
                <a:gd name="connsiteY4" fmla="*/ 1313635 h 1587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3818" h="1587446">
                  <a:moveTo>
                    <a:pt x="761909" y="0"/>
                  </a:moveTo>
                  <a:lnTo>
                    <a:pt x="1523817" y="1313635"/>
                  </a:lnTo>
                  <a:lnTo>
                    <a:pt x="1523818" y="1313635"/>
                  </a:lnTo>
                  <a:lnTo>
                    <a:pt x="761909" y="1587446"/>
                  </a:lnTo>
                  <a:lnTo>
                    <a:pt x="0" y="1313635"/>
                  </a:lnTo>
                  <a:close/>
                </a:path>
              </a:pathLst>
            </a:custGeom>
            <a:gradFill>
              <a:gsLst>
                <a:gs pos="100000">
                  <a:srgbClr val="4F34F3">
                    <a:alpha val="50000"/>
                  </a:srgbClr>
                </a:gs>
                <a:gs pos="36000">
                  <a:srgbClr val="841CEC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1677490" y="1875707"/>
              <a:ext cx="2321868" cy="2271221"/>
            </a:xfrm>
            <a:custGeom>
              <a:avLst/>
              <a:gdLst>
                <a:gd name="connsiteX0" fmla="*/ 761909 w 1523818"/>
                <a:gd name="connsiteY0" fmla="*/ 0 h 1587446"/>
                <a:gd name="connsiteX1" fmla="*/ 1523817 w 1523818"/>
                <a:gd name="connsiteY1" fmla="*/ 1313635 h 1587446"/>
                <a:gd name="connsiteX2" fmla="*/ 1523818 w 1523818"/>
                <a:gd name="connsiteY2" fmla="*/ 1313635 h 1587446"/>
                <a:gd name="connsiteX3" fmla="*/ 761909 w 1523818"/>
                <a:gd name="connsiteY3" fmla="*/ 1587446 h 1587446"/>
                <a:gd name="connsiteX4" fmla="*/ 0 w 1523818"/>
                <a:gd name="connsiteY4" fmla="*/ 1313635 h 1587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3818" h="1587446">
                  <a:moveTo>
                    <a:pt x="761909" y="0"/>
                  </a:moveTo>
                  <a:lnTo>
                    <a:pt x="1523817" y="1313635"/>
                  </a:lnTo>
                  <a:lnTo>
                    <a:pt x="1523818" y="1313635"/>
                  </a:lnTo>
                  <a:lnTo>
                    <a:pt x="761909" y="1587446"/>
                  </a:lnTo>
                  <a:lnTo>
                    <a:pt x="0" y="1313635"/>
                  </a:lnTo>
                  <a:close/>
                </a:path>
              </a:pathLst>
            </a:custGeom>
            <a:gradFill>
              <a:gsLst>
                <a:gs pos="100000">
                  <a:srgbClr val="841CEC">
                    <a:alpha val="50000"/>
                  </a:srgbClr>
                </a:gs>
                <a:gs pos="35000">
                  <a:srgbClr val="841CEC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2028351" y="1875439"/>
              <a:ext cx="1613977" cy="1578773"/>
            </a:xfrm>
            <a:custGeom>
              <a:avLst/>
              <a:gdLst>
                <a:gd name="connsiteX0" fmla="*/ 761909 w 1523818"/>
                <a:gd name="connsiteY0" fmla="*/ 0 h 1587446"/>
                <a:gd name="connsiteX1" fmla="*/ 1523817 w 1523818"/>
                <a:gd name="connsiteY1" fmla="*/ 1313635 h 1587446"/>
                <a:gd name="connsiteX2" fmla="*/ 1523818 w 1523818"/>
                <a:gd name="connsiteY2" fmla="*/ 1313635 h 1587446"/>
                <a:gd name="connsiteX3" fmla="*/ 761909 w 1523818"/>
                <a:gd name="connsiteY3" fmla="*/ 1587446 h 1587446"/>
                <a:gd name="connsiteX4" fmla="*/ 0 w 1523818"/>
                <a:gd name="connsiteY4" fmla="*/ 1313635 h 1587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3818" h="1587446">
                  <a:moveTo>
                    <a:pt x="761909" y="0"/>
                  </a:moveTo>
                  <a:lnTo>
                    <a:pt x="1523817" y="1313635"/>
                  </a:lnTo>
                  <a:lnTo>
                    <a:pt x="1523818" y="1313635"/>
                  </a:lnTo>
                  <a:lnTo>
                    <a:pt x="761909" y="1587446"/>
                  </a:lnTo>
                  <a:lnTo>
                    <a:pt x="0" y="1313635"/>
                  </a:lnTo>
                  <a:close/>
                </a:path>
              </a:pathLst>
            </a:custGeom>
            <a:gradFill>
              <a:gsLst>
                <a:gs pos="100000">
                  <a:srgbClr val="3C178D">
                    <a:alpha val="50000"/>
                  </a:srgbClr>
                </a:gs>
                <a:gs pos="15000">
                  <a:srgbClr val="4F34F3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8" name="文本框 87"/>
            <p:cNvSpPr txBox="1"/>
            <p:nvPr/>
          </p:nvSpPr>
          <p:spPr>
            <a:xfrm rot="20050941">
              <a:off x="2582632" y="2888515"/>
              <a:ext cx="1277123" cy="373441"/>
            </a:xfrm>
            <a:prstGeom prst="rect">
              <a:avLst/>
            </a:prstGeom>
            <a:noFill/>
            <a:scene3d>
              <a:camera prst="isometricLeftDown">
                <a:rot lat="900000" lon="27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</a:t>
              </a:r>
            </a:p>
          </p:txBody>
        </p:sp>
        <p:sp>
          <p:nvSpPr>
            <p:cNvPr id="91" name="文本框 90"/>
            <p:cNvSpPr txBox="1"/>
            <p:nvPr/>
          </p:nvSpPr>
          <p:spPr>
            <a:xfrm rot="20050941">
              <a:off x="2718363" y="3552239"/>
              <a:ext cx="1277123" cy="373441"/>
            </a:xfrm>
            <a:prstGeom prst="rect">
              <a:avLst/>
            </a:prstGeom>
            <a:noFill/>
            <a:scene3d>
              <a:camera prst="isometricLeftDown">
                <a:rot lat="900000" lon="27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</a:t>
              </a:r>
              <a:endPara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文本框 91"/>
            <p:cNvSpPr txBox="1"/>
            <p:nvPr/>
          </p:nvSpPr>
          <p:spPr>
            <a:xfrm rot="20050941">
              <a:off x="2894196" y="4148465"/>
              <a:ext cx="1277123" cy="373441"/>
            </a:xfrm>
            <a:prstGeom prst="rect">
              <a:avLst/>
            </a:prstGeom>
            <a:noFill/>
            <a:scene3d>
              <a:camera prst="isometricLeftDown">
                <a:rot lat="900000" lon="27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</a:t>
              </a:r>
              <a:endPara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 rot="20050941">
              <a:off x="3155636" y="4795553"/>
              <a:ext cx="1277123" cy="373441"/>
            </a:xfrm>
            <a:prstGeom prst="rect">
              <a:avLst/>
            </a:prstGeom>
            <a:noFill/>
            <a:scene3d>
              <a:camera prst="isometricLeftDown">
                <a:rot lat="900000" lon="27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</a:t>
              </a:r>
              <a:endPara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4" name="直接连接符 93"/>
            <p:cNvCxnSpPr>
              <a:endCxn id="84" idx="4"/>
            </p:cNvCxnSpPr>
            <p:nvPr/>
          </p:nvCxnSpPr>
          <p:spPr>
            <a:xfrm flipH="1">
              <a:off x="928196" y="1876895"/>
              <a:ext cx="1904093" cy="3095272"/>
            </a:xfrm>
            <a:prstGeom prst="line">
              <a:avLst/>
            </a:prstGeom>
            <a:ln>
              <a:gradFill>
                <a:gsLst>
                  <a:gs pos="0">
                    <a:srgbClr val="4F34F3"/>
                  </a:gs>
                  <a:gs pos="88000">
                    <a:srgbClr val="3C178D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>
              <a:endCxn id="84" idx="3"/>
            </p:cNvCxnSpPr>
            <p:nvPr/>
          </p:nvCxnSpPr>
          <p:spPr>
            <a:xfrm>
              <a:off x="2838425" y="1870821"/>
              <a:ext cx="2431" cy="3746765"/>
            </a:xfrm>
            <a:prstGeom prst="line">
              <a:avLst/>
            </a:prstGeom>
            <a:ln>
              <a:gradFill>
                <a:gsLst>
                  <a:gs pos="0">
                    <a:srgbClr val="4F34F3"/>
                  </a:gs>
                  <a:gs pos="88000">
                    <a:srgbClr val="3C178D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>
              <a:endCxn id="84" idx="2"/>
            </p:cNvCxnSpPr>
            <p:nvPr/>
          </p:nvCxnSpPr>
          <p:spPr>
            <a:xfrm>
              <a:off x="2846992" y="1862675"/>
              <a:ext cx="1906524" cy="3109492"/>
            </a:xfrm>
            <a:prstGeom prst="line">
              <a:avLst/>
            </a:prstGeom>
            <a:ln>
              <a:gradFill>
                <a:gsLst>
                  <a:gs pos="0">
                    <a:srgbClr val="4F34F3"/>
                  </a:gs>
                  <a:gs pos="88000">
                    <a:srgbClr val="3C178D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6300701" y="1259870"/>
            <a:ext cx="5093730" cy="1100495"/>
            <a:chOff x="651178" y="1404808"/>
            <a:chExt cx="5093730" cy="1100495"/>
          </a:xfrm>
        </p:grpSpPr>
        <p:sp>
          <p:nvSpPr>
            <p:cNvPr id="101" name="椭圆 100"/>
            <p:cNvSpPr/>
            <p:nvPr/>
          </p:nvSpPr>
          <p:spPr>
            <a:xfrm rot="20441836">
              <a:off x="651178" y="1404808"/>
              <a:ext cx="547521" cy="547521"/>
            </a:xfrm>
            <a:prstGeom prst="ellipse">
              <a:avLst/>
            </a:prstGeom>
            <a:gradFill>
              <a:gsLst>
                <a:gs pos="0">
                  <a:srgbClr val="4C2FE1"/>
                </a:gs>
                <a:gs pos="12000">
                  <a:srgbClr val="910475"/>
                </a:gs>
                <a:gs pos="85000">
                  <a:srgbClr val="001340">
                    <a:alpha val="0"/>
                  </a:srgb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文本框 271"/>
            <p:cNvSpPr txBox="1"/>
            <p:nvPr/>
          </p:nvSpPr>
          <p:spPr>
            <a:xfrm>
              <a:off x="720251" y="1551196"/>
              <a:ext cx="5024657" cy="95410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关键词</a:t>
              </a:r>
              <a:endParaRPr lang="en-US" altLang="zh-CN" sz="2400" dirty="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  <a:p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请在这里输入简要工作概述，点击输入简要文字内容</a:t>
              </a: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6300701" y="2613332"/>
            <a:ext cx="5093730" cy="1100495"/>
            <a:chOff x="651178" y="1404808"/>
            <a:chExt cx="5093730" cy="1100495"/>
          </a:xfrm>
        </p:grpSpPr>
        <p:sp>
          <p:nvSpPr>
            <p:cNvPr id="144" name="椭圆 143"/>
            <p:cNvSpPr/>
            <p:nvPr/>
          </p:nvSpPr>
          <p:spPr>
            <a:xfrm rot="20441836">
              <a:off x="651178" y="1404808"/>
              <a:ext cx="547521" cy="547521"/>
            </a:xfrm>
            <a:prstGeom prst="ellipse">
              <a:avLst/>
            </a:prstGeom>
            <a:gradFill>
              <a:gsLst>
                <a:gs pos="0">
                  <a:srgbClr val="4C2FE1"/>
                </a:gs>
                <a:gs pos="12000">
                  <a:srgbClr val="910475"/>
                </a:gs>
                <a:gs pos="85000">
                  <a:srgbClr val="001340">
                    <a:alpha val="0"/>
                  </a:srgb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720251" y="1551196"/>
              <a:ext cx="5024657" cy="95410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关键词</a:t>
              </a:r>
              <a:endParaRPr lang="en-US" altLang="zh-CN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  <a:p>
              <a:endPara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请在这里输入简要工作概述，点击输入简要文字内容</a:t>
              </a:r>
            </a:p>
          </p:txBody>
        </p:sp>
      </p:grpSp>
      <p:grpSp>
        <p:nvGrpSpPr>
          <p:cNvPr id="146" name="组合 145"/>
          <p:cNvGrpSpPr/>
          <p:nvPr/>
        </p:nvGrpSpPr>
        <p:grpSpPr>
          <a:xfrm>
            <a:off x="6300701" y="3966794"/>
            <a:ext cx="5093730" cy="1100495"/>
            <a:chOff x="651178" y="1404808"/>
            <a:chExt cx="5093730" cy="1100495"/>
          </a:xfrm>
        </p:grpSpPr>
        <p:sp>
          <p:nvSpPr>
            <p:cNvPr id="147" name="椭圆 146"/>
            <p:cNvSpPr/>
            <p:nvPr/>
          </p:nvSpPr>
          <p:spPr>
            <a:xfrm rot="20441836">
              <a:off x="651178" y="1404808"/>
              <a:ext cx="547521" cy="547521"/>
            </a:xfrm>
            <a:prstGeom prst="ellipse">
              <a:avLst/>
            </a:prstGeom>
            <a:gradFill>
              <a:gsLst>
                <a:gs pos="0">
                  <a:srgbClr val="4C2FE1"/>
                </a:gs>
                <a:gs pos="12000">
                  <a:srgbClr val="910475"/>
                </a:gs>
                <a:gs pos="85000">
                  <a:srgbClr val="001340">
                    <a:alpha val="0"/>
                  </a:srgb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文本框 147"/>
            <p:cNvSpPr txBox="1"/>
            <p:nvPr/>
          </p:nvSpPr>
          <p:spPr>
            <a:xfrm>
              <a:off x="720251" y="1551196"/>
              <a:ext cx="5024657" cy="95410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关键词</a:t>
              </a:r>
              <a:endParaRPr lang="en-US" altLang="zh-CN" sz="240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  <a:p>
              <a:endPara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请在这里输入简要工作概述，点击输入简要文字内容</a:t>
              </a: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6300701" y="5320256"/>
            <a:ext cx="5093730" cy="1100495"/>
            <a:chOff x="651178" y="1404808"/>
            <a:chExt cx="5093730" cy="1100495"/>
          </a:xfrm>
        </p:grpSpPr>
        <p:sp>
          <p:nvSpPr>
            <p:cNvPr id="150" name="椭圆 149"/>
            <p:cNvSpPr/>
            <p:nvPr/>
          </p:nvSpPr>
          <p:spPr>
            <a:xfrm rot="20441836">
              <a:off x="651178" y="1404808"/>
              <a:ext cx="547521" cy="547521"/>
            </a:xfrm>
            <a:prstGeom prst="ellipse">
              <a:avLst/>
            </a:prstGeom>
            <a:gradFill>
              <a:gsLst>
                <a:gs pos="0">
                  <a:srgbClr val="4C2FE1"/>
                </a:gs>
                <a:gs pos="12000">
                  <a:srgbClr val="910475"/>
                </a:gs>
                <a:gs pos="85000">
                  <a:srgbClr val="001340">
                    <a:alpha val="0"/>
                  </a:srgb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720251" y="1551196"/>
              <a:ext cx="5024657" cy="95410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汉仪大宋简" panose="02010609000101010101" charset="-122"/>
                  <a:ea typeface="汉仪大宋简" panose="02010609000101010101" charset="-122"/>
                </a:rPr>
                <a:t>关键词</a:t>
              </a:r>
              <a:endParaRPr lang="en-US" altLang="zh-CN" sz="2400" dirty="0">
                <a:solidFill>
                  <a:schemeClr val="bg1"/>
                </a:solidFill>
                <a:latin typeface="汉仪大宋简" panose="02010609000101010101" charset="-122"/>
                <a:ea typeface="汉仪大宋简" panose="02010609000101010101" charset="-122"/>
              </a:endParaRPr>
            </a:p>
            <a:p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请在这里输入简要工作概述，点击输入简要文字内容</a:t>
              </a:r>
            </a:p>
          </p:txBody>
        </p:sp>
      </p:grpSp>
      <p:sp>
        <p:nvSpPr>
          <p:cNvPr id="8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9C292-F962-A240-D365-71E20F12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0" name="组合 909">
            <a:extLst>
              <a:ext uri="{FF2B5EF4-FFF2-40B4-BE49-F238E27FC236}">
                <a16:creationId xmlns:a16="http://schemas.microsoft.com/office/drawing/2014/main" id="{3F079795-4C2C-332B-1098-8265165A9F10}"/>
              </a:ext>
            </a:extLst>
          </p:cNvPr>
          <p:cNvGrpSpPr/>
          <p:nvPr/>
        </p:nvGrpSpPr>
        <p:grpSpPr>
          <a:xfrm rot="15450687" flipH="1">
            <a:off x="8255746" y="5493165"/>
            <a:ext cx="1859030" cy="1241674"/>
            <a:chOff x="8339192" y="5694828"/>
            <a:chExt cx="1859030" cy="1241674"/>
          </a:xfr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</p:grpSpPr>
        <p:sp>
          <p:nvSpPr>
            <p:cNvPr id="12589" name="任意多边形: 形状 12588">
              <a:extLst>
                <a:ext uri="{FF2B5EF4-FFF2-40B4-BE49-F238E27FC236}">
                  <a16:creationId xmlns:a16="http://schemas.microsoft.com/office/drawing/2014/main" id="{0E0F269A-96EC-34D6-92BA-30A65BB36EF4}"/>
                </a:ext>
              </a:extLst>
            </p:cNvPr>
            <p:cNvSpPr/>
            <p:nvPr/>
          </p:nvSpPr>
          <p:spPr>
            <a:xfrm rot="21419344" flipH="1">
              <a:off x="9007469" y="5694828"/>
              <a:ext cx="1187665" cy="1232932"/>
            </a:xfrm>
            <a:custGeom>
              <a:avLst/>
              <a:gdLst>
                <a:gd name="connsiteX0" fmla="*/ 715110 w 1895900"/>
                <a:gd name="connsiteY0" fmla="*/ 0 h 1940291"/>
                <a:gd name="connsiteX1" fmla="*/ 1895900 w 1895900"/>
                <a:gd name="connsiteY1" fmla="*/ 181109 h 1940291"/>
                <a:gd name="connsiteX2" fmla="*/ 0 w 1895900"/>
                <a:gd name="connsiteY2" fmla="*/ 1940291 h 1940291"/>
                <a:gd name="connsiteX3" fmla="*/ 715110 w 1895900"/>
                <a:gd name="connsiteY3" fmla="*/ 0 h 1940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5900" h="1940291">
                  <a:moveTo>
                    <a:pt x="715110" y="0"/>
                  </a:moveTo>
                  <a:lnTo>
                    <a:pt x="1895900" y="181109"/>
                  </a:lnTo>
                  <a:lnTo>
                    <a:pt x="0" y="1940291"/>
                  </a:lnTo>
                  <a:lnTo>
                    <a:pt x="71511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90" name="任意多边形: 形状 12589">
              <a:extLst>
                <a:ext uri="{FF2B5EF4-FFF2-40B4-BE49-F238E27FC236}">
                  <a16:creationId xmlns:a16="http://schemas.microsoft.com/office/drawing/2014/main" id="{BAB7315C-B82B-BE89-B1F8-394E20AF4C2D}"/>
                </a:ext>
              </a:extLst>
            </p:cNvPr>
            <p:cNvSpPr/>
            <p:nvPr/>
          </p:nvSpPr>
          <p:spPr>
            <a:xfrm rot="21419344" flipH="1">
              <a:off x="8774844" y="5815127"/>
              <a:ext cx="1423378" cy="1118609"/>
            </a:xfrm>
            <a:custGeom>
              <a:avLst/>
              <a:gdLst>
                <a:gd name="connsiteX0" fmla="*/ 1926658 w 2306864"/>
                <a:gd name="connsiteY0" fmla="*/ 0 h 1812925"/>
                <a:gd name="connsiteX1" fmla="*/ 2306864 w 2306864"/>
                <a:gd name="connsiteY1" fmla="*/ 1747723 h 1812925"/>
                <a:gd name="connsiteX2" fmla="*/ 0 w 2306864"/>
                <a:gd name="connsiteY2" fmla="*/ 1812925 h 1812925"/>
                <a:gd name="connsiteX3" fmla="*/ 1926658 w 2306864"/>
                <a:gd name="connsiteY3" fmla="*/ 0 h 181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6864" h="1812925">
                  <a:moveTo>
                    <a:pt x="1926658" y="0"/>
                  </a:moveTo>
                  <a:lnTo>
                    <a:pt x="2306864" y="1747723"/>
                  </a:lnTo>
                  <a:lnTo>
                    <a:pt x="0" y="1812925"/>
                  </a:lnTo>
                  <a:lnTo>
                    <a:pt x="192665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92" name="任意多边形: 形状 12591">
              <a:extLst>
                <a:ext uri="{FF2B5EF4-FFF2-40B4-BE49-F238E27FC236}">
                  <a16:creationId xmlns:a16="http://schemas.microsoft.com/office/drawing/2014/main" id="{0FBDC209-C1B0-9A81-F9BD-DB3A6E3C9CA0}"/>
                </a:ext>
              </a:extLst>
            </p:cNvPr>
            <p:cNvSpPr/>
            <p:nvPr/>
          </p:nvSpPr>
          <p:spPr>
            <a:xfrm rot="21419344" flipH="1">
              <a:off x="8704625" y="5849651"/>
              <a:ext cx="306099" cy="1080966"/>
            </a:xfrm>
            <a:custGeom>
              <a:avLst/>
              <a:gdLst>
                <a:gd name="connsiteX0" fmla="*/ 0 w 496094"/>
                <a:gd name="connsiteY0" fmla="*/ 0 h 1751918"/>
                <a:gd name="connsiteX1" fmla="*/ 496094 w 496094"/>
                <a:gd name="connsiteY1" fmla="*/ 275996 h 1751918"/>
                <a:gd name="connsiteX2" fmla="*/ 381340 w 496094"/>
                <a:gd name="connsiteY2" fmla="*/ 1751918 h 1751918"/>
                <a:gd name="connsiteX3" fmla="*/ 0 w 496094"/>
                <a:gd name="connsiteY3" fmla="*/ 0 h 1751918"/>
                <a:gd name="connsiteX4" fmla="*/ 44771 w 543246"/>
                <a:gd name="connsiteY4" fmla="*/ 38070 h 1782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094" h="1751918">
                  <a:moveTo>
                    <a:pt x="0" y="0"/>
                  </a:moveTo>
                  <a:lnTo>
                    <a:pt x="496094" y="275996"/>
                  </a:lnTo>
                  <a:lnTo>
                    <a:pt x="381340" y="175191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93" name="任意多边形: 形状 12592">
              <a:extLst>
                <a:ext uri="{FF2B5EF4-FFF2-40B4-BE49-F238E27FC236}">
                  <a16:creationId xmlns:a16="http://schemas.microsoft.com/office/drawing/2014/main" id="{63B6B09D-F1A6-F1B9-D0E0-3FAC2D15DA51}"/>
                </a:ext>
              </a:extLst>
            </p:cNvPr>
            <p:cNvSpPr/>
            <p:nvPr/>
          </p:nvSpPr>
          <p:spPr>
            <a:xfrm rot="21419344" flipH="1">
              <a:off x="8360517" y="5760798"/>
              <a:ext cx="629830" cy="268528"/>
            </a:xfrm>
            <a:custGeom>
              <a:avLst/>
              <a:gdLst>
                <a:gd name="connsiteX0" fmla="*/ 0 w 1020763"/>
                <a:gd name="connsiteY0" fmla="*/ 161132 h 435202"/>
                <a:gd name="connsiteX1" fmla="*/ 502785 w 1020763"/>
                <a:gd name="connsiteY1" fmla="*/ 435202 h 435202"/>
                <a:gd name="connsiteX2" fmla="*/ 1020763 w 1020763"/>
                <a:gd name="connsiteY2" fmla="*/ 0 h 435202"/>
                <a:gd name="connsiteX3" fmla="*/ 0 w 1020763"/>
                <a:gd name="connsiteY3" fmla="*/ 161132 h 435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0763" h="435202">
                  <a:moveTo>
                    <a:pt x="0" y="161132"/>
                  </a:moveTo>
                  <a:lnTo>
                    <a:pt x="502785" y="435202"/>
                  </a:lnTo>
                  <a:lnTo>
                    <a:pt x="1020763" y="0"/>
                  </a:lnTo>
                  <a:lnTo>
                    <a:pt x="0" y="16113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05" name="任意多边形: 形状 12604">
              <a:extLst>
                <a:ext uri="{FF2B5EF4-FFF2-40B4-BE49-F238E27FC236}">
                  <a16:creationId xmlns:a16="http://schemas.microsoft.com/office/drawing/2014/main" id="{4D961B19-710C-D96E-C885-F74D7BD43F0C}"/>
                </a:ext>
              </a:extLst>
            </p:cNvPr>
            <p:cNvSpPr/>
            <p:nvPr/>
          </p:nvSpPr>
          <p:spPr>
            <a:xfrm rot="21419344" flipH="1">
              <a:off x="8591063" y="6022892"/>
              <a:ext cx="190445" cy="913610"/>
            </a:xfrm>
            <a:custGeom>
              <a:avLst/>
              <a:gdLst>
                <a:gd name="connsiteX0" fmla="*/ 109991 w 308654"/>
                <a:gd name="connsiteY0" fmla="*/ 0 h 1480684"/>
                <a:gd name="connsiteX1" fmla="*/ 308654 w 308654"/>
                <a:gd name="connsiteY1" fmla="*/ 97064 h 1480684"/>
                <a:gd name="connsiteX2" fmla="*/ 0 w 308654"/>
                <a:gd name="connsiteY2" fmla="*/ 1480684 h 1480684"/>
                <a:gd name="connsiteX3" fmla="*/ 109991 w 308654"/>
                <a:gd name="connsiteY3" fmla="*/ 0 h 148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8654" h="1480684">
                  <a:moveTo>
                    <a:pt x="109991" y="0"/>
                  </a:moveTo>
                  <a:lnTo>
                    <a:pt x="308654" y="97064"/>
                  </a:lnTo>
                  <a:lnTo>
                    <a:pt x="0" y="1480684"/>
                  </a:lnTo>
                  <a:lnTo>
                    <a:pt x="10999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6" name="任意多边形: 形状 895">
              <a:extLst>
                <a:ext uri="{FF2B5EF4-FFF2-40B4-BE49-F238E27FC236}">
                  <a16:creationId xmlns:a16="http://schemas.microsoft.com/office/drawing/2014/main" id="{EAA275A2-AFF2-FA74-8788-63CD584B8D22}"/>
                </a:ext>
              </a:extLst>
            </p:cNvPr>
            <p:cNvSpPr/>
            <p:nvPr/>
          </p:nvSpPr>
          <p:spPr>
            <a:xfrm rot="21419344" flipH="1">
              <a:off x="8364734" y="5770255"/>
              <a:ext cx="313866" cy="322400"/>
            </a:xfrm>
            <a:custGeom>
              <a:avLst/>
              <a:gdLst>
                <a:gd name="connsiteX0" fmla="*/ 0 w 508681"/>
                <a:gd name="connsiteY0" fmla="*/ 427830 h 522513"/>
                <a:gd name="connsiteX1" fmla="*/ 186759 w 508681"/>
                <a:gd name="connsiteY1" fmla="*/ 522513 h 522513"/>
                <a:gd name="connsiteX2" fmla="*/ 508681 w 508681"/>
                <a:gd name="connsiteY2" fmla="*/ 0 h 522513"/>
                <a:gd name="connsiteX3" fmla="*/ 0 w 508681"/>
                <a:gd name="connsiteY3" fmla="*/ 427830 h 52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681" h="522513">
                  <a:moveTo>
                    <a:pt x="0" y="427830"/>
                  </a:moveTo>
                  <a:lnTo>
                    <a:pt x="186759" y="522513"/>
                  </a:lnTo>
                  <a:lnTo>
                    <a:pt x="508681" y="0"/>
                  </a:lnTo>
                  <a:lnTo>
                    <a:pt x="0" y="42783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0" name="任意多边形: 形状 899">
              <a:extLst>
                <a:ext uri="{FF2B5EF4-FFF2-40B4-BE49-F238E27FC236}">
                  <a16:creationId xmlns:a16="http://schemas.microsoft.com/office/drawing/2014/main" id="{D9EF3337-4325-5850-82E3-8A600A3BF8B2}"/>
                </a:ext>
              </a:extLst>
            </p:cNvPr>
            <p:cNvSpPr/>
            <p:nvPr/>
          </p:nvSpPr>
          <p:spPr>
            <a:xfrm rot="21419344" flipH="1">
              <a:off x="8339192" y="5772583"/>
              <a:ext cx="230047" cy="483601"/>
            </a:xfrm>
            <a:custGeom>
              <a:avLst/>
              <a:gdLst>
                <a:gd name="connsiteX0" fmla="*/ 324531 w 372836"/>
                <a:gd name="connsiteY0" fmla="*/ 0 h 783771"/>
                <a:gd name="connsiteX1" fmla="*/ 372836 w 372836"/>
                <a:gd name="connsiteY1" fmla="*/ 783771 h 783771"/>
                <a:gd name="connsiteX2" fmla="*/ 0 w 372836"/>
                <a:gd name="connsiteY2" fmla="*/ 525348 h 783771"/>
                <a:gd name="connsiteX3" fmla="*/ 0 w 391885"/>
                <a:gd name="connsiteY3" fmla="*/ 551542 h 783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2836" h="783771">
                  <a:moveTo>
                    <a:pt x="324531" y="0"/>
                  </a:moveTo>
                  <a:lnTo>
                    <a:pt x="372836" y="783771"/>
                  </a:lnTo>
                  <a:lnTo>
                    <a:pt x="0" y="525348"/>
                  </a:ln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2" name="任意多边形: 形状 901">
              <a:extLst>
                <a:ext uri="{FF2B5EF4-FFF2-40B4-BE49-F238E27FC236}">
                  <a16:creationId xmlns:a16="http://schemas.microsoft.com/office/drawing/2014/main" id="{9522E428-4789-4249-2157-8E0BD5E634E1}"/>
                </a:ext>
              </a:extLst>
            </p:cNvPr>
            <p:cNvSpPr/>
            <p:nvPr/>
          </p:nvSpPr>
          <p:spPr>
            <a:xfrm rot="21419344" flipH="1">
              <a:off x="8361527" y="6088547"/>
              <a:ext cx="398733" cy="755067"/>
            </a:xfrm>
            <a:custGeom>
              <a:avLst/>
              <a:gdLst>
                <a:gd name="connsiteX0" fmla="*/ 0 w 646225"/>
                <a:gd name="connsiteY0" fmla="*/ 1223735 h 1223735"/>
                <a:gd name="connsiteX1" fmla="*/ 268400 w 646225"/>
                <a:gd name="connsiteY1" fmla="*/ 0 h 1223735"/>
                <a:gd name="connsiteX2" fmla="*/ 646225 w 646225"/>
                <a:gd name="connsiteY2" fmla="*/ 261030 h 1223735"/>
                <a:gd name="connsiteX3" fmla="*/ 74952 w 641463"/>
                <a:gd name="connsiteY3" fmla="*/ 1190171 h 122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6225" h="1223735">
                  <a:moveTo>
                    <a:pt x="0" y="1223735"/>
                  </a:moveTo>
                  <a:lnTo>
                    <a:pt x="268400" y="0"/>
                  </a:lnTo>
                  <a:lnTo>
                    <a:pt x="646225" y="261030"/>
                  </a:ln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591" name="任意多边形: 形状 12590">
            <a:extLst>
              <a:ext uri="{FF2B5EF4-FFF2-40B4-BE49-F238E27FC236}">
                <a16:creationId xmlns:a16="http://schemas.microsoft.com/office/drawing/2014/main" id="{4C221947-9042-CC60-94A8-FFDABFB46EE8}"/>
              </a:ext>
            </a:extLst>
          </p:cNvPr>
          <p:cNvSpPr/>
          <p:nvPr/>
        </p:nvSpPr>
        <p:spPr>
          <a:xfrm flipV="1">
            <a:off x="9689049" y="5534338"/>
            <a:ext cx="1163666" cy="1561364"/>
          </a:xfrm>
          <a:custGeom>
            <a:avLst/>
            <a:gdLst>
              <a:gd name="connsiteX0" fmla="*/ 474549 w 1876425"/>
              <a:gd name="connsiteY0" fmla="*/ 0 h 2537506"/>
              <a:gd name="connsiteX1" fmla="*/ 0 w 1876425"/>
              <a:gd name="connsiteY1" fmla="*/ 2537506 h 2537506"/>
              <a:gd name="connsiteX2" fmla="*/ 1876425 w 1876425"/>
              <a:gd name="connsiteY2" fmla="*/ 820399 h 2537506"/>
              <a:gd name="connsiteX3" fmla="*/ 474549 w 1876425"/>
              <a:gd name="connsiteY3" fmla="*/ 0 h 253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6425" h="2537506">
                <a:moveTo>
                  <a:pt x="474549" y="0"/>
                </a:moveTo>
                <a:lnTo>
                  <a:pt x="0" y="2537506"/>
                </a:lnTo>
                <a:lnTo>
                  <a:pt x="1876425" y="820399"/>
                </a:lnTo>
                <a:lnTo>
                  <a:pt x="474549" y="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95" name="任意多边形: 形状 12594">
            <a:extLst>
              <a:ext uri="{FF2B5EF4-FFF2-40B4-BE49-F238E27FC236}">
                <a16:creationId xmlns:a16="http://schemas.microsoft.com/office/drawing/2014/main" id="{562E91BD-0005-C331-1AFB-B88DEE64023E}"/>
              </a:ext>
            </a:extLst>
          </p:cNvPr>
          <p:cNvSpPr/>
          <p:nvPr/>
        </p:nvSpPr>
        <p:spPr>
          <a:xfrm flipV="1">
            <a:off x="9984516" y="6587657"/>
            <a:ext cx="988406" cy="506550"/>
          </a:xfrm>
          <a:custGeom>
            <a:avLst/>
            <a:gdLst>
              <a:gd name="connsiteX0" fmla="*/ 0 w 1596798"/>
              <a:gd name="connsiteY0" fmla="*/ 0 h 820964"/>
              <a:gd name="connsiteX1" fmla="*/ 1395185 w 1596798"/>
              <a:gd name="connsiteY1" fmla="*/ 820964 h 820964"/>
              <a:gd name="connsiteX2" fmla="*/ 1596798 w 1596798"/>
              <a:gd name="connsiteY2" fmla="*/ 269195 h 820964"/>
              <a:gd name="connsiteX3" fmla="*/ 0 w 1596798"/>
              <a:gd name="connsiteY3" fmla="*/ 0 h 82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6798" h="820964">
                <a:moveTo>
                  <a:pt x="0" y="0"/>
                </a:moveTo>
                <a:lnTo>
                  <a:pt x="1395185" y="820964"/>
                </a:lnTo>
                <a:lnTo>
                  <a:pt x="1596798" y="26919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96" name="任意多边形: 形状 12595">
            <a:extLst>
              <a:ext uri="{FF2B5EF4-FFF2-40B4-BE49-F238E27FC236}">
                <a16:creationId xmlns:a16="http://schemas.microsoft.com/office/drawing/2014/main" id="{368B2A36-C1E7-323E-2B99-09BB2A3163F2}"/>
              </a:ext>
            </a:extLst>
          </p:cNvPr>
          <p:cNvSpPr/>
          <p:nvPr/>
        </p:nvSpPr>
        <p:spPr>
          <a:xfrm flipV="1">
            <a:off x="9688208" y="5216276"/>
            <a:ext cx="1163666" cy="1379720"/>
          </a:xfrm>
          <a:custGeom>
            <a:avLst/>
            <a:gdLst>
              <a:gd name="connsiteX0" fmla="*/ 0 w 1885950"/>
              <a:gd name="connsiteY0" fmla="*/ 1724025 h 2236107"/>
              <a:gd name="connsiteX1" fmla="*/ 941615 w 1885950"/>
              <a:gd name="connsiteY1" fmla="*/ 2236107 h 2236107"/>
              <a:gd name="connsiteX2" fmla="*/ 1885950 w 1885950"/>
              <a:gd name="connsiteY2" fmla="*/ 0 h 2236107"/>
              <a:gd name="connsiteX3" fmla="*/ 0 w 1885950"/>
              <a:gd name="connsiteY3" fmla="*/ 1724025 h 223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5950" h="2236107">
                <a:moveTo>
                  <a:pt x="0" y="1724025"/>
                </a:moveTo>
                <a:lnTo>
                  <a:pt x="941615" y="2236107"/>
                </a:lnTo>
                <a:lnTo>
                  <a:pt x="1885950" y="0"/>
                </a:lnTo>
                <a:lnTo>
                  <a:pt x="0" y="1724025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97" name="任意多边形: 形状 12596">
            <a:extLst>
              <a:ext uri="{FF2B5EF4-FFF2-40B4-BE49-F238E27FC236}">
                <a16:creationId xmlns:a16="http://schemas.microsoft.com/office/drawing/2014/main" id="{9D3E729F-E920-B657-5751-F7F81DF9E4AC}"/>
              </a:ext>
            </a:extLst>
          </p:cNvPr>
          <p:cNvSpPr/>
          <p:nvPr/>
        </p:nvSpPr>
        <p:spPr>
          <a:xfrm flipV="1">
            <a:off x="9102600" y="4516060"/>
            <a:ext cx="1164226" cy="1014780"/>
          </a:xfrm>
          <a:custGeom>
            <a:avLst/>
            <a:gdLst>
              <a:gd name="connsiteX0" fmla="*/ 0 w 1886857"/>
              <a:gd name="connsiteY0" fmla="*/ 1644650 h 1644650"/>
              <a:gd name="connsiteX1" fmla="*/ 1886857 w 1886857"/>
              <a:gd name="connsiteY1" fmla="*/ 512536 h 1644650"/>
              <a:gd name="connsiteX2" fmla="*/ 949778 w 1886857"/>
              <a:gd name="connsiteY2" fmla="*/ 0 h 1644650"/>
              <a:gd name="connsiteX3" fmla="*/ 0 w 1886857"/>
              <a:gd name="connsiteY3" fmla="*/ 1644650 h 164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6856" h="1644650">
                <a:moveTo>
                  <a:pt x="0" y="1644650"/>
                </a:moveTo>
                <a:lnTo>
                  <a:pt x="1886857" y="512536"/>
                </a:lnTo>
                <a:lnTo>
                  <a:pt x="949778" y="0"/>
                </a:lnTo>
                <a:lnTo>
                  <a:pt x="0" y="164465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98" name="任意多边形: 形状 12597">
            <a:extLst>
              <a:ext uri="{FF2B5EF4-FFF2-40B4-BE49-F238E27FC236}">
                <a16:creationId xmlns:a16="http://schemas.microsoft.com/office/drawing/2014/main" id="{A65D4C24-823E-3284-9579-4F7663A6B1C8}"/>
              </a:ext>
            </a:extLst>
          </p:cNvPr>
          <p:cNvSpPr/>
          <p:nvPr/>
        </p:nvSpPr>
        <p:spPr>
          <a:xfrm flipV="1">
            <a:off x="10269204" y="5214876"/>
            <a:ext cx="911511" cy="1374682"/>
          </a:xfrm>
          <a:custGeom>
            <a:avLst/>
            <a:gdLst>
              <a:gd name="connsiteX0" fmla="*/ 939346 w 1477282"/>
              <a:gd name="connsiteY0" fmla="*/ 0 h 2227943"/>
              <a:gd name="connsiteX1" fmla="*/ 0 w 1477282"/>
              <a:gd name="connsiteY1" fmla="*/ 2227943 h 2227943"/>
              <a:gd name="connsiteX2" fmla="*/ 1477282 w 1477282"/>
              <a:gd name="connsiteY2" fmla="*/ 1726293 h 2227943"/>
              <a:gd name="connsiteX3" fmla="*/ 939346 w 1477282"/>
              <a:gd name="connsiteY3" fmla="*/ 0 h 2227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7282" h="2227943">
                <a:moveTo>
                  <a:pt x="939346" y="0"/>
                </a:moveTo>
                <a:lnTo>
                  <a:pt x="0" y="2227943"/>
                </a:lnTo>
                <a:lnTo>
                  <a:pt x="1477282" y="1726293"/>
                </a:lnTo>
                <a:lnTo>
                  <a:pt x="939346" y="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99" name="任意多边形: 形状 12598">
            <a:extLst>
              <a:ext uri="{FF2B5EF4-FFF2-40B4-BE49-F238E27FC236}">
                <a16:creationId xmlns:a16="http://schemas.microsoft.com/office/drawing/2014/main" id="{DB0A702B-9FD2-C147-95D6-F4D820AD306D}"/>
              </a:ext>
            </a:extLst>
          </p:cNvPr>
          <p:cNvSpPr/>
          <p:nvPr/>
        </p:nvSpPr>
        <p:spPr>
          <a:xfrm flipV="1">
            <a:off x="10272841" y="4742329"/>
            <a:ext cx="997429" cy="788091"/>
          </a:xfrm>
          <a:custGeom>
            <a:avLst/>
            <a:gdLst>
              <a:gd name="connsiteX0" fmla="*/ 0 w 1616529"/>
              <a:gd name="connsiteY0" fmla="*/ 508453 h 1277257"/>
              <a:gd name="connsiteX1" fmla="*/ 1471386 w 1616529"/>
              <a:gd name="connsiteY1" fmla="*/ 0 h 1277257"/>
              <a:gd name="connsiteX2" fmla="*/ 1616529 w 1616529"/>
              <a:gd name="connsiteY2" fmla="*/ 1277257 h 1277257"/>
              <a:gd name="connsiteX3" fmla="*/ 72572 w 1654629"/>
              <a:gd name="connsiteY3" fmla="*/ 478971 h 1277257"/>
              <a:gd name="connsiteX4" fmla="*/ 72572 w 1654629"/>
              <a:gd name="connsiteY4" fmla="*/ 478971 h 127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6529" h="1277257">
                <a:moveTo>
                  <a:pt x="0" y="508453"/>
                </a:moveTo>
                <a:lnTo>
                  <a:pt x="1471386" y="0"/>
                </a:lnTo>
                <a:lnTo>
                  <a:pt x="1616529" y="1277257"/>
                </a:lnTo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00" name="任意多边形: 形状 12599">
            <a:extLst>
              <a:ext uri="{FF2B5EF4-FFF2-40B4-BE49-F238E27FC236}">
                <a16:creationId xmlns:a16="http://schemas.microsoft.com/office/drawing/2014/main" id="{85B1D2B7-3533-3400-8BD6-B690AB94A8EA}"/>
              </a:ext>
            </a:extLst>
          </p:cNvPr>
          <p:cNvSpPr/>
          <p:nvPr/>
        </p:nvSpPr>
        <p:spPr>
          <a:xfrm flipV="1">
            <a:off x="10848587" y="5524275"/>
            <a:ext cx="332546" cy="1120498"/>
          </a:xfrm>
          <a:custGeom>
            <a:avLst/>
            <a:gdLst>
              <a:gd name="connsiteX0" fmla="*/ 0 w 538956"/>
              <a:gd name="connsiteY0" fmla="*/ 91734 h 1815987"/>
              <a:gd name="connsiteX1" fmla="*/ 255360 w 538956"/>
              <a:gd name="connsiteY1" fmla="*/ 0 h 1815987"/>
              <a:gd name="connsiteX2" fmla="*/ 538956 w 538956"/>
              <a:gd name="connsiteY2" fmla="*/ 1815987 h 1815987"/>
              <a:gd name="connsiteX3" fmla="*/ 0 w 538956"/>
              <a:gd name="connsiteY3" fmla="*/ 91734 h 181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8956" h="1815986">
                <a:moveTo>
                  <a:pt x="0" y="91734"/>
                </a:moveTo>
                <a:lnTo>
                  <a:pt x="255360" y="0"/>
                </a:lnTo>
                <a:lnTo>
                  <a:pt x="538956" y="1815987"/>
                </a:lnTo>
                <a:lnTo>
                  <a:pt x="0" y="91734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01" name="任意多边形: 形状 12600">
            <a:extLst>
              <a:ext uri="{FF2B5EF4-FFF2-40B4-BE49-F238E27FC236}">
                <a16:creationId xmlns:a16="http://schemas.microsoft.com/office/drawing/2014/main" id="{6F6CBC37-E2AC-60F6-6BC5-EB948BA6E5DE}"/>
              </a:ext>
            </a:extLst>
          </p:cNvPr>
          <p:cNvSpPr/>
          <p:nvPr/>
        </p:nvSpPr>
        <p:spPr>
          <a:xfrm flipV="1">
            <a:off x="11179387" y="5507961"/>
            <a:ext cx="823774" cy="1191093"/>
          </a:xfrm>
          <a:custGeom>
            <a:avLst/>
            <a:gdLst>
              <a:gd name="connsiteX0" fmla="*/ 304572 w 1335087"/>
              <a:gd name="connsiteY0" fmla="*/ 0 h 1930400"/>
              <a:gd name="connsiteX1" fmla="*/ 0 w 1335087"/>
              <a:gd name="connsiteY1" fmla="*/ 1898990 h 1930400"/>
              <a:gd name="connsiteX2" fmla="*/ 1335087 w 1335087"/>
              <a:gd name="connsiteY2" fmla="*/ 1930400 h 1930400"/>
              <a:gd name="connsiteX3" fmla="*/ 304572 w 1335087"/>
              <a:gd name="connsiteY3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5087" h="1930400">
                <a:moveTo>
                  <a:pt x="304572" y="0"/>
                </a:moveTo>
                <a:lnTo>
                  <a:pt x="0" y="1898990"/>
                </a:lnTo>
                <a:lnTo>
                  <a:pt x="1335087" y="1930400"/>
                </a:lnTo>
                <a:lnTo>
                  <a:pt x="304572" y="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02" name="任意多边形: 形状 12601">
            <a:extLst>
              <a:ext uri="{FF2B5EF4-FFF2-40B4-BE49-F238E27FC236}">
                <a16:creationId xmlns:a16="http://schemas.microsoft.com/office/drawing/2014/main" id="{DDBBE273-D4EF-B33A-CC63-96A184947E00}"/>
              </a:ext>
            </a:extLst>
          </p:cNvPr>
          <p:cNvSpPr/>
          <p:nvPr/>
        </p:nvSpPr>
        <p:spPr>
          <a:xfrm flipV="1">
            <a:off x="11002301" y="5530420"/>
            <a:ext cx="366480" cy="1167164"/>
          </a:xfrm>
          <a:custGeom>
            <a:avLst/>
            <a:gdLst>
              <a:gd name="connsiteX0" fmla="*/ 0 w 593953"/>
              <a:gd name="connsiteY0" fmla="*/ 84137 h 1891619"/>
              <a:gd name="connsiteX1" fmla="*/ 593953 w 593953"/>
              <a:gd name="connsiteY1" fmla="*/ 0 h 1891619"/>
              <a:gd name="connsiteX2" fmla="*/ 287905 w 593953"/>
              <a:gd name="connsiteY2" fmla="*/ 1891619 h 1891619"/>
              <a:gd name="connsiteX3" fmla="*/ 0 w 593953"/>
              <a:gd name="connsiteY3" fmla="*/ 84137 h 189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953" h="1891619">
                <a:moveTo>
                  <a:pt x="0" y="84137"/>
                </a:moveTo>
                <a:lnTo>
                  <a:pt x="593953" y="0"/>
                </a:lnTo>
                <a:lnTo>
                  <a:pt x="287905" y="1891619"/>
                </a:lnTo>
                <a:lnTo>
                  <a:pt x="0" y="84137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03" name="任意多边形: 形状 12602">
            <a:extLst>
              <a:ext uri="{FF2B5EF4-FFF2-40B4-BE49-F238E27FC236}">
                <a16:creationId xmlns:a16="http://schemas.microsoft.com/office/drawing/2014/main" id="{2AC902C4-BD4C-9BF3-16E1-85C1173930E8}"/>
              </a:ext>
            </a:extLst>
          </p:cNvPr>
          <p:cNvSpPr/>
          <p:nvPr/>
        </p:nvSpPr>
        <p:spPr>
          <a:xfrm flipV="1">
            <a:off x="11367591" y="5509570"/>
            <a:ext cx="959437" cy="1187105"/>
          </a:xfrm>
          <a:custGeom>
            <a:avLst/>
            <a:gdLst>
              <a:gd name="connsiteX0" fmla="*/ 1025753 w 1554956"/>
              <a:gd name="connsiteY0" fmla="*/ 1923937 h 1923937"/>
              <a:gd name="connsiteX1" fmla="*/ 1554956 w 1554956"/>
              <a:gd name="connsiteY1" fmla="*/ 1728108 h 1923937"/>
              <a:gd name="connsiteX2" fmla="*/ 0 w 1554956"/>
              <a:gd name="connsiteY2" fmla="*/ 0 h 1923937"/>
              <a:gd name="connsiteX3" fmla="*/ 1025753 w 1554956"/>
              <a:gd name="connsiteY3" fmla="*/ 1923937 h 1923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4956" h="1923936">
                <a:moveTo>
                  <a:pt x="1025753" y="1923937"/>
                </a:moveTo>
                <a:lnTo>
                  <a:pt x="1554956" y="1728108"/>
                </a:lnTo>
                <a:lnTo>
                  <a:pt x="0" y="0"/>
                </a:lnTo>
                <a:lnTo>
                  <a:pt x="1025753" y="1923937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04" name="任意多边形: 形状 12603">
            <a:extLst>
              <a:ext uri="{FF2B5EF4-FFF2-40B4-BE49-F238E27FC236}">
                <a16:creationId xmlns:a16="http://schemas.microsoft.com/office/drawing/2014/main" id="{943B7047-42FD-7696-C59D-5163C5BF427D}"/>
              </a:ext>
            </a:extLst>
          </p:cNvPr>
          <p:cNvSpPr/>
          <p:nvPr/>
        </p:nvSpPr>
        <p:spPr>
          <a:xfrm flipV="1">
            <a:off x="11365283" y="5631545"/>
            <a:ext cx="959297" cy="1326756"/>
          </a:xfrm>
          <a:custGeom>
            <a:avLst/>
            <a:gdLst>
              <a:gd name="connsiteX0" fmla="*/ 0 w 1554730"/>
              <a:gd name="connsiteY0" fmla="*/ 422616 h 2150269"/>
              <a:gd name="connsiteX1" fmla="*/ 1454037 w 1554730"/>
              <a:gd name="connsiteY1" fmla="*/ 0 h 2150269"/>
              <a:gd name="connsiteX2" fmla="*/ 1554730 w 1554730"/>
              <a:gd name="connsiteY2" fmla="*/ 2150269 h 2150269"/>
              <a:gd name="connsiteX3" fmla="*/ 72571 w 1509486"/>
              <a:gd name="connsiteY3" fmla="*/ 391886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4730" h="2150269">
                <a:moveTo>
                  <a:pt x="0" y="422616"/>
                </a:moveTo>
                <a:lnTo>
                  <a:pt x="1454037" y="0"/>
                </a:lnTo>
                <a:lnTo>
                  <a:pt x="1554730" y="2150269"/>
                </a:lnTo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06" name="任意多边形: 形状 12605">
            <a:extLst>
              <a:ext uri="{FF2B5EF4-FFF2-40B4-BE49-F238E27FC236}">
                <a16:creationId xmlns:a16="http://schemas.microsoft.com/office/drawing/2014/main" id="{48B07493-EEBF-ABE4-EE68-DBA76D45A932}"/>
              </a:ext>
            </a:extLst>
          </p:cNvPr>
          <p:cNvSpPr/>
          <p:nvPr/>
        </p:nvSpPr>
        <p:spPr>
          <a:xfrm flipV="1">
            <a:off x="10846559" y="6587389"/>
            <a:ext cx="161060" cy="338354"/>
          </a:xfrm>
          <a:custGeom>
            <a:avLst/>
            <a:gdLst>
              <a:gd name="connsiteX0" fmla="*/ 200366 w 261030"/>
              <a:gd name="connsiteY0" fmla="*/ 0 h 548369"/>
              <a:gd name="connsiteX1" fmla="*/ 0 w 261030"/>
              <a:gd name="connsiteY1" fmla="*/ 548369 h 548369"/>
              <a:gd name="connsiteX2" fmla="*/ 261030 w 261030"/>
              <a:gd name="connsiteY2" fmla="*/ 454479 h 548369"/>
              <a:gd name="connsiteX3" fmla="*/ 200366 w 261030"/>
              <a:gd name="connsiteY3" fmla="*/ 0 h 548369"/>
              <a:gd name="connsiteX4" fmla="*/ 174171 w 246742"/>
              <a:gd name="connsiteY4" fmla="*/ 0 h 653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030" h="548369">
                <a:moveTo>
                  <a:pt x="200366" y="0"/>
                </a:moveTo>
                <a:lnTo>
                  <a:pt x="0" y="548369"/>
                </a:lnTo>
                <a:lnTo>
                  <a:pt x="261030" y="454479"/>
                </a:lnTo>
                <a:lnTo>
                  <a:pt x="200366" y="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07" name="任意多边形: 形状 12606">
            <a:extLst>
              <a:ext uri="{FF2B5EF4-FFF2-40B4-BE49-F238E27FC236}">
                <a16:creationId xmlns:a16="http://schemas.microsoft.com/office/drawing/2014/main" id="{48C5DACA-7EEE-766D-9F24-709FDA90905F}"/>
              </a:ext>
            </a:extLst>
          </p:cNvPr>
          <p:cNvSpPr/>
          <p:nvPr/>
        </p:nvSpPr>
        <p:spPr>
          <a:xfrm flipV="1">
            <a:off x="10968998" y="6639163"/>
            <a:ext cx="399153" cy="289517"/>
          </a:xfrm>
          <a:custGeom>
            <a:avLst/>
            <a:gdLst>
              <a:gd name="connsiteX0" fmla="*/ 646906 w 646906"/>
              <a:gd name="connsiteY0" fmla="*/ 376691 h 469220"/>
              <a:gd name="connsiteX1" fmla="*/ 0 w 646906"/>
              <a:gd name="connsiteY1" fmla="*/ 0 h 469220"/>
              <a:gd name="connsiteX2" fmla="*/ 63499 w 646906"/>
              <a:gd name="connsiteY2" fmla="*/ 469220 h 469220"/>
              <a:gd name="connsiteX3" fmla="*/ 646906 w 646906"/>
              <a:gd name="connsiteY3" fmla="*/ 376691 h 469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906" h="469220">
                <a:moveTo>
                  <a:pt x="646906" y="376691"/>
                </a:moveTo>
                <a:lnTo>
                  <a:pt x="0" y="0"/>
                </a:lnTo>
                <a:lnTo>
                  <a:pt x="63499" y="469220"/>
                </a:lnTo>
                <a:lnTo>
                  <a:pt x="646906" y="376691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7" name="任意多边形: 形状 896">
            <a:extLst>
              <a:ext uri="{FF2B5EF4-FFF2-40B4-BE49-F238E27FC236}">
                <a16:creationId xmlns:a16="http://schemas.microsoft.com/office/drawing/2014/main" id="{0612E008-E7FF-AF3A-0081-CBA26156FAEC}"/>
              </a:ext>
            </a:extLst>
          </p:cNvPr>
          <p:cNvSpPr/>
          <p:nvPr/>
        </p:nvSpPr>
        <p:spPr>
          <a:xfrm flipV="1">
            <a:off x="10890637" y="6696746"/>
            <a:ext cx="475345" cy="444701"/>
          </a:xfrm>
          <a:custGeom>
            <a:avLst/>
            <a:gdLst>
              <a:gd name="connsiteX0" fmla="*/ 0 w 770390"/>
              <a:gd name="connsiteY0" fmla="*/ 0 h 720725"/>
              <a:gd name="connsiteX1" fmla="*/ 128247 w 770390"/>
              <a:gd name="connsiteY1" fmla="*/ 348343 h 720725"/>
              <a:gd name="connsiteX2" fmla="*/ 770390 w 770390"/>
              <a:gd name="connsiteY2" fmla="*/ 720725 h 720725"/>
              <a:gd name="connsiteX3" fmla="*/ 87086 w 841828"/>
              <a:gd name="connsiteY3" fmla="*/ 58057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0390" h="720725">
                <a:moveTo>
                  <a:pt x="0" y="0"/>
                </a:moveTo>
                <a:lnTo>
                  <a:pt x="128247" y="348343"/>
                </a:lnTo>
                <a:lnTo>
                  <a:pt x="770390" y="720725"/>
                </a:lnTo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8" name="任意多边形: 形状 897">
            <a:extLst>
              <a:ext uri="{FF2B5EF4-FFF2-40B4-BE49-F238E27FC236}">
                <a16:creationId xmlns:a16="http://schemas.microsoft.com/office/drawing/2014/main" id="{8E22179B-130A-3DC1-41D7-5360A8C2166B}"/>
              </a:ext>
            </a:extLst>
          </p:cNvPr>
          <p:cNvSpPr/>
          <p:nvPr/>
        </p:nvSpPr>
        <p:spPr>
          <a:xfrm flipV="1">
            <a:off x="10880561" y="6696793"/>
            <a:ext cx="1379160" cy="448409"/>
          </a:xfrm>
          <a:custGeom>
            <a:avLst/>
            <a:gdLst>
              <a:gd name="connsiteX0" fmla="*/ 2235200 w 2235200"/>
              <a:gd name="connsiteY0" fmla="*/ 304800 h 726735"/>
              <a:gd name="connsiteX1" fmla="*/ 788534 w 2235200"/>
              <a:gd name="connsiteY1" fmla="*/ 726735 h 726735"/>
              <a:gd name="connsiteX2" fmla="*/ 0 w 2235200"/>
              <a:gd name="connsiteY2" fmla="*/ 0 h 726735"/>
              <a:gd name="connsiteX3" fmla="*/ 2235200 w 2235200"/>
              <a:gd name="connsiteY3" fmla="*/ 304800 h 726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5200" h="726735">
                <a:moveTo>
                  <a:pt x="2235200" y="304800"/>
                </a:moveTo>
                <a:lnTo>
                  <a:pt x="788534" y="726735"/>
                </a:lnTo>
                <a:lnTo>
                  <a:pt x="0" y="0"/>
                </a:lnTo>
                <a:lnTo>
                  <a:pt x="2235200" y="30480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581" name="组合 12580">
            <a:extLst>
              <a:ext uri="{FF2B5EF4-FFF2-40B4-BE49-F238E27FC236}">
                <a16:creationId xmlns:a16="http://schemas.microsoft.com/office/drawing/2014/main" id="{7D54CBBA-00B6-58EB-5DDF-874EE4698435}"/>
              </a:ext>
            </a:extLst>
          </p:cNvPr>
          <p:cNvGrpSpPr/>
          <p:nvPr/>
        </p:nvGrpSpPr>
        <p:grpSpPr>
          <a:xfrm flipV="1">
            <a:off x="8067035" y="3285308"/>
            <a:ext cx="4338637" cy="3633788"/>
            <a:chOff x="15939" y="3267112"/>
            <a:chExt cx="4338637" cy="3633788"/>
          </a:xfrm>
        </p:grpSpPr>
        <p:sp>
          <p:nvSpPr>
            <p:cNvPr id="11982" name="Freeform 2105">
              <a:extLst>
                <a:ext uri="{FF2B5EF4-FFF2-40B4-BE49-F238E27FC236}">
                  <a16:creationId xmlns:a16="http://schemas.microsoft.com/office/drawing/2014/main" id="{753F5977-2EBD-C5D4-0C33-FD7FE2300B38}"/>
                </a:ext>
              </a:extLst>
            </p:cNvPr>
            <p:cNvSpPr/>
            <p:nvPr/>
          </p:nvSpPr>
          <p:spPr bwMode="auto">
            <a:xfrm>
              <a:off x="2335577" y="3703460"/>
              <a:ext cx="577850" cy="173038"/>
            </a:xfrm>
            <a:custGeom>
              <a:avLst/>
              <a:gdLst>
                <a:gd name="T0" fmla="*/ 0 w 364"/>
                <a:gd name="T1" fmla="*/ 0 h 109"/>
                <a:gd name="T2" fmla="*/ 0 w 364"/>
                <a:gd name="T3" fmla="*/ 0 h 109"/>
                <a:gd name="T4" fmla="*/ 361 w 364"/>
                <a:gd name="T5" fmla="*/ 109 h 109"/>
                <a:gd name="T6" fmla="*/ 364 w 364"/>
                <a:gd name="T7" fmla="*/ 109 h 109"/>
                <a:gd name="T8" fmla="*/ 364 w 364"/>
                <a:gd name="T9" fmla="*/ 109 h 109"/>
                <a:gd name="T10" fmla="*/ 364 w 364"/>
                <a:gd name="T11" fmla="*/ 109 h 109"/>
                <a:gd name="T12" fmla="*/ 0 w 364"/>
                <a:gd name="T1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109">
                  <a:moveTo>
                    <a:pt x="0" y="0"/>
                  </a:moveTo>
                  <a:lnTo>
                    <a:pt x="0" y="0"/>
                  </a:lnTo>
                  <a:lnTo>
                    <a:pt x="361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3" name="Freeform 2106">
              <a:extLst>
                <a:ext uri="{FF2B5EF4-FFF2-40B4-BE49-F238E27FC236}">
                  <a16:creationId xmlns:a16="http://schemas.microsoft.com/office/drawing/2014/main" id="{3D807E40-9D3C-245A-5949-EECB110CA98F}"/>
                </a:ext>
              </a:extLst>
            </p:cNvPr>
            <p:cNvSpPr/>
            <p:nvPr/>
          </p:nvSpPr>
          <p:spPr bwMode="auto">
            <a:xfrm>
              <a:off x="2335577" y="3703460"/>
              <a:ext cx="577850" cy="173038"/>
            </a:xfrm>
            <a:custGeom>
              <a:avLst/>
              <a:gdLst>
                <a:gd name="T0" fmla="*/ 0 w 364"/>
                <a:gd name="T1" fmla="*/ 0 h 109"/>
                <a:gd name="T2" fmla="*/ 0 w 364"/>
                <a:gd name="T3" fmla="*/ 0 h 109"/>
                <a:gd name="T4" fmla="*/ 361 w 364"/>
                <a:gd name="T5" fmla="*/ 109 h 109"/>
                <a:gd name="T6" fmla="*/ 364 w 364"/>
                <a:gd name="T7" fmla="*/ 109 h 109"/>
                <a:gd name="T8" fmla="*/ 364 w 364"/>
                <a:gd name="T9" fmla="*/ 109 h 109"/>
                <a:gd name="T10" fmla="*/ 364 w 364"/>
                <a:gd name="T11" fmla="*/ 109 h 109"/>
                <a:gd name="T12" fmla="*/ 0 w 364"/>
                <a:gd name="T1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109">
                  <a:moveTo>
                    <a:pt x="0" y="0"/>
                  </a:moveTo>
                  <a:lnTo>
                    <a:pt x="0" y="0"/>
                  </a:lnTo>
                  <a:lnTo>
                    <a:pt x="361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4" name="Freeform 2107">
              <a:extLst>
                <a:ext uri="{FF2B5EF4-FFF2-40B4-BE49-F238E27FC236}">
                  <a16:creationId xmlns:a16="http://schemas.microsoft.com/office/drawing/2014/main" id="{66650FB7-849E-F17B-BDB2-9000F27BE6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35577" y="3876498"/>
              <a:ext cx="577850" cy="442913"/>
            </a:xfrm>
            <a:custGeom>
              <a:avLst/>
              <a:gdLst>
                <a:gd name="T0" fmla="*/ 16 w 364"/>
                <a:gd name="T1" fmla="*/ 263 h 279"/>
                <a:gd name="T2" fmla="*/ 0 w 364"/>
                <a:gd name="T3" fmla="*/ 277 h 279"/>
                <a:gd name="T4" fmla="*/ 0 w 364"/>
                <a:gd name="T5" fmla="*/ 279 h 279"/>
                <a:gd name="T6" fmla="*/ 19 w 364"/>
                <a:gd name="T7" fmla="*/ 266 h 279"/>
                <a:gd name="T8" fmla="*/ 16 w 364"/>
                <a:gd name="T9" fmla="*/ 263 h 279"/>
                <a:gd name="T10" fmla="*/ 364 w 364"/>
                <a:gd name="T11" fmla="*/ 0 h 279"/>
                <a:gd name="T12" fmla="*/ 364 w 364"/>
                <a:gd name="T13" fmla="*/ 0 h 279"/>
                <a:gd name="T14" fmla="*/ 361 w 364"/>
                <a:gd name="T15" fmla="*/ 0 h 279"/>
                <a:gd name="T16" fmla="*/ 19 w 364"/>
                <a:gd name="T17" fmla="*/ 263 h 279"/>
                <a:gd name="T18" fmla="*/ 22 w 364"/>
                <a:gd name="T19" fmla="*/ 263 h 279"/>
                <a:gd name="T20" fmla="*/ 364 w 364"/>
                <a:gd name="T21" fmla="*/ 0 h 279"/>
                <a:gd name="T22" fmla="*/ 364 w 364"/>
                <a:gd name="T2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4" h="279">
                  <a:moveTo>
                    <a:pt x="16" y="263"/>
                  </a:moveTo>
                  <a:lnTo>
                    <a:pt x="0" y="277"/>
                  </a:lnTo>
                  <a:lnTo>
                    <a:pt x="0" y="279"/>
                  </a:lnTo>
                  <a:lnTo>
                    <a:pt x="19" y="266"/>
                  </a:lnTo>
                  <a:lnTo>
                    <a:pt x="16" y="263"/>
                  </a:lnTo>
                  <a:close/>
                  <a:moveTo>
                    <a:pt x="364" y="0"/>
                  </a:moveTo>
                  <a:lnTo>
                    <a:pt x="364" y="0"/>
                  </a:lnTo>
                  <a:lnTo>
                    <a:pt x="361" y="0"/>
                  </a:lnTo>
                  <a:lnTo>
                    <a:pt x="19" y="263"/>
                  </a:lnTo>
                  <a:lnTo>
                    <a:pt x="22" y="263"/>
                  </a:lnTo>
                  <a:lnTo>
                    <a:pt x="364" y="0"/>
                  </a:lnTo>
                  <a:lnTo>
                    <a:pt x="36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5" name="Freeform 2108">
              <a:extLst>
                <a:ext uri="{FF2B5EF4-FFF2-40B4-BE49-F238E27FC236}">
                  <a16:creationId xmlns:a16="http://schemas.microsoft.com/office/drawing/2014/main" id="{D1B98340-782F-6973-F9AB-CF0B27AE95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35577" y="3876498"/>
              <a:ext cx="577850" cy="442913"/>
            </a:xfrm>
            <a:custGeom>
              <a:avLst/>
              <a:gdLst>
                <a:gd name="T0" fmla="*/ 16 w 364"/>
                <a:gd name="T1" fmla="*/ 263 h 279"/>
                <a:gd name="T2" fmla="*/ 0 w 364"/>
                <a:gd name="T3" fmla="*/ 277 h 279"/>
                <a:gd name="T4" fmla="*/ 0 w 364"/>
                <a:gd name="T5" fmla="*/ 279 h 279"/>
                <a:gd name="T6" fmla="*/ 19 w 364"/>
                <a:gd name="T7" fmla="*/ 266 h 279"/>
                <a:gd name="T8" fmla="*/ 16 w 364"/>
                <a:gd name="T9" fmla="*/ 263 h 279"/>
                <a:gd name="T10" fmla="*/ 364 w 364"/>
                <a:gd name="T11" fmla="*/ 0 h 279"/>
                <a:gd name="T12" fmla="*/ 364 w 364"/>
                <a:gd name="T13" fmla="*/ 0 h 279"/>
                <a:gd name="T14" fmla="*/ 361 w 364"/>
                <a:gd name="T15" fmla="*/ 0 h 279"/>
                <a:gd name="T16" fmla="*/ 19 w 364"/>
                <a:gd name="T17" fmla="*/ 263 h 279"/>
                <a:gd name="T18" fmla="*/ 22 w 364"/>
                <a:gd name="T19" fmla="*/ 263 h 279"/>
                <a:gd name="T20" fmla="*/ 364 w 364"/>
                <a:gd name="T21" fmla="*/ 0 h 279"/>
                <a:gd name="T22" fmla="*/ 364 w 364"/>
                <a:gd name="T2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4" h="279">
                  <a:moveTo>
                    <a:pt x="16" y="263"/>
                  </a:moveTo>
                  <a:lnTo>
                    <a:pt x="0" y="277"/>
                  </a:lnTo>
                  <a:lnTo>
                    <a:pt x="0" y="279"/>
                  </a:lnTo>
                  <a:lnTo>
                    <a:pt x="19" y="266"/>
                  </a:lnTo>
                  <a:lnTo>
                    <a:pt x="16" y="263"/>
                  </a:lnTo>
                  <a:moveTo>
                    <a:pt x="364" y="0"/>
                  </a:moveTo>
                  <a:lnTo>
                    <a:pt x="364" y="0"/>
                  </a:lnTo>
                  <a:lnTo>
                    <a:pt x="361" y="0"/>
                  </a:lnTo>
                  <a:lnTo>
                    <a:pt x="19" y="263"/>
                  </a:lnTo>
                  <a:lnTo>
                    <a:pt x="22" y="263"/>
                  </a:lnTo>
                  <a:lnTo>
                    <a:pt x="364" y="0"/>
                  </a:lnTo>
                  <a:lnTo>
                    <a:pt x="36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8" name="Freeform 2111">
              <a:extLst>
                <a:ext uri="{FF2B5EF4-FFF2-40B4-BE49-F238E27FC236}">
                  <a16:creationId xmlns:a16="http://schemas.microsoft.com/office/drawing/2014/main" id="{31CA89AC-3FBC-7364-3448-3B4F89A0CC1E}"/>
                </a:ext>
              </a:extLst>
            </p:cNvPr>
            <p:cNvSpPr/>
            <p:nvPr/>
          </p:nvSpPr>
          <p:spPr bwMode="auto">
            <a:xfrm>
              <a:off x="2908665" y="3876498"/>
              <a:ext cx="4763" cy="0"/>
            </a:xfrm>
            <a:custGeom>
              <a:avLst/>
              <a:gdLst>
                <a:gd name="T0" fmla="*/ 3 w 3"/>
                <a:gd name="T1" fmla="*/ 0 w 3"/>
                <a:gd name="T2" fmla="*/ 3 w 3"/>
                <a:gd name="T3" fmla="*/ 3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9" name="Freeform 2112">
              <a:extLst>
                <a:ext uri="{FF2B5EF4-FFF2-40B4-BE49-F238E27FC236}">
                  <a16:creationId xmlns:a16="http://schemas.microsoft.com/office/drawing/2014/main" id="{CD579E9A-2D54-0C70-679B-4B78B52FD92A}"/>
                </a:ext>
              </a:extLst>
            </p:cNvPr>
            <p:cNvSpPr/>
            <p:nvPr/>
          </p:nvSpPr>
          <p:spPr bwMode="auto">
            <a:xfrm>
              <a:off x="2908665" y="3876498"/>
              <a:ext cx="4763" cy="0"/>
            </a:xfrm>
            <a:custGeom>
              <a:avLst/>
              <a:gdLst>
                <a:gd name="T0" fmla="*/ 3 w 3"/>
                <a:gd name="T1" fmla="*/ 0 w 3"/>
                <a:gd name="T2" fmla="*/ 3 w 3"/>
                <a:gd name="T3" fmla="*/ 3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9" name="Freeform 171">
              <a:extLst>
                <a:ext uri="{FF2B5EF4-FFF2-40B4-BE49-F238E27FC236}">
                  <a16:creationId xmlns:a16="http://schemas.microsoft.com/office/drawing/2014/main" id="{944E700D-63C5-3FB7-90CB-A007699C49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35351" y="4305338"/>
              <a:ext cx="487363" cy="327025"/>
            </a:xfrm>
            <a:custGeom>
              <a:avLst/>
              <a:gdLst>
                <a:gd name="T0" fmla="*/ 298 w 307"/>
                <a:gd name="T1" fmla="*/ 200 h 206"/>
                <a:gd name="T2" fmla="*/ 297 w 307"/>
                <a:gd name="T3" fmla="*/ 200 h 206"/>
                <a:gd name="T4" fmla="*/ 303 w 307"/>
                <a:gd name="T5" fmla="*/ 205 h 206"/>
                <a:gd name="T6" fmla="*/ 307 w 307"/>
                <a:gd name="T7" fmla="*/ 206 h 206"/>
                <a:gd name="T8" fmla="*/ 298 w 307"/>
                <a:gd name="T9" fmla="*/ 200 h 206"/>
                <a:gd name="T10" fmla="*/ 181 w 307"/>
                <a:gd name="T11" fmla="*/ 161 h 206"/>
                <a:gd name="T12" fmla="*/ 279 w 307"/>
                <a:gd name="T13" fmla="*/ 192 h 206"/>
                <a:gd name="T14" fmla="*/ 279 w 307"/>
                <a:gd name="T15" fmla="*/ 192 h 206"/>
                <a:gd name="T16" fmla="*/ 181 w 307"/>
                <a:gd name="T17" fmla="*/ 161 h 206"/>
                <a:gd name="T18" fmla="*/ 224 w 307"/>
                <a:gd name="T19" fmla="*/ 150 h 206"/>
                <a:gd name="T20" fmla="*/ 283 w 307"/>
                <a:gd name="T21" fmla="*/ 190 h 206"/>
                <a:gd name="T22" fmla="*/ 283 w 307"/>
                <a:gd name="T23" fmla="*/ 190 h 206"/>
                <a:gd name="T24" fmla="*/ 224 w 307"/>
                <a:gd name="T25" fmla="*/ 150 h 206"/>
                <a:gd name="T26" fmla="*/ 65 w 307"/>
                <a:gd name="T27" fmla="*/ 129 h 206"/>
                <a:gd name="T28" fmla="*/ 65 w 307"/>
                <a:gd name="T29" fmla="*/ 129 h 206"/>
                <a:gd name="T30" fmla="*/ 287 w 307"/>
                <a:gd name="T31" fmla="*/ 200 h 206"/>
                <a:gd name="T32" fmla="*/ 287 w 307"/>
                <a:gd name="T33" fmla="*/ 200 h 206"/>
                <a:gd name="T34" fmla="*/ 65 w 307"/>
                <a:gd name="T35" fmla="*/ 129 h 206"/>
                <a:gd name="T36" fmla="*/ 0 w 307"/>
                <a:gd name="T37" fmla="*/ 0 h 206"/>
                <a:gd name="T38" fmla="*/ 0 w 307"/>
                <a:gd name="T39" fmla="*/ 0 h 206"/>
                <a:gd name="T40" fmla="*/ 235 w 307"/>
                <a:gd name="T41" fmla="*/ 162 h 206"/>
                <a:gd name="T42" fmla="*/ 0 w 307"/>
                <a:gd name="T4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7" h="206">
                  <a:moveTo>
                    <a:pt x="298" y="200"/>
                  </a:moveTo>
                  <a:lnTo>
                    <a:pt x="297" y="200"/>
                  </a:lnTo>
                  <a:lnTo>
                    <a:pt x="303" y="205"/>
                  </a:lnTo>
                  <a:lnTo>
                    <a:pt x="307" y="206"/>
                  </a:lnTo>
                  <a:lnTo>
                    <a:pt x="298" y="200"/>
                  </a:lnTo>
                  <a:close/>
                  <a:moveTo>
                    <a:pt x="181" y="161"/>
                  </a:moveTo>
                  <a:lnTo>
                    <a:pt x="279" y="192"/>
                  </a:lnTo>
                  <a:lnTo>
                    <a:pt x="279" y="192"/>
                  </a:lnTo>
                  <a:lnTo>
                    <a:pt x="181" y="161"/>
                  </a:lnTo>
                  <a:close/>
                  <a:moveTo>
                    <a:pt x="224" y="150"/>
                  </a:moveTo>
                  <a:lnTo>
                    <a:pt x="283" y="190"/>
                  </a:lnTo>
                  <a:lnTo>
                    <a:pt x="283" y="190"/>
                  </a:lnTo>
                  <a:lnTo>
                    <a:pt x="224" y="150"/>
                  </a:lnTo>
                  <a:close/>
                  <a:moveTo>
                    <a:pt x="65" y="129"/>
                  </a:moveTo>
                  <a:lnTo>
                    <a:pt x="65" y="129"/>
                  </a:lnTo>
                  <a:lnTo>
                    <a:pt x="287" y="200"/>
                  </a:lnTo>
                  <a:lnTo>
                    <a:pt x="287" y="200"/>
                  </a:lnTo>
                  <a:lnTo>
                    <a:pt x="65" y="129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35" y="16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0" name="Freeform 172">
              <a:extLst>
                <a:ext uri="{FF2B5EF4-FFF2-40B4-BE49-F238E27FC236}">
                  <a16:creationId xmlns:a16="http://schemas.microsoft.com/office/drawing/2014/main" id="{0BD8AF41-0578-DB8E-6571-AE546BC2A7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35351" y="4305338"/>
              <a:ext cx="487363" cy="327025"/>
            </a:xfrm>
            <a:custGeom>
              <a:avLst/>
              <a:gdLst>
                <a:gd name="T0" fmla="*/ 298 w 307"/>
                <a:gd name="T1" fmla="*/ 200 h 206"/>
                <a:gd name="T2" fmla="*/ 297 w 307"/>
                <a:gd name="T3" fmla="*/ 200 h 206"/>
                <a:gd name="T4" fmla="*/ 303 w 307"/>
                <a:gd name="T5" fmla="*/ 205 h 206"/>
                <a:gd name="T6" fmla="*/ 307 w 307"/>
                <a:gd name="T7" fmla="*/ 206 h 206"/>
                <a:gd name="T8" fmla="*/ 298 w 307"/>
                <a:gd name="T9" fmla="*/ 200 h 206"/>
                <a:gd name="T10" fmla="*/ 181 w 307"/>
                <a:gd name="T11" fmla="*/ 161 h 206"/>
                <a:gd name="T12" fmla="*/ 279 w 307"/>
                <a:gd name="T13" fmla="*/ 192 h 206"/>
                <a:gd name="T14" fmla="*/ 279 w 307"/>
                <a:gd name="T15" fmla="*/ 192 h 206"/>
                <a:gd name="T16" fmla="*/ 181 w 307"/>
                <a:gd name="T17" fmla="*/ 161 h 206"/>
                <a:gd name="T18" fmla="*/ 224 w 307"/>
                <a:gd name="T19" fmla="*/ 150 h 206"/>
                <a:gd name="T20" fmla="*/ 283 w 307"/>
                <a:gd name="T21" fmla="*/ 190 h 206"/>
                <a:gd name="T22" fmla="*/ 283 w 307"/>
                <a:gd name="T23" fmla="*/ 190 h 206"/>
                <a:gd name="T24" fmla="*/ 224 w 307"/>
                <a:gd name="T25" fmla="*/ 150 h 206"/>
                <a:gd name="T26" fmla="*/ 65 w 307"/>
                <a:gd name="T27" fmla="*/ 129 h 206"/>
                <a:gd name="T28" fmla="*/ 65 w 307"/>
                <a:gd name="T29" fmla="*/ 129 h 206"/>
                <a:gd name="T30" fmla="*/ 287 w 307"/>
                <a:gd name="T31" fmla="*/ 200 h 206"/>
                <a:gd name="T32" fmla="*/ 287 w 307"/>
                <a:gd name="T33" fmla="*/ 200 h 206"/>
                <a:gd name="T34" fmla="*/ 65 w 307"/>
                <a:gd name="T35" fmla="*/ 129 h 206"/>
                <a:gd name="T36" fmla="*/ 0 w 307"/>
                <a:gd name="T37" fmla="*/ 0 h 206"/>
                <a:gd name="T38" fmla="*/ 0 w 307"/>
                <a:gd name="T39" fmla="*/ 0 h 206"/>
                <a:gd name="T40" fmla="*/ 235 w 307"/>
                <a:gd name="T41" fmla="*/ 162 h 206"/>
                <a:gd name="T42" fmla="*/ 0 w 307"/>
                <a:gd name="T4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7" h="206">
                  <a:moveTo>
                    <a:pt x="298" y="200"/>
                  </a:moveTo>
                  <a:lnTo>
                    <a:pt x="297" y="200"/>
                  </a:lnTo>
                  <a:lnTo>
                    <a:pt x="303" y="205"/>
                  </a:lnTo>
                  <a:lnTo>
                    <a:pt x="307" y="206"/>
                  </a:lnTo>
                  <a:lnTo>
                    <a:pt x="298" y="200"/>
                  </a:lnTo>
                  <a:moveTo>
                    <a:pt x="181" y="161"/>
                  </a:moveTo>
                  <a:lnTo>
                    <a:pt x="279" y="192"/>
                  </a:lnTo>
                  <a:lnTo>
                    <a:pt x="279" y="192"/>
                  </a:lnTo>
                  <a:lnTo>
                    <a:pt x="181" y="161"/>
                  </a:lnTo>
                  <a:moveTo>
                    <a:pt x="224" y="150"/>
                  </a:moveTo>
                  <a:lnTo>
                    <a:pt x="283" y="190"/>
                  </a:lnTo>
                  <a:lnTo>
                    <a:pt x="283" y="190"/>
                  </a:lnTo>
                  <a:lnTo>
                    <a:pt x="224" y="150"/>
                  </a:lnTo>
                  <a:moveTo>
                    <a:pt x="65" y="129"/>
                  </a:moveTo>
                  <a:lnTo>
                    <a:pt x="65" y="129"/>
                  </a:lnTo>
                  <a:lnTo>
                    <a:pt x="287" y="200"/>
                  </a:lnTo>
                  <a:lnTo>
                    <a:pt x="287" y="200"/>
                  </a:lnTo>
                  <a:lnTo>
                    <a:pt x="65" y="129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235" y="16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1" name="Freeform 173">
              <a:extLst>
                <a:ext uri="{FF2B5EF4-FFF2-40B4-BE49-F238E27FC236}">
                  <a16:creationId xmlns:a16="http://schemas.microsoft.com/office/drawing/2014/main" id="{6F2DF366-6311-3C03-2D74-4313D1D5C5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6789" y="3460788"/>
              <a:ext cx="571500" cy="269875"/>
            </a:xfrm>
            <a:custGeom>
              <a:avLst/>
              <a:gdLst>
                <a:gd name="T0" fmla="*/ 3 w 360"/>
                <a:gd name="T1" fmla="*/ 114 h 170"/>
                <a:gd name="T2" fmla="*/ 3 w 360"/>
                <a:gd name="T3" fmla="*/ 114 h 170"/>
                <a:gd name="T4" fmla="*/ 76 w 360"/>
                <a:gd name="T5" fmla="*/ 139 h 170"/>
                <a:gd name="T6" fmla="*/ 3 w 360"/>
                <a:gd name="T7" fmla="*/ 114 h 170"/>
                <a:gd name="T8" fmla="*/ 351 w 360"/>
                <a:gd name="T9" fmla="*/ 2 h 170"/>
                <a:gd name="T10" fmla="*/ 0 w 360"/>
                <a:gd name="T11" fmla="*/ 107 h 170"/>
                <a:gd name="T12" fmla="*/ 0 w 360"/>
                <a:gd name="T13" fmla="*/ 108 h 170"/>
                <a:gd name="T14" fmla="*/ 3 w 360"/>
                <a:gd name="T15" fmla="*/ 108 h 170"/>
                <a:gd name="T16" fmla="*/ 2 w 360"/>
                <a:gd name="T17" fmla="*/ 109 h 170"/>
                <a:gd name="T18" fmla="*/ 186 w 360"/>
                <a:gd name="T19" fmla="*/ 170 h 170"/>
                <a:gd name="T20" fmla="*/ 186 w 360"/>
                <a:gd name="T21" fmla="*/ 170 h 170"/>
                <a:gd name="T22" fmla="*/ 6 w 360"/>
                <a:gd name="T23" fmla="*/ 110 h 170"/>
                <a:gd name="T24" fmla="*/ 345 w 360"/>
                <a:gd name="T25" fmla="*/ 9 h 170"/>
                <a:gd name="T26" fmla="*/ 351 w 360"/>
                <a:gd name="T27" fmla="*/ 3 h 170"/>
                <a:gd name="T28" fmla="*/ 351 w 360"/>
                <a:gd name="T29" fmla="*/ 2 h 170"/>
                <a:gd name="T30" fmla="*/ 360 w 360"/>
                <a:gd name="T31" fmla="*/ 0 h 170"/>
                <a:gd name="T32" fmla="*/ 357 w 360"/>
                <a:gd name="T33" fmla="*/ 1 h 170"/>
                <a:gd name="T34" fmla="*/ 355 w 360"/>
                <a:gd name="T35" fmla="*/ 4 h 170"/>
                <a:gd name="T36" fmla="*/ 355 w 360"/>
                <a:gd name="T37" fmla="*/ 5 h 170"/>
                <a:gd name="T38" fmla="*/ 360 w 360"/>
                <a:gd name="T3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170">
                  <a:moveTo>
                    <a:pt x="3" y="114"/>
                  </a:moveTo>
                  <a:lnTo>
                    <a:pt x="3" y="114"/>
                  </a:lnTo>
                  <a:lnTo>
                    <a:pt x="76" y="139"/>
                  </a:lnTo>
                  <a:lnTo>
                    <a:pt x="3" y="114"/>
                  </a:lnTo>
                  <a:close/>
                  <a:moveTo>
                    <a:pt x="351" y="2"/>
                  </a:moveTo>
                  <a:lnTo>
                    <a:pt x="0" y="107"/>
                  </a:lnTo>
                  <a:lnTo>
                    <a:pt x="0" y="108"/>
                  </a:lnTo>
                  <a:lnTo>
                    <a:pt x="3" y="108"/>
                  </a:lnTo>
                  <a:lnTo>
                    <a:pt x="2" y="109"/>
                  </a:lnTo>
                  <a:lnTo>
                    <a:pt x="186" y="170"/>
                  </a:lnTo>
                  <a:lnTo>
                    <a:pt x="186" y="170"/>
                  </a:lnTo>
                  <a:lnTo>
                    <a:pt x="6" y="110"/>
                  </a:lnTo>
                  <a:lnTo>
                    <a:pt x="345" y="9"/>
                  </a:lnTo>
                  <a:lnTo>
                    <a:pt x="351" y="3"/>
                  </a:lnTo>
                  <a:lnTo>
                    <a:pt x="351" y="2"/>
                  </a:lnTo>
                  <a:close/>
                  <a:moveTo>
                    <a:pt x="360" y="0"/>
                  </a:moveTo>
                  <a:lnTo>
                    <a:pt x="357" y="1"/>
                  </a:lnTo>
                  <a:lnTo>
                    <a:pt x="355" y="4"/>
                  </a:lnTo>
                  <a:lnTo>
                    <a:pt x="355" y="5"/>
                  </a:lnTo>
                  <a:lnTo>
                    <a:pt x="36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2" name="Freeform 174">
              <a:extLst>
                <a:ext uri="{FF2B5EF4-FFF2-40B4-BE49-F238E27FC236}">
                  <a16:creationId xmlns:a16="http://schemas.microsoft.com/office/drawing/2014/main" id="{F995FABD-B6C8-7EF6-DF85-D92490D745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6789" y="3460788"/>
              <a:ext cx="571500" cy="269875"/>
            </a:xfrm>
            <a:custGeom>
              <a:avLst/>
              <a:gdLst>
                <a:gd name="T0" fmla="*/ 3 w 360"/>
                <a:gd name="T1" fmla="*/ 114 h 170"/>
                <a:gd name="T2" fmla="*/ 3 w 360"/>
                <a:gd name="T3" fmla="*/ 114 h 170"/>
                <a:gd name="T4" fmla="*/ 76 w 360"/>
                <a:gd name="T5" fmla="*/ 139 h 170"/>
                <a:gd name="T6" fmla="*/ 3 w 360"/>
                <a:gd name="T7" fmla="*/ 114 h 170"/>
                <a:gd name="T8" fmla="*/ 351 w 360"/>
                <a:gd name="T9" fmla="*/ 2 h 170"/>
                <a:gd name="T10" fmla="*/ 0 w 360"/>
                <a:gd name="T11" fmla="*/ 107 h 170"/>
                <a:gd name="T12" fmla="*/ 0 w 360"/>
                <a:gd name="T13" fmla="*/ 108 h 170"/>
                <a:gd name="T14" fmla="*/ 3 w 360"/>
                <a:gd name="T15" fmla="*/ 108 h 170"/>
                <a:gd name="T16" fmla="*/ 2 w 360"/>
                <a:gd name="T17" fmla="*/ 109 h 170"/>
                <a:gd name="T18" fmla="*/ 186 w 360"/>
                <a:gd name="T19" fmla="*/ 170 h 170"/>
                <a:gd name="T20" fmla="*/ 186 w 360"/>
                <a:gd name="T21" fmla="*/ 170 h 170"/>
                <a:gd name="T22" fmla="*/ 6 w 360"/>
                <a:gd name="T23" fmla="*/ 110 h 170"/>
                <a:gd name="T24" fmla="*/ 345 w 360"/>
                <a:gd name="T25" fmla="*/ 9 h 170"/>
                <a:gd name="T26" fmla="*/ 351 w 360"/>
                <a:gd name="T27" fmla="*/ 3 h 170"/>
                <a:gd name="T28" fmla="*/ 351 w 360"/>
                <a:gd name="T29" fmla="*/ 2 h 170"/>
                <a:gd name="T30" fmla="*/ 360 w 360"/>
                <a:gd name="T31" fmla="*/ 0 h 170"/>
                <a:gd name="T32" fmla="*/ 357 w 360"/>
                <a:gd name="T33" fmla="*/ 1 h 170"/>
                <a:gd name="T34" fmla="*/ 355 w 360"/>
                <a:gd name="T35" fmla="*/ 4 h 170"/>
                <a:gd name="T36" fmla="*/ 355 w 360"/>
                <a:gd name="T37" fmla="*/ 5 h 170"/>
                <a:gd name="T38" fmla="*/ 360 w 360"/>
                <a:gd name="T3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170">
                  <a:moveTo>
                    <a:pt x="3" y="114"/>
                  </a:moveTo>
                  <a:lnTo>
                    <a:pt x="3" y="114"/>
                  </a:lnTo>
                  <a:lnTo>
                    <a:pt x="76" y="139"/>
                  </a:lnTo>
                  <a:lnTo>
                    <a:pt x="3" y="114"/>
                  </a:lnTo>
                  <a:moveTo>
                    <a:pt x="351" y="2"/>
                  </a:moveTo>
                  <a:lnTo>
                    <a:pt x="0" y="107"/>
                  </a:lnTo>
                  <a:lnTo>
                    <a:pt x="0" y="108"/>
                  </a:lnTo>
                  <a:lnTo>
                    <a:pt x="3" y="108"/>
                  </a:lnTo>
                  <a:lnTo>
                    <a:pt x="2" y="109"/>
                  </a:lnTo>
                  <a:lnTo>
                    <a:pt x="186" y="170"/>
                  </a:lnTo>
                  <a:lnTo>
                    <a:pt x="186" y="170"/>
                  </a:lnTo>
                  <a:lnTo>
                    <a:pt x="6" y="110"/>
                  </a:lnTo>
                  <a:lnTo>
                    <a:pt x="345" y="9"/>
                  </a:lnTo>
                  <a:lnTo>
                    <a:pt x="351" y="3"/>
                  </a:lnTo>
                  <a:lnTo>
                    <a:pt x="351" y="2"/>
                  </a:lnTo>
                  <a:moveTo>
                    <a:pt x="360" y="0"/>
                  </a:moveTo>
                  <a:lnTo>
                    <a:pt x="357" y="1"/>
                  </a:lnTo>
                  <a:lnTo>
                    <a:pt x="355" y="4"/>
                  </a:lnTo>
                  <a:lnTo>
                    <a:pt x="355" y="5"/>
                  </a:lnTo>
                  <a:lnTo>
                    <a:pt x="36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3" name="Freeform 175">
              <a:extLst>
                <a:ext uri="{FF2B5EF4-FFF2-40B4-BE49-F238E27FC236}">
                  <a16:creationId xmlns:a16="http://schemas.microsoft.com/office/drawing/2014/main" id="{700B44E4-0DF9-0F66-8508-07FEC1096F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7789" y="3632238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4" name="Freeform 176">
              <a:extLst>
                <a:ext uri="{FF2B5EF4-FFF2-40B4-BE49-F238E27FC236}">
                  <a16:creationId xmlns:a16="http://schemas.microsoft.com/office/drawing/2014/main" id="{076158AA-5AA5-3AF9-745C-CD5431D6D8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7789" y="3632238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5" name="Freeform 177">
              <a:extLst>
                <a:ext uri="{FF2B5EF4-FFF2-40B4-BE49-F238E27FC236}">
                  <a16:creationId xmlns:a16="http://schemas.microsoft.com/office/drawing/2014/main" id="{DB915343-756E-0C08-290F-105D65D6D8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2501" y="3632238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6" name="Freeform 178">
              <a:extLst>
                <a:ext uri="{FF2B5EF4-FFF2-40B4-BE49-F238E27FC236}">
                  <a16:creationId xmlns:a16="http://schemas.microsoft.com/office/drawing/2014/main" id="{2F2869C1-2C01-EE8E-803D-09DBE67D1F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2501" y="3632238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7" name="Freeform 179">
              <a:extLst>
                <a:ext uri="{FF2B5EF4-FFF2-40B4-BE49-F238E27FC236}">
                  <a16:creationId xmlns:a16="http://schemas.microsoft.com/office/drawing/2014/main" id="{FB94AD53-48C8-A810-4BA5-0F3D9B32E4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3126" y="4291050"/>
              <a:ext cx="1260475" cy="331788"/>
            </a:xfrm>
            <a:custGeom>
              <a:avLst/>
              <a:gdLst>
                <a:gd name="T0" fmla="*/ 249 w 794"/>
                <a:gd name="T1" fmla="*/ 171 h 209"/>
                <a:gd name="T2" fmla="*/ 293 w 794"/>
                <a:gd name="T3" fmla="*/ 201 h 209"/>
                <a:gd name="T4" fmla="*/ 293 w 794"/>
                <a:gd name="T5" fmla="*/ 201 h 209"/>
                <a:gd name="T6" fmla="*/ 249 w 794"/>
                <a:gd name="T7" fmla="*/ 171 h 209"/>
                <a:gd name="T8" fmla="*/ 781 w 794"/>
                <a:gd name="T9" fmla="*/ 6 h 209"/>
                <a:gd name="T10" fmla="*/ 312 w 794"/>
                <a:gd name="T11" fmla="*/ 209 h 209"/>
                <a:gd name="T12" fmla="*/ 312 w 794"/>
                <a:gd name="T13" fmla="*/ 209 h 209"/>
                <a:gd name="T14" fmla="*/ 781 w 794"/>
                <a:gd name="T15" fmla="*/ 6 h 209"/>
                <a:gd name="T16" fmla="*/ 781 w 794"/>
                <a:gd name="T17" fmla="*/ 6 h 209"/>
                <a:gd name="T18" fmla="*/ 785 w 794"/>
                <a:gd name="T19" fmla="*/ 1 h 209"/>
                <a:gd name="T20" fmla="*/ 786 w 794"/>
                <a:gd name="T21" fmla="*/ 4 h 209"/>
                <a:gd name="T22" fmla="*/ 794 w 794"/>
                <a:gd name="T23" fmla="*/ 1 h 209"/>
                <a:gd name="T24" fmla="*/ 785 w 794"/>
                <a:gd name="T25" fmla="*/ 1 h 209"/>
                <a:gd name="T26" fmla="*/ 9 w 794"/>
                <a:gd name="T27" fmla="*/ 0 h 209"/>
                <a:gd name="T28" fmla="*/ 9 w 794"/>
                <a:gd name="T29" fmla="*/ 1 h 209"/>
                <a:gd name="T30" fmla="*/ 238 w 794"/>
                <a:gd name="T31" fmla="*/ 159 h 209"/>
                <a:gd name="T32" fmla="*/ 15 w 794"/>
                <a:gd name="T33" fmla="*/ 4 h 209"/>
                <a:gd name="T34" fmla="*/ 772 w 794"/>
                <a:gd name="T35" fmla="*/ 5 h 209"/>
                <a:gd name="T36" fmla="*/ 366 w 794"/>
                <a:gd name="T37" fmla="*/ 180 h 209"/>
                <a:gd name="T38" fmla="*/ 782 w 794"/>
                <a:gd name="T39" fmla="*/ 1 h 209"/>
                <a:gd name="T40" fmla="*/ 783 w 794"/>
                <a:gd name="T41" fmla="*/ 1 h 209"/>
                <a:gd name="T42" fmla="*/ 9 w 794"/>
                <a:gd name="T43" fmla="*/ 0 h 209"/>
                <a:gd name="T44" fmla="*/ 0 w 794"/>
                <a:gd name="T45" fmla="*/ 0 h 209"/>
                <a:gd name="T46" fmla="*/ 2 w 794"/>
                <a:gd name="T47" fmla="*/ 1 h 209"/>
                <a:gd name="T48" fmla="*/ 2 w 794"/>
                <a:gd name="T49" fmla="*/ 1 h 209"/>
                <a:gd name="T50" fmla="*/ 0 w 794"/>
                <a:gd name="T51" fmla="*/ 0 h 209"/>
                <a:gd name="T52" fmla="*/ 0 w 794"/>
                <a:gd name="T5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94" h="209">
                  <a:moveTo>
                    <a:pt x="249" y="171"/>
                  </a:moveTo>
                  <a:lnTo>
                    <a:pt x="293" y="201"/>
                  </a:lnTo>
                  <a:lnTo>
                    <a:pt x="293" y="201"/>
                  </a:lnTo>
                  <a:lnTo>
                    <a:pt x="249" y="171"/>
                  </a:lnTo>
                  <a:close/>
                  <a:moveTo>
                    <a:pt x="781" y="6"/>
                  </a:moveTo>
                  <a:lnTo>
                    <a:pt x="312" y="209"/>
                  </a:lnTo>
                  <a:lnTo>
                    <a:pt x="312" y="209"/>
                  </a:lnTo>
                  <a:lnTo>
                    <a:pt x="781" y="6"/>
                  </a:lnTo>
                  <a:lnTo>
                    <a:pt x="781" y="6"/>
                  </a:lnTo>
                  <a:close/>
                  <a:moveTo>
                    <a:pt x="785" y="1"/>
                  </a:moveTo>
                  <a:lnTo>
                    <a:pt x="786" y="4"/>
                  </a:lnTo>
                  <a:lnTo>
                    <a:pt x="794" y="1"/>
                  </a:lnTo>
                  <a:lnTo>
                    <a:pt x="785" y="1"/>
                  </a:lnTo>
                  <a:close/>
                  <a:moveTo>
                    <a:pt x="9" y="0"/>
                  </a:moveTo>
                  <a:lnTo>
                    <a:pt x="9" y="1"/>
                  </a:lnTo>
                  <a:lnTo>
                    <a:pt x="238" y="159"/>
                  </a:lnTo>
                  <a:lnTo>
                    <a:pt x="15" y="4"/>
                  </a:lnTo>
                  <a:lnTo>
                    <a:pt x="772" y="5"/>
                  </a:lnTo>
                  <a:lnTo>
                    <a:pt x="366" y="180"/>
                  </a:lnTo>
                  <a:lnTo>
                    <a:pt x="782" y="1"/>
                  </a:lnTo>
                  <a:lnTo>
                    <a:pt x="783" y="1"/>
                  </a:lnTo>
                  <a:lnTo>
                    <a:pt x="9" y="0"/>
                  </a:lnTo>
                  <a:close/>
                  <a:moveTo>
                    <a:pt x="0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8" name="Freeform 180">
              <a:extLst>
                <a:ext uri="{FF2B5EF4-FFF2-40B4-BE49-F238E27FC236}">
                  <a16:creationId xmlns:a16="http://schemas.microsoft.com/office/drawing/2014/main" id="{46423FA1-F773-47A1-15DB-AD571CBCBB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3126" y="4291050"/>
              <a:ext cx="1260475" cy="331788"/>
            </a:xfrm>
            <a:custGeom>
              <a:avLst/>
              <a:gdLst>
                <a:gd name="T0" fmla="*/ 249 w 794"/>
                <a:gd name="T1" fmla="*/ 171 h 209"/>
                <a:gd name="T2" fmla="*/ 293 w 794"/>
                <a:gd name="T3" fmla="*/ 201 h 209"/>
                <a:gd name="T4" fmla="*/ 293 w 794"/>
                <a:gd name="T5" fmla="*/ 201 h 209"/>
                <a:gd name="T6" fmla="*/ 249 w 794"/>
                <a:gd name="T7" fmla="*/ 171 h 209"/>
                <a:gd name="T8" fmla="*/ 781 w 794"/>
                <a:gd name="T9" fmla="*/ 6 h 209"/>
                <a:gd name="T10" fmla="*/ 312 w 794"/>
                <a:gd name="T11" fmla="*/ 209 h 209"/>
                <a:gd name="T12" fmla="*/ 312 w 794"/>
                <a:gd name="T13" fmla="*/ 209 h 209"/>
                <a:gd name="T14" fmla="*/ 781 w 794"/>
                <a:gd name="T15" fmla="*/ 6 h 209"/>
                <a:gd name="T16" fmla="*/ 781 w 794"/>
                <a:gd name="T17" fmla="*/ 6 h 209"/>
                <a:gd name="T18" fmla="*/ 785 w 794"/>
                <a:gd name="T19" fmla="*/ 1 h 209"/>
                <a:gd name="T20" fmla="*/ 786 w 794"/>
                <a:gd name="T21" fmla="*/ 4 h 209"/>
                <a:gd name="T22" fmla="*/ 794 w 794"/>
                <a:gd name="T23" fmla="*/ 1 h 209"/>
                <a:gd name="T24" fmla="*/ 785 w 794"/>
                <a:gd name="T25" fmla="*/ 1 h 209"/>
                <a:gd name="T26" fmla="*/ 9 w 794"/>
                <a:gd name="T27" fmla="*/ 0 h 209"/>
                <a:gd name="T28" fmla="*/ 9 w 794"/>
                <a:gd name="T29" fmla="*/ 1 h 209"/>
                <a:gd name="T30" fmla="*/ 238 w 794"/>
                <a:gd name="T31" fmla="*/ 159 h 209"/>
                <a:gd name="T32" fmla="*/ 15 w 794"/>
                <a:gd name="T33" fmla="*/ 4 h 209"/>
                <a:gd name="T34" fmla="*/ 772 w 794"/>
                <a:gd name="T35" fmla="*/ 5 h 209"/>
                <a:gd name="T36" fmla="*/ 366 w 794"/>
                <a:gd name="T37" fmla="*/ 180 h 209"/>
                <a:gd name="T38" fmla="*/ 782 w 794"/>
                <a:gd name="T39" fmla="*/ 1 h 209"/>
                <a:gd name="T40" fmla="*/ 783 w 794"/>
                <a:gd name="T41" fmla="*/ 1 h 209"/>
                <a:gd name="T42" fmla="*/ 9 w 794"/>
                <a:gd name="T43" fmla="*/ 0 h 209"/>
                <a:gd name="T44" fmla="*/ 0 w 794"/>
                <a:gd name="T45" fmla="*/ 0 h 209"/>
                <a:gd name="T46" fmla="*/ 2 w 794"/>
                <a:gd name="T47" fmla="*/ 1 h 209"/>
                <a:gd name="T48" fmla="*/ 2 w 794"/>
                <a:gd name="T49" fmla="*/ 1 h 209"/>
                <a:gd name="T50" fmla="*/ 0 w 794"/>
                <a:gd name="T51" fmla="*/ 0 h 209"/>
                <a:gd name="T52" fmla="*/ 0 w 794"/>
                <a:gd name="T5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94" h="209">
                  <a:moveTo>
                    <a:pt x="249" y="171"/>
                  </a:moveTo>
                  <a:lnTo>
                    <a:pt x="293" y="201"/>
                  </a:lnTo>
                  <a:lnTo>
                    <a:pt x="293" y="201"/>
                  </a:lnTo>
                  <a:lnTo>
                    <a:pt x="249" y="171"/>
                  </a:lnTo>
                  <a:moveTo>
                    <a:pt x="781" y="6"/>
                  </a:moveTo>
                  <a:lnTo>
                    <a:pt x="312" y="209"/>
                  </a:lnTo>
                  <a:lnTo>
                    <a:pt x="312" y="209"/>
                  </a:lnTo>
                  <a:lnTo>
                    <a:pt x="781" y="6"/>
                  </a:lnTo>
                  <a:lnTo>
                    <a:pt x="781" y="6"/>
                  </a:lnTo>
                  <a:moveTo>
                    <a:pt x="785" y="1"/>
                  </a:moveTo>
                  <a:lnTo>
                    <a:pt x="786" y="4"/>
                  </a:lnTo>
                  <a:lnTo>
                    <a:pt x="794" y="1"/>
                  </a:lnTo>
                  <a:lnTo>
                    <a:pt x="785" y="1"/>
                  </a:lnTo>
                  <a:moveTo>
                    <a:pt x="9" y="0"/>
                  </a:moveTo>
                  <a:lnTo>
                    <a:pt x="9" y="1"/>
                  </a:lnTo>
                  <a:lnTo>
                    <a:pt x="238" y="159"/>
                  </a:lnTo>
                  <a:lnTo>
                    <a:pt x="15" y="4"/>
                  </a:lnTo>
                  <a:lnTo>
                    <a:pt x="772" y="5"/>
                  </a:lnTo>
                  <a:lnTo>
                    <a:pt x="366" y="180"/>
                  </a:lnTo>
                  <a:lnTo>
                    <a:pt x="782" y="1"/>
                  </a:lnTo>
                  <a:lnTo>
                    <a:pt x="783" y="1"/>
                  </a:lnTo>
                  <a:lnTo>
                    <a:pt x="9" y="0"/>
                  </a:lnTo>
                  <a:moveTo>
                    <a:pt x="0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9" name="Freeform 181">
              <a:extLst>
                <a:ext uri="{FF2B5EF4-FFF2-40B4-BE49-F238E27FC236}">
                  <a16:creationId xmlns:a16="http://schemas.microsoft.com/office/drawing/2014/main" id="{4D8BEE9D-58AA-DBCC-6511-4C02AF6465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7414" y="4292638"/>
              <a:ext cx="481013" cy="330200"/>
            </a:xfrm>
            <a:custGeom>
              <a:avLst/>
              <a:gdLst>
                <a:gd name="T0" fmla="*/ 303 w 303"/>
                <a:gd name="T1" fmla="*/ 208 h 208"/>
                <a:gd name="T2" fmla="*/ 302 w 303"/>
                <a:gd name="T3" fmla="*/ 208 h 208"/>
                <a:gd name="T4" fmla="*/ 303 w 303"/>
                <a:gd name="T5" fmla="*/ 208 h 208"/>
                <a:gd name="T6" fmla="*/ 303 w 303"/>
                <a:gd name="T7" fmla="*/ 208 h 208"/>
                <a:gd name="T8" fmla="*/ 0 w 303"/>
                <a:gd name="T9" fmla="*/ 0 h 208"/>
                <a:gd name="T10" fmla="*/ 0 w 303"/>
                <a:gd name="T11" fmla="*/ 0 h 208"/>
                <a:gd name="T12" fmla="*/ 3 w 303"/>
                <a:gd name="T13" fmla="*/ 2 h 208"/>
                <a:gd name="T14" fmla="*/ 2 w 303"/>
                <a:gd name="T15" fmla="*/ 2 h 208"/>
                <a:gd name="T16" fmla="*/ 5 w 303"/>
                <a:gd name="T17" fmla="*/ 8 h 208"/>
                <a:gd name="T18" fmla="*/ 240 w 303"/>
                <a:gd name="T19" fmla="*/ 170 h 208"/>
                <a:gd name="T20" fmla="*/ 284 w 303"/>
                <a:gd name="T21" fmla="*/ 200 h 208"/>
                <a:gd name="T22" fmla="*/ 284 w 303"/>
                <a:gd name="T23" fmla="*/ 200 h 208"/>
                <a:gd name="T24" fmla="*/ 292 w 303"/>
                <a:gd name="T25" fmla="*/ 203 h 208"/>
                <a:gd name="T26" fmla="*/ 288 w 303"/>
                <a:gd name="T27" fmla="*/ 198 h 208"/>
                <a:gd name="T28" fmla="*/ 229 w 303"/>
                <a:gd name="T29" fmla="*/ 158 h 208"/>
                <a:gd name="T30" fmla="*/ 0 w 303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3" h="208">
                  <a:moveTo>
                    <a:pt x="303" y="208"/>
                  </a:moveTo>
                  <a:lnTo>
                    <a:pt x="302" y="208"/>
                  </a:lnTo>
                  <a:lnTo>
                    <a:pt x="303" y="208"/>
                  </a:lnTo>
                  <a:lnTo>
                    <a:pt x="303" y="20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2" y="2"/>
                  </a:lnTo>
                  <a:lnTo>
                    <a:pt x="5" y="8"/>
                  </a:lnTo>
                  <a:lnTo>
                    <a:pt x="240" y="170"/>
                  </a:lnTo>
                  <a:lnTo>
                    <a:pt x="284" y="200"/>
                  </a:lnTo>
                  <a:lnTo>
                    <a:pt x="284" y="200"/>
                  </a:lnTo>
                  <a:lnTo>
                    <a:pt x="292" y="203"/>
                  </a:lnTo>
                  <a:lnTo>
                    <a:pt x="288" y="198"/>
                  </a:lnTo>
                  <a:lnTo>
                    <a:pt x="229" y="1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0" name="Freeform 182">
              <a:extLst>
                <a:ext uri="{FF2B5EF4-FFF2-40B4-BE49-F238E27FC236}">
                  <a16:creationId xmlns:a16="http://schemas.microsoft.com/office/drawing/2014/main" id="{12EAD591-5F61-CE30-B6BF-E8332DDA9B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7414" y="4292638"/>
              <a:ext cx="481013" cy="330200"/>
            </a:xfrm>
            <a:custGeom>
              <a:avLst/>
              <a:gdLst>
                <a:gd name="T0" fmla="*/ 303 w 303"/>
                <a:gd name="T1" fmla="*/ 208 h 208"/>
                <a:gd name="T2" fmla="*/ 302 w 303"/>
                <a:gd name="T3" fmla="*/ 208 h 208"/>
                <a:gd name="T4" fmla="*/ 303 w 303"/>
                <a:gd name="T5" fmla="*/ 208 h 208"/>
                <a:gd name="T6" fmla="*/ 303 w 303"/>
                <a:gd name="T7" fmla="*/ 208 h 208"/>
                <a:gd name="T8" fmla="*/ 0 w 303"/>
                <a:gd name="T9" fmla="*/ 0 h 208"/>
                <a:gd name="T10" fmla="*/ 0 w 303"/>
                <a:gd name="T11" fmla="*/ 0 h 208"/>
                <a:gd name="T12" fmla="*/ 3 w 303"/>
                <a:gd name="T13" fmla="*/ 2 h 208"/>
                <a:gd name="T14" fmla="*/ 2 w 303"/>
                <a:gd name="T15" fmla="*/ 2 h 208"/>
                <a:gd name="T16" fmla="*/ 5 w 303"/>
                <a:gd name="T17" fmla="*/ 8 h 208"/>
                <a:gd name="T18" fmla="*/ 240 w 303"/>
                <a:gd name="T19" fmla="*/ 170 h 208"/>
                <a:gd name="T20" fmla="*/ 284 w 303"/>
                <a:gd name="T21" fmla="*/ 200 h 208"/>
                <a:gd name="T22" fmla="*/ 284 w 303"/>
                <a:gd name="T23" fmla="*/ 200 h 208"/>
                <a:gd name="T24" fmla="*/ 292 w 303"/>
                <a:gd name="T25" fmla="*/ 203 h 208"/>
                <a:gd name="T26" fmla="*/ 288 w 303"/>
                <a:gd name="T27" fmla="*/ 198 h 208"/>
                <a:gd name="T28" fmla="*/ 229 w 303"/>
                <a:gd name="T29" fmla="*/ 158 h 208"/>
                <a:gd name="T30" fmla="*/ 0 w 303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3" h="208">
                  <a:moveTo>
                    <a:pt x="303" y="208"/>
                  </a:moveTo>
                  <a:lnTo>
                    <a:pt x="302" y="208"/>
                  </a:lnTo>
                  <a:lnTo>
                    <a:pt x="303" y="208"/>
                  </a:lnTo>
                  <a:lnTo>
                    <a:pt x="303" y="208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2" y="2"/>
                  </a:lnTo>
                  <a:lnTo>
                    <a:pt x="5" y="8"/>
                  </a:lnTo>
                  <a:lnTo>
                    <a:pt x="240" y="170"/>
                  </a:lnTo>
                  <a:lnTo>
                    <a:pt x="284" y="200"/>
                  </a:lnTo>
                  <a:lnTo>
                    <a:pt x="284" y="200"/>
                  </a:lnTo>
                  <a:lnTo>
                    <a:pt x="292" y="203"/>
                  </a:lnTo>
                  <a:lnTo>
                    <a:pt x="288" y="198"/>
                  </a:lnTo>
                  <a:lnTo>
                    <a:pt x="229" y="15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1" name="Freeform 183">
              <a:extLst>
                <a:ext uri="{FF2B5EF4-FFF2-40B4-BE49-F238E27FC236}">
                  <a16:creationId xmlns:a16="http://schemas.microsoft.com/office/drawing/2014/main" id="{29FCD618-2AC9-CCAA-4754-6EB72109B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05089" y="4500600"/>
              <a:ext cx="933450" cy="398463"/>
            </a:xfrm>
            <a:custGeom>
              <a:avLst/>
              <a:gdLst>
                <a:gd name="T0" fmla="*/ 40 w 588"/>
                <a:gd name="T1" fmla="*/ 35 h 251"/>
                <a:gd name="T2" fmla="*/ 549 w 588"/>
                <a:gd name="T3" fmla="*/ 251 h 251"/>
                <a:gd name="T4" fmla="*/ 549 w 588"/>
                <a:gd name="T5" fmla="*/ 251 h 251"/>
                <a:gd name="T6" fmla="*/ 40 w 588"/>
                <a:gd name="T7" fmla="*/ 35 h 251"/>
                <a:gd name="T8" fmla="*/ 7 w 588"/>
                <a:gd name="T9" fmla="*/ 22 h 251"/>
                <a:gd name="T10" fmla="*/ 0 w 588"/>
                <a:gd name="T11" fmla="*/ 22 h 251"/>
                <a:gd name="T12" fmla="*/ 3 w 588"/>
                <a:gd name="T13" fmla="*/ 24 h 251"/>
                <a:gd name="T14" fmla="*/ 7 w 588"/>
                <a:gd name="T15" fmla="*/ 23 h 251"/>
                <a:gd name="T16" fmla="*/ 7 w 588"/>
                <a:gd name="T17" fmla="*/ 22 h 251"/>
                <a:gd name="T18" fmla="*/ 588 w 588"/>
                <a:gd name="T19" fmla="*/ 0 h 251"/>
                <a:gd name="T20" fmla="*/ 587 w 588"/>
                <a:gd name="T21" fmla="*/ 0 h 251"/>
                <a:gd name="T22" fmla="*/ 587 w 588"/>
                <a:gd name="T23" fmla="*/ 1 h 251"/>
                <a:gd name="T24" fmla="*/ 588 w 588"/>
                <a:gd name="T25" fmla="*/ 1 h 251"/>
                <a:gd name="T26" fmla="*/ 588 w 588"/>
                <a:gd name="T27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251">
                  <a:moveTo>
                    <a:pt x="40" y="35"/>
                  </a:moveTo>
                  <a:lnTo>
                    <a:pt x="549" y="251"/>
                  </a:lnTo>
                  <a:lnTo>
                    <a:pt x="549" y="251"/>
                  </a:lnTo>
                  <a:lnTo>
                    <a:pt x="40" y="35"/>
                  </a:lnTo>
                  <a:close/>
                  <a:moveTo>
                    <a:pt x="7" y="22"/>
                  </a:moveTo>
                  <a:lnTo>
                    <a:pt x="0" y="22"/>
                  </a:lnTo>
                  <a:lnTo>
                    <a:pt x="3" y="24"/>
                  </a:lnTo>
                  <a:lnTo>
                    <a:pt x="7" y="23"/>
                  </a:lnTo>
                  <a:lnTo>
                    <a:pt x="7" y="22"/>
                  </a:lnTo>
                  <a:close/>
                  <a:moveTo>
                    <a:pt x="588" y="0"/>
                  </a:moveTo>
                  <a:lnTo>
                    <a:pt x="587" y="0"/>
                  </a:lnTo>
                  <a:lnTo>
                    <a:pt x="587" y="1"/>
                  </a:lnTo>
                  <a:lnTo>
                    <a:pt x="588" y="1"/>
                  </a:lnTo>
                  <a:lnTo>
                    <a:pt x="58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2" name="Freeform 184">
              <a:extLst>
                <a:ext uri="{FF2B5EF4-FFF2-40B4-BE49-F238E27FC236}">
                  <a16:creationId xmlns:a16="http://schemas.microsoft.com/office/drawing/2014/main" id="{0DEC4467-36E1-B57A-F3C1-D52BDE10BC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05089" y="4500600"/>
              <a:ext cx="933450" cy="398463"/>
            </a:xfrm>
            <a:custGeom>
              <a:avLst/>
              <a:gdLst>
                <a:gd name="T0" fmla="*/ 40 w 588"/>
                <a:gd name="T1" fmla="*/ 35 h 251"/>
                <a:gd name="T2" fmla="*/ 549 w 588"/>
                <a:gd name="T3" fmla="*/ 251 h 251"/>
                <a:gd name="T4" fmla="*/ 549 w 588"/>
                <a:gd name="T5" fmla="*/ 251 h 251"/>
                <a:gd name="T6" fmla="*/ 40 w 588"/>
                <a:gd name="T7" fmla="*/ 35 h 251"/>
                <a:gd name="T8" fmla="*/ 7 w 588"/>
                <a:gd name="T9" fmla="*/ 22 h 251"/>
                <a:gd name="T10" fmla="*/ 0 w 588"/>
                <a:gd name="T11" fmla="*/ 22 h 251"/>
                <a:gd name="T12" fmla="*/ 3 w 588"/>
                <a:gd name="T13" fmla="*/ 24 h 251"/>
                <a:gd name="T14" fmla="*/ 7 w 588"/>
                <a:gd name="T15" fmla="*/ 23 h 251"/>
                <a:gd name="T16" fmla="*/ 7 w 588"/>
                <a:gd name="T17" fmla="*/ 22 h 251"/>
                <a:gd name="T18" fmla="*/ 588 w 588"/>
                <a:gd name="T19" fmla="*/ 0 h 251"/>
                <a:gd name="T20" fmla="*/ 587 w 588"/>
                <a:gd name="T21" fmla="*/ 0 h 251"/>
                <a:gd name="T22" fmla="*/ 587 w 588"/>
                <a:gd name="T23" fmla="*/ 1 h 251"/>
                <a:gd name="T24" fmla="*/ 588 w 588"/>
                <a:gd name="T25" fmla="*/ 1 h 251"/>
                <a:gd name="T26" fmla="*/ 588 w 588"/>
                <a:gd name="T27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251">
                  <a:moveTo>
                    <a:pt x="40" y="35"/>
                  </a:moveTo>
                  <a:lnTo>
                    <a:pt x="549" y="251"/>
                  </a:lnTo>
                  <a:lnTo>
                    <a:pt x="549" y="251"/>
                  </a:lnTo>
                  <a:lnTo>
                    <a:pt x="40" y="35"/>
                  </a:lnTo>
                  <a:moveTo>
                    <a:pt x="7" y="22"/>
                  </a:moveTo>
                  <a:lnTo>
                    <a:pt x="0" y="22"/>
                  </a:lnTo>
                  <a:lnTo>
                    <a:pt x="3" y="24"/>
                  </a:lnTo>
                  <a:lnTo>
                    <a:pt x="7" y="23"/>
                  </a:lnTo>
                  <a:lnTo>
                    <a:pt x="7" y="22"/>
                  </a:lnTo>
                  <a:moveTo>
                    <a:pt x="588" y="0"/>
                  </a:moveTo>
                  <a:lnTo>
                    <a:pt x="587" y="0"/>
                  </a:lnTo>
                  <a:lnTo>
                    <a:pt x="587" y="1"/>
                  </a:lnTo>
                  <a:lnTo>
                    <a:pt x="588" y="1"/>
                  </a:lnTo>
                  <a:lnTo>
                    <a:pt x="58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3" name="Freeform 185">
              <a:extLst>
                <a:ext uri="{FF2B5EF4-FFF2-40B4-BE49-F238E27FC236}">
                  <a16:creationId xmlns:a16="http://schemas.microsoft.com/office/drawing/2014/main" id="{96178A2F-D8C7-3DDD-FED8-FDA03459A229}"/>
                </a:ext>
              </a:extLst>
            </p:cNvPr>
            <p:cNvSpPr/>
            <p:nvPr/>
          </p:nvSpPr>
          <p:spPr bwMode="auto">
            <a:xfrm>
              <a:off x="2925826" y="4289463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4" name="Freeform 186">
              <a:extLst>
                <a:ext uri="{FF2B5EF4-FFF2-40B4-BE49-F238E27FC236}">
                  <a16:creationId xmlns:a16="http://schemas.microsoft.com/office/drawing/2014/main" id="{F9F22EF0-EDF5-83F3-0ACB-15ACA5CFFCFC}"/>
                </a:ext>
              </a:extLst>
            </p:cNvPr>
            <p:cNvSpPr/>
            <p:nvPr/>
          </p:nvSpPr>
          <p:spPr bwMode="auto">
            <a:xfrm>
              <a:off x="2925826" y="4289463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5" name="Freeform 187">
              <a:extLst>
                <a:ext uri="{FF2B5EF4-FFF2-40B4-BE49-F238E27FC236}">
                  <a16:creationId xmlns:a16="http://schemas.microsoft.com/office/drawing/2014/main" id="{33D1B1F8-219F-D7A2-3768-EFF370301CFE}"/>
                </a:ext>
              </a:extLst>
            </p:cNvPr>
            <p:cNvSpPr/>
            <p:nvPr/>
          </p:nvSpPr>
          <p:spPr bwMode="auto">
            <a:xfrm>
              <a:off x="2925826" y="429105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6" name="Freeform 188">
              <a:extLst>
                <a:ext uri="{FF2B5EF4-FFF2-40B4-BE49-F238E27FC236}">
                  <a16:creationId xmlns:a16="http://schemas.microsoft.com/office/drawing/2014/main" id="{D121F362-DAB2-5BFC-AE58-B6CE60ED3A8B}"/>
                </a:ext>
              </a:extLst>
            </p:cNvPr>
            <p:cNvSpPr/>
            <p:nvPr/>
          </p:nvSpPr>
          <p:spPr bwMode="auto">
            <a:xfrm>
              <a:off x="2925826" y="429105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7" name="Rectangle 189">
              <a:extLst>
                <a:ext uri="{FF2B5EF4-FFF2-40B4-BE49-F238E27FC236}">
                  <a16:creationId xmlns:a16="http://schemas.microsoft.com/office/drawing/2014/main" id="{55381634-FD3F-6085-3217-82D805BB7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7414" y="429105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8" name="Rectangle 190">
              <a:extLst>
                <a:ext uri="{FF2B5EF4-FFF2-40B4-BE49-F238E27FC236}">
                  <a16:creationId xmlns:a16="http://schemas.microsoft.com/office/drawing/2014/main" id="{778B798B-C52F-D3D4-9A47-ECAD66859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7414" y="429105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9" name="Freeform 191">
              <a:extLst>
                <a:ext uri="{FF2B5EF4-FFF2-40B4-BE49-F238E27FC236}">
                  <a16:creationId xmlns:a16="http://schemas.microsoft.com/office/drawing/2014/main" id="{331AF981-FD14-162B-3C8A-C696F5938B6C}"/>
                </a:ext>
              </a:extLst>
            </p:cNvPr>
            <p:cNvSpPr/>
            <p:nvPr/>
          </p:nvSpPr>
          <p:spPr bwMode="auto">
            <a:xfrm>
              <a:off x="2128901" y="4292638"/>
              <a:ext cx="787400" cy="241300"/>
            </a:xfrm>
            <a:custGeom>
              <a:avLst/>
              <a:gdLst>
                <a:gd name="T0" fmla="*/ 496 w 496"/>
                <a:gd name="T1" fmla="*/ 0 h 152"/>
                <a:gd name="T2" fmla="*/ 0 w 496"/>
                <a:gd name="T3" fmla="*/ 152 h 152"/>
                <a:gd name="T4" fmla="*/ 0 w 496"/>
                <a:gd name="T5" fmla="*/ 152 h 152"/>
                <a:gd name="T6" fmla="*/ 496 w 496"/>
                <a:gd name="T7" fmla="*/ 0 h 152"/>
                <a:gd name="T8" fmla="*/ 496 w 496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152">
                  <a:moveTo>
                    <a:pt x="496" y="0"/>
                  </a:moveTo>
                  <a:lnTo>
                    <a:pt x="0" y="152"/>
                  </a:lnTo>
                  <a:lnTo>
                    <a:pt x="0" y="152"/>
                  </a:lnTo>
                  <a:lnTo>
                    <a:pt x="496" y="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0" name="Freeform 192">
              <a:extLst>
                <a:ext uri="{FF2B5EF4-FFF2-40B4-BE49-F238E27FC236}">
                  <a16:creationId xmlns:a16="http://schemas.microsoft.com/office/drawing/2014/main" id="{B6F3A1B0-D580-F55A-5273-A0CF6D891724}"/>
                </a:ext>
              </a:extLst>
            </p:cNvPr>
            <p:cNvSpPr/>
            <p:nvPr/>
          </p:nvSpPr>
          <p:spPr bwMode="auto">
            <a:xfrm>
              <a:off x="2128901" y="4292638"/>
              <a:ext cx="787400" cy="241300"/>
            </a:xfrm>
            <a:custGeom>
              <a:avLst/>
              <a:gdLst>
                <a:gd name="T0" fmla="*/ 496 w 496"/>
                <a:gd name="T1" fmla="*/ 0 h 152"/>
                <a:gd name="T2" fmla="*/ 0 w 496"/>
                <a:gd name="T3" fmla="*/ 152 h 152"/>
                <a:gd name="T4" fmla="*/ 0 w 496"/>
                <a:gd name="T5" fmla="*/ 152 h 152"/>
                <a:gd name="T6" fmla="*/ 496 w 496"/>
                <a:gd name="T7" fmla="*/ 0 h 152"/>
                <a:gd name="T8" fmla="*/ 496 w 496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152">
                  <a:moveTo>
                    <a:pt x="496" y="0"/>
                  </a:moveTo>
                  <a:lnTo>
                    <a:pt x="0" y="152"/>
                  </a:lnTo>
                  <a:lnTo>
                    <a:pt x="0" y="152"/>
                  </a:lnTo>
                  <a:lnTo>
                    <a:pt x="496" y="0"/>
                  </a:lnTo>
                  <a:lnTo>
                    <a:pt x="49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1" name="Rectangle 193">
              <a:extLst>
                <a:ext uri="{FF2B5EF4-FFF2-40B4-BE49-F238E27FC236}">
                  <a16:creationId xmlns:a16="http://schemas.microsoft.com/office/drawing/2014/main" id="{14CFD36B-6024-401B-1894-A5CF91C88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6301" y="429263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2" name="Rectangle 194">
              <a:extLst>
                <a:ext uri="{FF2B5EF4-FFF2-40B4-BE49-F238E27FC236}">
                  <a16:creationId xmlns:a16="http://schemas.microsoft.com/office/drawing/2014/main" id="{44296588-BDC0-BA0B-9B03-611BBC8AF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6301" y="429263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3" name="Freeform 195">
              <a:extLst>
                <a:ext uri="{FF2B5EF4-FFF2-40B4-BE49-F238E27FC236}">
                  <a16:creationId xmlns:a16="http://schemas.microsoft.com/office/drawing/2014/main" id="{5D88E7D4-AF0F-56E4-92C2-E459B598DA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9539" y="4298988"/>
              <a:ext cx="882650" cy="234950"/>
            </a:xfrm>
            <a:custGeom>
              <a:avLst/>
              <a:gdLst>
                <a:gd name="T0" fmla="*/ 495 w 556"/>
                <a:gd name="T1" fmla="*/ 4 h 148"/>
                <a:gd name="T2" fmla="*/ 556 w 556"/>
                <a:gd name="T3" fmla="*/ 122 h 148"/>
                <a:gd name="T4" fmla="*/ 495 w 556"/>
                <a:gd name="T5" fmla="*/ 4 h 148"/>
                <a:gd name="T6" fmla="*/ 495 w 556"/>
                <a:gd name="T7" fmla="*/ 4 h 148"/>
                <a:gd name="T8" fmla="*/ 0 w 556"/>
                <a:gd name="T9" fmla="*/ 148 h 148"/>
                <a:gd name="T10" fmla="*/ 487 w 556"/>
                <a:gd name="T11" fmla="*/ 0 h 148"/>
                <a:gd name="T12" fmla="*/ 553 w 556"/>
                <a:gd name="T13" fmla="*/ 127 h 148"/>
                <a:gd name="T14" fmla="*/ 0 w 556"/>
                <a:gd name="T15" fmla="*/ 148 h 148"/>
                <a:gd name="T16" fmla="*/ 487 w 556"/>
                <a:gd name="T17" fmla="*/ 0 h 148"/>
                <a:gd name="T18" fmla="*/ 0 w 556"/>
                <a:gd name="T19" fmla="*/ 148 h 148"/>
                <a:gd name="T20" fmla="*/ 553 w 556"/>
                <a:gd name="T21" fmla="*/ 127 h 148"/>
                <a:gd name="T22" fmla="*/ 487 w 556"/>
                <a:gd name="T2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6" h="148">
                  <a:moveTo>
                    <a:pt x="495" y="4"/>
                  </a:moveTo>
                  <a:lnTo>
                    <a:pt x="556" y="122"/>
                  </a:lnTo>
                  <a:lnTo>
                    <a:pt x="495" y="4"/>
                  </a:lnTo>
                  <a:lnTo>
                    <a:pt x="495" y="4"/>
                  </a:lnTo>
                  <a:close/>
                  <a:moveTo>
                    <a:pt x="0" y="148"/>
                  </a:moveTo>
                  <a:lnTo>
                    <a:pt x="487" y="0"/>
                  </a:lnTo>
                  <a:lnTo>
                    <a:pt x="553" y="127"/>
                  </a:lnTo>
                  <a:lnTo>
                    <a:pt x="0" y="148"/>
                  </a:lnTo>
                  <a:close/>
                  <a:moveTo>
                    <a:pt x="487" y="0"/>
                  </a:moveTo>
                  <a:lnTo>
                    <a:pt x="0" y="148"/>
                  </a:lnTo>
                  <a:lnTo>
                    <a:pt x="553" y="127"/>
                  </a:lnTo>
                  <a:lnTo>
                    <a:pt x="48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4" name="Freeform 196">
              <a:extLst>
                <a:ext uri="{FF2B5EF4-FFF2-40B4-BE49-F238E27FC236}">
                  <a16:creationId xmlns:a16="http://schemas.microsoft.com/office/drawing/2014/main" id="{0D242C5E-FDE2-C6AE-EB11-46942733C4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9539" y="4298988"/>
              <a:ext cx="882650" cy="234950"/>
            </a:xfrm>
            <a:custGeom>
              <a:avLst/>
              <a:gdLst>
                <a:gd name="T0" fmla="*/ 495 w 556"/>
                <a:gd name="T1" fmla="*/ 4 h 148"/>
                <a:gd name="T2" fmla="*/ 556 w 556"/>
                <a:gd name="T3" fmla="*/ 122 h 148"/>
                <a:gd name="T4" fmla="*/ 495 w 556"/>
                <a:gd name="T5" fmla="*/ 4 h 148"/>
                <a:gd name="T6" fmla="*/ 495 w 556"/>
                <a:gd name="T7" fmla="*/ 4 h 148"/>
                <a:gd name="T8" fmla="*/ 0 w 556"/>
                <a:gd name="T9" fmla="*/ 148 h 148"/>
                <a:gd name="T10" fmla="*/ 487 w 556"/>
                <a:gd name="T11" fmla="*/ 0 h 148"/>
                <a:gd name="T12" fmla="*/ 553 w 556"/>
                <a:gd name="T13" fmla="*/ 127 h 148"/>
                <a:gd name="T14" fmla="*/ 0 w 556"/>
                <a:gd name="T15" fmla="*/ 148 h 148"/>
                <a:gd name="T16" fmla="*/ 487 w 556"/>
                <a:gd name="T17" fmla="*/ 0 h 148"/>
                <a:gd name="T18" fmla="*/ 0 w 556"/>
                <a:gd name="T19" fmla="*/ 148 h 148"/>
                <a:gd name="T20" fmla="*/ 553 w 556"/>
                <a:gd name="T21" fmla="*/ 127 h 148"/>
                <a:gd name="T22" fmla="*/ 487 w 556"/>
                <a:gd name="T2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6" h="148">
                  <a:moveTo>
                    <a:pt x="495" y="4"/>
                  </a:moveTo>
                  <a:lnTo>
                    <a:pt x="556" y="122"/>
                  </a:lnTo>
                  <a:lnTo>
                    <a:pt x="495" y="4"/>
                  </a:lnTo>
                  <a:lnTo>
                    <a:pt x="495" y="4"/>
                  </a:lnTo>
                  <a:moveTo>
                    <a:pt x="0" y="148"/>
                  </a:moveTo>
                  <a:lnTo>
                    <a:pt x="487" y="0"/>
                  </a:lnTo>
                  <a:lnTo>
                    <a:pt x="553" y="127"/>
                  </a:lnTo>
                  <a:lnTo>
                    <a:pt x="0" y="148"/>
                  </a:lnTo>
                  <a:moveTo>
                    <a:pt x="487" y="0"/>
                  </a:moveTo>
                  <a:lnTo>
                    <a:pt x="0" y="148"/>
                  </a:lnTo>
                  <a:lnTo>
                    <a:pt x="553" y="127"/>
                  </a:lnTo>
                  <a:lnTo>
                    <a:pt x="48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5" name="Freeform 197">
              <a:extLst>
                <a:ext uri="{FF2B5EF4-FFF2-40B4-BE49-F238E27FC236}">
                  <a16:creationId xmlns:a16="http://schemas.microsoft.com/office/drawing/2014/main" id="{43160DBF-5378-3B6C-3A07-96BA2D1B4B49}"/>
                </a:ext>
              </a:extLst>
            </p:cNvPr>
            <p:cNvSpPr/>
            <p:nvPr/>
          </p:nvSpPr>
          <p:spPr bwMode="auto">
            <a:xfrm>
              <a:off x="2922651" y="4298988"/>
              <a:ext cx="109538" cy="201613"/>
            </a:xfrm>
            <a:custGeom>
              <a:avLst/>
              <a:gdLst>
                <a:gd name="T0" fmla="*/ 1 w 69"/>
                <a:gd name="T1" fmla="*/ 0 h 127"/>
                <a:gd name="T2" fmla="*/ 0 w 69"/>
                <a:gd name="T3" fmla="*/ 0 h 127"/>
                <a:gd name="T4" fmla="*/ 66 w 69"/>
                <a:gd name="T5" fmla="*/ 127 h 127"/>
                <a:gd name="T6" fmla="*/ 67 w 69"/>
                <a:gd name="T7" fmla="*/ 127 h 127"/>
                <a:gd name="T8" fmla="*/ 67 w 69"/>
                <a:gd name="T9" fmla="*/ 126 h 127"/>
                <a:gd name="T10" fmla="*/ 68 w 69"/>
                <a:gd name="T11" fmla="*/ 126 h 127"/>
                <a:gd name="T12" fmla="*/ 69 w 69"/>
                <a:gd name="T13" fmla="*/ 122 h 127"/>
                <a:gd name="T14" fmla="*/ 8 w 69"/>
                <a:gd name="T15" fmla="*/ 4 h 127"/>
                <a:gd name="T16" fmla="*/ 8 w 69"/>
                <a:gd name="T17" fmla="*/ 4 h 127"/>
                <a:gd name="T18" fmla="*/ 1 w 69"/>
                <a:gd name="T1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127">
                  <a:moveTo>
                    <a:pt x="1" y="0"/>
                  </a:moveTo>
                  <a:lnTo>
                    <a:pt x="0" y="0"/>
                  </a:lnTo>
                  <a:lnTo>
                    <a:pt x="66" y="127"/>
                  </a:lnTo>
                  <a:lnTo>
                    <a:pt x="67" y="127"/>
                  </a:lnTo>
                  <a:lnTo>
                    <a:pt x="67" y="126"/>
                  </a:lnTo>
                  <a:lnTo>
                    <a:pt x="68" y="126"/>
                  </a:lnTo>
                  <a:lnTo>
                    <a:pt x="69" y="122"/>
                  </a:lnTo>
                  <a:lnTo>
                    <a:pt x="8" y="4"/>
                  </a:lnTo>
                  <a:lnTo>
                    <a:pt x="8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6" name="Freeform 198">
              <a:extLst>
                <a:ext uri="{FF2B5EF4-FFF2-40B4-BE49-F238E27FC236}">
                  <a16:creationId xmlns:a16="http://schemas.microsoft.com/office/drawing/2014/main" id="{CE587BA0-BB3D-7438-F1F6-FEC446C516D8}"/>
                </a:ext>
              </a:extLst>
            </p:cNvPr>
            <p:cNvSpPr/>
            <p:nvPr/>
          </p:nvSpPr>
          <p:spPr bwMode="auto">
            <a:xfrm>
              <a:off x="2922651" y="4298988"/>
              <a:ext cx="109538" cy="201613"/>
            </a:xfrm>
            <a:custGeom>
              <a:avLst/>
              <a:gdLst>
                <a:gd name="T0" fmla="*/ 1 w 69"/>
                <a:gd name="T1" fmla="*/ 0 h 127"/>
                <a:gd name="T2" fmla="*/ 0 w 69"/>
                <a:gd name="T3" fmla="*/ 0 h 127"/>
                <a:gd name="T4" fmla="*/ 66 w 69"/>
                <a:gd name="T5" fmla="*/ 127 h 127"/>
                <a:gd name="T6" fmla="*/ 67 w 69"/>
                <a:gd name="T7" fmla="*/ 127 h 127"/>
                <a:gd name="T8" fmla="*/ 67 w 69"/>
                <a:gd name="T9" fmla="*/ 126 h 127"/>
                <a:gd name="T10" fmla="*/ 68 w 69"/>
                <a:gd name="T11" fmla="*/ 126 h 127"/>
                <a:gd name="T12" fmla="*/ 69 w 69"/>
                <a:gd name="T13" fmla="*/ 122 h 127"/>
                <a:gd name="T14" fmla="*/ 8 w 69"/>
                <a:gd name="T15" fmla="*/ 4 h 127"/>
                <a:gd name="T16" fmla="*/ 8 w 69"/>
                <a:gd name="T17" fmla="*/ 4 h 127"/>
                <a:gd name="T18" fmla="*/ 1 w 69"/>
                <a:gd name="T1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127">
                  <a:moveTo>
                    <a:pt x="1" y="0"/>
                  </a:moveTo>
                  <a:lnTo>
                    <a:pt x="0" y="0"/>
                  </a:lnTo>
                  <a:lnTo>
                    <a:pt x="66" y="127"/>
                  </a:lnTo>
                  <a:lnTo>
                    <a:pt x="67" y="127"/>
                  </a:lnTo>
                  <a:lnTo>
                    <a:pt x="67" y="126"/>
                  </a:lnTo>
                  <a:lnTo>
                    <a:pt x="68" y="126"/>
                  </a:lnTo>
                  <a:lnTo>
                    <a:pt x="69" y="122"/>
                  </a:lnTo>
                  <a:lnTo>
                    <a:pt x="8" y="4"/>
                  </a:lnTo>
                  <a:lnTo>
                    <a:pt x="8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7" name="Freeform 199">
              <a:extLst>
                <a:ext uri="{FF2B5EF4-FFF2-40B4-BE49-F238E27FC236}">
                  <a16:creationId xmlns:a16="http://schemas.microsoft.com/office/drawing/2014/main" id="{B7907BC6-5605-8575-5ECB-7A5174EAEF93}"/>
                </a:ext>
              </a:extLst>
            </p:cNvPr>
            <p:cNvSpPr/>
            <p:nvPr/>
          </p:nvSpPr>
          <p:spPr bwMode="auto">
            <a:xfrm>
              <a:off x="2138426" y="4508538"/>
              <a:ext cx="890588" cy="34925"/>
            </a:xfrm>
            <a:custGeom>
              <a:avLst/>
              <a:gdLst>
                <a:gd name="T0" fmla="*/ 561 w 561"/>
                <a:gd name="T1" fmla="*/ 0 h 22"/>
                <a:gd name="T2" fmla="*/ 0 w 561"/>
                <a:gd name="T3" fmla="*/ 22 h 22"/>
                <a:gd name="T4" fmla="*/ 0 w 561"/>
                <a:gd name="T5" fmla="*/ 22 h 22"/>
                <a:gd name="T6" fmla="*/ 561 w 561"/>
                <a:gd name="T7" fmla="*/ 0 h 22"/>
                <a:gd name="T8" fmla="*/ 561 w 56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1" h="22">
                  <a:moveTo>
                    <a:pt x="561" y="0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561" y="0"/>
                  </a:lnTo>
                  <a:lnTo>
                    <a:pt x="56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8" name="Freeform 200">
              <a:extLst>
                <a:ext uri="{FF2B5EF4-FFF2-40B4-BE49-F238E27FC236}">
                  <a16:creationId xmlns:a16="http://schemas.microsoft.com/office/drawing/2014/main" id="{84F6A9AD-D223-271B-A3F3-853D3E13B85B}"/>
                </a:ext>
              </a:extLst>
            </p:cNvPr>
            <p:cNvSpPr/>
            <p:nvPr/>
          </p:nvSpPr>
          <p:spPr bwMode="auto">
            <a:xfrm>
              <a:off x="2138426" y="4508538"/>
              <a:ext cx="890588" cy="34925"/>
            </a:xfrm>
            <a:custGeom>
              <a:avLst/>
              <a:gdLst>
                <a:gd name="T0" fmla="*/ 561 w 561"/>
                <a:gd name="T1" fmla="*/ 0 h 22"/>
                <a:gd name="T2" fmla="*/ 0 w 561"/>
                <a:gd name="T3" fmla="*/ 22 h 22"/>
                <a:gd name="T4" fmla="*/ 0 w 561"/>
                <a:gd name="T5" fmla="*/ 22 h 22"/>
                <a:gd name="T6" fmla="*/ 561 w 561"/>
                <a:gd name="T7" fmla="*/ 0 h 22"/>
                <a:gd name="T8" fmla="*/ 561 w 56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1" h="22">
                  <a:moveTo>
                    <a:pt x="561" y="0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561" y="0"/>
                  </a:lnTo>
                  <a:lnTo>
                    <a:pt x="56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9" name="Freeform 201">
              <a:extLst>
                <a:ext uri="{FF2B5EF4-FFF2-40B4-BE49-F238E27FC236}">
                  <a16:creationId xmlns:a16="http://schemas.microsoft.com/office/drawing/2014/main" id="{C1C83C28-7B9A-16D5-0CE9-115427C6F9BE}"/>
                </a:ext>
              </a:extLst>
            </p:cNvPr>
            <p:cNvSpPr/>
            <p:nvPr/>
          </p:nvSpPr>
          <p:spPr bwMode="auto">
            <a:xfrm>
              <a:off x="2924239" y="4295813"/>
              <a:ext cx="11113" cy="9525"/>
            </a:xfrm>
            <a:custGeom>
              <a:avLst/>
              <a:gdLst>
                <a:gd name="T0" fmla="*/ 4 w 7"/>
                <a:gd name="T1" fmla="*/ 0 h 6"/>
                <a:gd name="T2" fmla="*/ 0 w 7"/>
                <a:gd name="T3" fmla="*/ 2 h 6"/>
                <a:gd name="T4" fmla="*/ 7 w 7"/>
                <a:gd name="T5" fmla="*/ 6 h 6"/>
                <a:gd name="T6" fmla="*/ 4 w 7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lnTo>
                    <a:pt x="0" y="2"/>
                  </a:lnTo>
                  <a:lnTo>
                    <a:pt x="7" y="6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0" name="Freeform 202">
              <a:extLst>
                <a:ext uri="{FF2B5EF4-FFF2-40B4-BE49-F238E27FC236}">
                  <a16:creationId xmlns:a16="http://schemas.microsoft.com/office/drawing/2014/main" id="{5BC8AAFE-FDBA-07CC-2283-73542EE69C79}"/>
                </a:ext>
              </a:extLst>
            </p:cNvPr>
            <p:cNvSpPr/>
            <p:nvPr/>
          </p:nvSpPr>
          <p:spPr bwMode="auto">
            <a:xfrm>
              <a:off x="2924239" y="4295813"/>
              <a:ext cx="11113" cy="9525"/>
            </a:xfrm>
            <a:custGeom>
              <a:avLst/>
              <a:gdLst>
                <a:gd name="T0" fmla="*/ 4 w 7"/>
                <a:gd name="T1" fmla="*/ 0 h 6"/>
                <a:gd name="T2" fmla="*/ 0 w 7"/>
                <a:gd name="T3" fmla="*/ 2 h 6"/>
                <a:gd name="T4" fmla="*/ 7 w 7"/>
                <a:gd name="T5" fmla="*/ 6 h 6"/>
                <a:gd name="T6" fmla="*/ 4 w 7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lnTo>
                    <a:pt x="0" y="2"/>
                  </a:lnTo>
                  <a:lnTo>
                    <a:pt x="7" y="6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1" name="Freeform 203">
              <a:extLst>
                <a:ext uri="{FF2B5EF4-FFF2-40B4-BE49-F238E27FC236}">
                  <a16:creationId xmlns:a16="http://schemas.microsoft.com/office/drawing/2014/main" id="{C417CBDC-C7D2-14D0-A48D-824C36B6F949}"/>
                </a:ext>
              </a:extLst>
            </p:cNvPr>
            <p:cNvSpPr/>
            <p:nvPr/>
          </p:nvSpPr>
          <p:spPr bwMode="auto">
            <a:xfrm>
              <a:off x="2132076" y="4500600"/>
              <a:ext cx="896938" cy="42863"/>
            </a:xfrm>
            <a:custGeom>
              <a:avLst/>
              <a:gdLst>
                <a:gd name="T0" fmla="*/ 564 w 565"/>
                <a:gd name="T1" fmla="*/ 0 h 27"/>
                <a:gd name="T2" fmla="*/ 11 w 565"/>
                <a:gd name="T3" fmla="*/ 21 h 27"/>
                <a:gd name="T4" fmla="*/ 0 w 565"/>
                <a:gd name="T5" fmla="*/ 25 h 27"/>
                <a:gd name="T6" fmla="*/ 4 w 565"/>
                <a:gd name="T7" fmla="*/ 27 h 27"/>
                <a:gd name="T8" fmla="*/ 565 w 565"/>
                <a:gd name="T9" fmla="*/ 5 h 27"/>
                <a:gd name="T10" fmla="*/ 565 w 565"/>
                <a:gd name="T11" fmla="*/ 3 h 27"/>
                <a:gd name="T12" fmla="*/ 564 w 565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5" h="27">
                  <a:moveTo>
                    <a:pt x="564" y="0"/>
                  </a:moveTo>
                  <a:lnTo>
                    <a:pt x="11" y="21"/>
                  </a:lnTo>
                  <a:lnTo>
                    <a:pt x="0" y="25"/>
                  </a:lnTo>
                  <a:lnTo>
                    <a:pt x="4" y="27"/>
                  </a:lnTo>
                  <a:lnTo>
                    <a:pt x="565" y="5"/>
                  </a:lnTo>
                  <a:lnTo>
                    <a:pt x="565" y="3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2" name="Freeform 204">
              <a:extLst>
                <a:ext uri="{FF2B5EF4-FFF2-40B4-BE49-F238E27FC236}">
                  <a16:creationId xmlns:a16="http://schemas.microsoft.com/office/drawing/2014/main" id="{755D494E-0941-B943-F244-F2D7ED78E4F1}"/>
                </a:ext>
              </a:extLst>
            </p:cNvPr>
            <p:cNvSpPr/>
            <p:nvPr/>
          </p:nvSpPr>
          <p:spPr bwMode="auto">
            <a:xfrm>
              <a:off x="2132076" y="4500600"/>
              <a:ext cx="896938" cy="42863"/>
            </a:xfrm>
            <a:custGeom>
              <a:avLst/>
              <a:gdLst>
                <a:gd name="T0" fmla="*/ 564 w 565"/>
                <a:gd name="T1" fmla="*/ 0 h 27"/>
                <a:gd name="T2" fmla="*/ 11 w 565"/>
                <a:gd name="T3" fmla="*/ 21 h 27"/>
                <a:gd name="T4" fmla="*/ 0 w 565"/>
                <a:gd name="T5" fmla="*/ 25 h 27"/>
                <a:gd name="T6" fmla="*/ 4 w 565"/>
                <a:gd name="T7" fmla="*/ 27 h 27"/>
                <a:gd name="T8" fmla="*/ 565 w 565"/>
                <a:gd name="T9" fmla="*/ 5 h 27"/>
                <a:gd name="T10" fmla="*/ 565 w 565"/>
                <a:gd name="T11" fmla="*/ 3 h 27"/>
                <a:gd name="T12" fmla="*/ 564 w 565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5" h="27">
                  <a:moveTo>
                    <a:pt x="564" y="0"/>
                  </a:moveTo>
                  <a:lnTo>
                    <a:pt x="11" y="21"/>
                  </a:lnTo>
                  <a:lnTo>
                    <a:pt x="0" y="25"/>
                  </a:lnTo>
                  <a:lnTo>
                    <a:pt x="4" y="27"/>
                  </a:lnTo>
                  <a:lnTo>
                    <a:pt x="565" y="5"/>
                  </a:lnTo>
                  <a:lnTo>
                    <a:pt x="565" y="3"/>
                  </a:lnTo>
                  <a:lnTo>
                    <a:pt x="56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3" name="Freeform 205">
              <a:extLst>
                <a:ext uri="{FF2B5EF4-FFF2-40B4-BE49-F238E27FC236}">
                  <a16:creationId xmlns:a16="http://schemas.microsoft.com/office/drawing/2014/main" id="{B01A3875-376F-550D-886F-40D359217866}"/>
                </a:ext>
              </a:extLst>
            </p:cNvPr>
            <p:cNvSpPr/>
            <p:nvPr/>
          </p:nvSpPr>
          <p:spPr bwMode="auto">
            <a:xfrm>
              <a:off x="3027426" y="4500600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0 h 3"/>
                <a:gd name="T4" fmla="*/ 1 w 2"/>
                <a:gd name="T5" fmla="*/ 3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4" name="Freeform 206">
              <a:extLst>
                <a:ext uri="{FF2B5EF4-FFF2-40B4-BE49-F238E27FC236}">
                  <a16:creationId xmlns:a16="http://schemas.microsoft.com/office/drawing/2014/main" id="{034F764F-0357-C946-16EC-B5BFBB188B95}"/>
                </a:ext>
              </a:extLst>
            </p:cNvPr>
            <p:cNvSpPr/>
            <p:nvPr/>
          </p:nvSpPr>
          <p:spPr bwMode="auto">
            <a:xfrm>
              <a:off x="3027426" y="4500600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0 h 3"/>
                <a:gd name="T4" fmla="*/ 1 w 2"/>
                <a:gd name="T5" fmla="*/ 3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5" name="Freeform 207">
              <a:extLst>
                <a:ext uri="{FF2B5EF4-FFF2-40B4-BE49-F238E27FC236}">
                  <a16:creationId xmlns:a16="http://schemas.microsoft.com/office/drawing/2014/main" id="{A0F000F4-1858-8EDA-FC76-2A6A68CE75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5726" y="3900525"/>
              <a:ext cx="800100" cy="620713"/>
            </a:xfrm>
            <a:custGeom>
              <a:avLst/>
              <a:gdLst>
                <a:gd name="T0" fmla="*/ 171 w 504"/>
                <a:gd name="T1" fmla="*/ 2 h 391"/>
                <a:gd name="T2" fmla="*/ 0 w 504"/>
                <a:gd name="T3" fmla="*/ 391 h 391"/>
                <a:gd name="T4" fmla="*/ 0 w 504"/>
                <a:gd name="T5" fmla="*/ 391 h 391"/>
                <a:gd name="T6" fmla="*/ 171 w 504"/>
                <a:gd name="T7" fmla="*/ 2 h 391"/>
                <a:gd name="T8" fmla="*/ 171 w 504"/>
                <a:gd name="T9" fmla="*/ 2 h 391"/>
                <a:gd name="T10" fmla="*/ 177 w 504"/>
                <a:gd name="T11" fmla="*/ 0 h 391"/>
                <a:gd name="T12" fmla="*/ 177 w 504"/>
                <a:gd name="T13" fmla="*/ 1 h 391"/>
                <a:gd name="T14" fmla="*/ 178 w 504"/>
                <a:gd name="T15" fmla="*/ 5 h 391"/>
                <a:gd name="T16" fmla="*/ 176 w 504"/>
                <a:gd name="T17" fmla="*/ 4 h 391"/>
                <a:gd name="T18" fmla="*/ 36 w 504"/>
                <a:gd name="T19" fmla="*/ 320 h 391"/>
                <a:gd name="T20" fmla="*/ 175 w 504"/>
                <a:gd name="T21" fmla="*/ 5 h 391"/>
                <a:gd name="T22" fmla="*/ 496 w 504"/>
                <a:gd name="T23" fmla="*/ 246 h 391"/>
                <a:gd name="T24" fmla="*/ 500 w 504"/>
                <a:gd name="T25" fmla="*/ 246 h 391"/>
                <a:gd name="T26" fmla="*/ 497 w 504"/>
                <a:gd name="T27" fmla="*/ 241 h 391"/>
                <a:gd name="T28" fmla="*/ 504 w 504"/>
                <a:gd name="T29" fmla="*/ 245 h 391"/>
                <a:gd name="T30" fmla="*/ 504 w 504"/>
                <a:gd name="T31" fmla="*/ 245 h 391"/>
                <a:gd name="T32" fmla="*/ 177 w 504"/>
                <a:gd name="T33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2" h="391">
                  <a:moveTo>
                    <a:pt x="171" y="2"/>
                  </a:moveTo>
                  <a:lnTo>
                    <a:pt x="0" y="391"/>
                  </a:lnTo>
                  <a:lnTo>
                    <a:pt x="0" y="391"/>
                  </a:lnTo>
                  <a:lnTo>
                    <a:pt x="171" y="2"/>
                  </a:lnTo>
                  <a:lnTo>
                    <a:pt x="171" y="2"/>
                  </a:lnTo>
                  <a:close/>
                  <a:moveTo>
                    <a:pt x="177" y="0"/>
                  </a:moveTo>
                  <a:lnTo>
                    <a:pt x="177" y="1"/>
                  </a:lnTo>
                  <a:lnTo>
                    <a:pt x="178" y="5"/>
                  </a:lnTo>
                  <a:lnTo>
                    <a:pt x="176" y="4"/>
                  </a:lnTo>
                  <a:lnTo>
                    <a:pt x="36" y="320"/>
                  </a:lnTo>
                  <a:lnTo>
                    <a:pt x="175" y="5"/>
                  </a:lnTo>
                  <a:lnTo>
                    <a:pt x="496" y="246"/>
                  </a:lnTo>
                  <a:lnTo>
                    <a:pt x="500" y="246"/>
                  </a:lnTo>
                  <a:lnTo>
                    <a:pt x="497" y="241"/>
                  </a:lnTo>
                  <a:lnTo>
                    <a:pt x="504" y="245"/>
                  </a:lnTo>
                  <a:lnTo>
                    <a:pt x="504" y="245"/>
                  </a:lnTo>
                  <a:lnTo>
                    <a:pt x="17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6" name="Freeform 208">
              <a:extLst>
                <a:ext uri="{FF2B5EF4-FFF2-40B4-BE49-F238E27FC236}">
                  <a16:creationId xmlns:a16="http://schemas.microsoft.com/office/drawing/2014/main" id="{2A95F634-23CC-8A4C-050D-F2A06F1E89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5726" y="3900525"/>
              <a:ext cx="800100" cy="620713"/>
            </a:xfrm>
            <a:custGeom>
              <a:avLst/>
              <a:gdLst>
                <a:gd name="T0" fmla="*/ 171 w 504"/>
                <a:gd name="T1" fmla="*/ 2 h 391"/>
                <a:gd name="T2" fmla="*/ 0 w 504"/>
                <a:gd name="T3" fmla="*/ 391 h 391"/>
                <a:gd name="T4" fmla="*/ 0 w 504"/>
                <a:gd name="T5" fmla="*/ 391 h 391"/>
                <a:gd name="T6" fmla="*/ 171 w 504"/>
                <a:gd name="T7" fmla="*/ 2 h 391"/>
                <a:gd name="T8" fmla="*/ 171 w 504"/>
                <a:gd name="T9" fmla="*/ 2 h 391"/>
                <a:gd name="T10" fmla="*/ 177 w 504"/>
                <a:gd name="T11" fmla="*/ 0 h 391"/>
                <a:gd name="T12" fmla="*/ 177 w 504"/>
                <a:gd name="T13" fmla="*/ 1 h 391"/>
                <a:gd name="T14" fmla="*/ 178 w 504"/>
                <a:gd name="T15" fmla="*/ 5 h 391"/>
                <a:gd name="T16" fmla="*/ 176 w 504"/>
                <a:gd name="T17" fmla="*/ 4 h 391"/>
                <a:gd name="T18" fmla="*/ 36 w 504"/>
                <a:gd name="T19" fmla="*/ 320 h 391"/>
                <a:gd name="T20" fmla="*/ 175 w 504"/>
                <a:gd name="T21" fmla="*/ 5 h 391"/>
                <a:gd name="T22" fmla="*/ 496 w 504"/>
                <a:gd name="T23" fmla="*/ 246 h 391"/>
                <a:gd name="T24" fmla="*/ 500 w 504"/>
                <a:gd name="T25" fmla="*/ 246 h 391"/>
                <a:gd name="T26" fmla="*/ 497 w 504"/>
                <a:gd name="T27" fmla="*/ 241 h 391"/>
                <a:gd name="T28" fmla="*/ 504 w 504"/>
                <a:gd name="T29" fmla="*/ 245 h 391"/>
                <a:gd name="T30" fmla="*/ 504 w 504"/>
                <a:gd name="T31" fmla="*/ 245 h 391"/>
                <a:gd name="T32" fmla="*/ 177 w 504"/>
                <a:gd name="T33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2" h="391">
                  <a:moveTo>
                    <a:pt x="171" y="2"/>
                  </a:moveTo>
                  <a:lnTo>
                    <a:pt x="0" y="391"/>
                  </a:lnTo>
                  <a:lnTo>
                    <a:pt x="0" y="391"/>
                  </a:lnTo>
                  <a:lnTo>
                    <a:pt x="171" y="2"/>
                  </a:lnTo>
                  <a:lnTo>
                    <a:pt x="171" y="2"/>
                  </a:lnTo>
                  <a:moveTo>
                    <a:pt x="177" y="0"/>
                  </a:moveTo>
                  <a:lnTo>
                    <a:pt x="177" y="1"/>
                  </a:lnTo>
                  <a:lnTo>
                    <a:pt x="178" y="5"/>
                  </a:lnTo>
                  <a:lnTo>
                    <a:pt x="176" y="4"/>
                  </a:lnTo>
                  <a:lnTo>
                    <a:pt x="36" y="320"/>
                  </a:lnTo>
                  <a:lnTo>
                    <a:pt x="175" y="5"/>
                  </a:lnTo>
                  <a:lnTo>
                    <a:pt x="496" y="246"/>
                  </a:lnTo>
                  <a:lnTo>
                    <a:pt x="500" y="246"/>
                  </a:lnTo>
                  <a:lnTo>
                    <a:pt x="497" y="241"/>
                  </a:lnTo>
                  <a:lnTo>
                    <a:pt x="504" y="245"/>
                  </a:lnTo>
                  <a:lnTo>
                    <a:pt x="504" y="245"/>
                  </a:lnTo>
                  <a:lnTo>
                    <a:pt x="17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7" name="Freeform 209">
              <a:extLst>
                <a:ext uri="{FF2B5EF4-FFF2-40B4-BE49-F238E27FC236}">
                  <a16:creationId xmlns:a16="http://schemas.microsoft.com/office/drawing/2014/main" id="{620B7FDA-9E83-F989-1B5B-0A9F98EA6C58}"/>
                </a:ext>
              </a:extLst>
            </p:cNvPr>
            <p:cNvSpPr/>
            <p:nvPr/>
          </p:nvSpPr>
          <p:spPr bwMode="auto">
            <a:xfrm>
              <a:off x="2914714" y="4283113"/>
              <a:ext cx="11113" cy="7938"/>
            </a:xfrm>
            <a:custGeom>
              <a:avLst/>
              <a:gdLst>
                <a:gd name="T0" fmla="*/ 0 w 7"/>
                <a:gd name="T1" fmla="*/ 0 h 5"/>
                <a:gd name="T2" fmla="*/ 3 w 7"/>
                <a:gd name="T3" fmla="*/ 5 h 5"/>
                <a:gd name="T4" fmla="*/ 6 w 7"/>
                <a:gd name="T5" fmla="*/ 5 h 5"/>
                <a:gd name="T6" fmla="*/ 7 w 7"/>
                <a:gd name="T7" fmla="*/ 4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3" y="5"/>
                  </a:lnTo>
                  <a:lnTo>
                    <a:pt x="6" y="5"/>
                  </a:lnTo>
                  <a:lnTo>
                    <a:pt x="7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8" name="Freeform 210">
              <a:extLst>
                <a:ext uri="{FF2B5EF4-FFF2-40B4-BE49-F238E27FC236}">
                  <a16:creationId xmlns:a16="http://schemas.microsoft.com/office/drawing/2014/main" id="{78431AA3-EAC0-8901-E51A-866CA9078A47}"/>
                </a:ext>
              </a:extLst>
            </p:cNvPr>
            <p:cNvSpPr/>
            <p:nvPr/>
          </p:nvSpPr>
          <p:spPr bwMode="auto">
            <a:xfrm>
              <a:off x="2914714" y="4283113"/>
              <a:ext cx="11113" cy="7938"/>
            </a:xfrm>
            <a:custGeom>
              <a:avLst/>
              <a:gdLst>
                <a:gd name="T0" fmla="*/ 0 w 7"/>
                <a:gd name="T1" fmla="*/ 0 h 5"/>
                <a:gd name="T2" fmla="*/ 3 w 7"/>
                <a:gd name="T3" fmla="*/ 5 h 5"/>
                <a:gd name="T4" fmla="*/ 6 w 7"/>
                <a:gd name="T5" fmla="*/ 5 h 5"/>
                <a:gd name="T6" fmla="*/ 7 w 7"/>
                <a:gd name="T7" fmla="*/ 4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3" y="5"/>
                  </a:lnTo>
                  <a:lnTo>
                    <a:pt x="6" y="5"/>
                  </a:lnTo>
                  <a:lnTo>
                    <a:pt x="7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9" name="Freeform 211">
              <a:extLst>
                <a:ext uri="{FF2B5EF4-FFF2-40B4-BE49-F238E27FC236}">
                  <a16:creationId xmlns:a16="http://schemas.microsoft.com/office/drawing/2014/main" id="{98D0D6F3-74E4-56F6-304F-693584FE0481}"/>
                </a:ext>
              </a:extLst>
            </p:cNvPr>
            <p:cNvSpPr/>
            <p:nvPr/>
          </p:nvSpPr>
          <p:spPr bwMode="auto">
            <a:xfrm>
              <a:off x="2913126" y="4291050"/>
              <a:ext cx="6350" cy="1588"/>
            </a:xfrm>
            <a:custGeom>
              <a:avLst/>
              <a:gdLst>
                <a:gd name="T0" fmla="*/ 0 w 4"/>
                <a:gd name="T1" fmla="*/ 0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0 h 1"/>
                <a:gd name="T8" fmla="*/ 0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lnTo>
                    <a:pt x="2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0" name="Freeform 212">
              <a:extLst>
                <a:ext uri="{FF2B5EF4-FFF2-40B4-BE49-F238E27FC236}">
                  <a16:creationId xmlns:a16="http://schemas.microsoft.com/office/drawing/2014/main" id="{3CE4DCF8-3E3F-3018-99D1-364D94876433}"/>
                </a:ext>
              </a:extLst>
            </p:cNvPr>
            <p:cNvSpPr/>
            <p:nvPr/>
          </p:nvSpPr>
          <p:spPr bwMode="auto">
            <a:xfrm>
              <a:off x="2913126" y="4291050"/>
              <a:ext cx="6350" cy="1588"/>
            </a:xfrm>
            <a:custGeom>
              <a:avLst/>
              <a:gdLst>
                <a:gd name="T0" fmla="*/ 0 w 4"/>
                <a:gd name="T1" fmla="*/ 0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0 h 1"/>
                <a:gd name="T8" fmla="*/ 0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lnTo>
                    <a:pt x="2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1" name="Freeform 213">
              <a:extLst>
                <a:ext uri="{FF2B5EF4-FFF2-40B4-BE49-F238E27FC236}">
                  <a16:creationId xmlns:a16="http://schemas.microsoft.com/office/drawing/2014/main" id="{D72795A6-71A3-E550-CC58-B4019108E688}"/>
                </a:ext>
              </a:extLst>
            </p:cNvPr>
            <p:cNvSpPr/>
            <p:nvPr/>
          </p:nvSpPr>
          <p:spPr bwMode="auto">
            <a:xfrm>
              <a:off x="2919476" y="4291050"/>
              <a:ext cx="4763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3 w 3"/>
                <a:gd name="T5" fmla="*/ 0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2" name="Freeform 214">
              <a:extLst>
                <a:ext uri="{FF2B5EF4-FFF2-40B4-BE49-F238E27FC236}">
                  <a16:creationId xmlns:a16="http://schemas.microsoft.com/office/drawing/2014/main" id="{4D5CFFF8-DB5A-B2B3-BA27-3ABF38DA8BC8}"/>
                </a:ext>
              </a:extLst>
            </p:cNvPr>
            <p:cNvSpPr/>
            <p:nvPr/>
          </p:nvSpPr>
          <p:spPr bwMode="auto">
            <a:xfrm>
              <a:off x="2919476" y="4291050"/>
              <a:ext cx="4763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3 w 3"/>
                <a:gd name="T5" fmla="*/ 0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3" name="Freeform 215">
              <a:extLst>
                <a:ext uri="{FF2B5EF4-FFF2-40B4-BE49-F238E27FC236}">
                  <a16:creationId xmlns:a16="http://schemas.microsoft.com/office/drawing/2014/main" id="{67EE40AF-49C2-0A05-DB42-1F7C53B66A4E}"/>
                </a:ext>
              </a:extLst>
            </p:cNvPr>
            <p:cNvSpPr/>
            <p:nvPr/>
          </p:nvSpPr>
          <p:spPr bwMode="auto">
            <a:xfrm>
              <a:off x="2927414" y="4292638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2 w 3"/>
                <a:gd name="T3" fmla="*/ 2 h 2"/>
                <a:gd name="T4" fmla="*/ 3 w 3"/>
                <a:gd name="T5" fmla="*/ 2 h 2"/>
                <a:gd name="T6" fmla="*/ 0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4" name="Freeform 216">
              <a:extLst>
                <a:ext uri="{FF2B5EF4-FFF2-40B4-BE49-F238E27FC236}">
                  <a16:creationId xmlns:a16="http://schemas.microsoft.com/office/drawing/2014/main" id="{59BD1D48-0FE0-F3D5-BF08-116D0D9BC145}"/>
                </a:ext>
              </a:extLst>
            </p:cNvPr>
            <p:cNvSpPr/>
            <p:nvPr/>
          </p:nvSpPr>
          <p:spPr bwMode="auto">
            <a:xfrm>
              <a:off x="2927414" y="4292638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2 w 3"/>
                <a:gd name="T3" fmla="*/ 2 h 2"/>
                <a:gd name="T4" fmla="*/ 3 w 3"/>
                <a:gd name="T5" fmla="*/ 2 h 2"/>
                <a:gd name="T6" fmla="*/ 0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5" name="Freeform 217">
              <a:extLst>
                <a:ext uri="{FF2B5EF4-FFF2-40B4-BE49-F238E27FC236}">
                  <a16:creationId xmlns:a16="http://schemas.microsoft.com/office/drawing/2014/main" id="{072330D1-6288-9E87-AFDF-1B6153647797}"/>
                </a:ext>
              </a:extLst>
            </p:cNvPr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6" name="Freeform 218">
              <a:extLst>
                <a:ext uri="{FF2B5EF4-FFF2-40B4-BE49-F238E27FC236}">
                  <a16:creationId xmlns:a16="http://schemas.microsoft.com/office/drawing/2014/main" id="{9A623EF2-1EED-E617-46EB-A244837159E9}"/>
                </a:ext>
              </a:extLst>
            </p:cNvPr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7" name="Rectangle 219">
              <a:extLst>
                <a:ext uri="{FF2B5EF4-FFF2-40B4-BE49-F238E27FC236}">
                  <a16:creationId xmlns:a16="http://schemas.microsoft.com/office/drawing/2014/main" id="{FE4F806E-4261-5358-7526-8E82B436E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826" y="428946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8" name="Rectangle 220">
              <a:extLst>
                <a:ext uri="{FF2B5EF4-FFF2-40B4-BE49-F238E27FC236}">
                  <a16:creationId xmlns:a16="http://schemas.microsoft.com/office/drawing/2014/main" id="{28E8D4EE-9667-4DF6-C38F-E878F7535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826" y="428946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9" name="Freeform 221">
              <a:extLst>
                <a:ext uri="{FF2B5EF4-FFF2-40B4-BE49-F238E27FC236}">
                  <a16:creationId xmlns:a16="http://schemas.microsoft.com/office/drawing/2014/main" id="{B34D72A6-988A-66C3-D19B-6F8490A90C38}"/>
                </a:ext>
              </a:extLst>
            </p:cNvPr>
            <p:cNvSpPr/>
            <p:nvPr/>
          </p:nvSpPr>
          <p:spPr bwMode="auto">
            <a:xfrm>
              <a:off x="2924239" y="428946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0" name="Freeform 222">
              <a:extLst>
                <a:ext uri="{FF2B5EF4-FFF2-40B4-BE49-F238E27FC236}">
                  <a16:creationId xmlns:a16="http://schemas.microsoft.com/office/drawing/2014/main" id="{A91A1BDF-1D8C-D181-6B32-C616C719540B}"/>
                </a:ext>
              </a:extLst>
            </p:cNvPr>
            <p:cNvSpPr/>
            <p:nvPr/>
          </p:nvSpPr>
          <p:spPr bwMode="auto">
            <a:xfrm>
              <a:off x="2924239" y="428946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1" name="Freeform 223">
              <a:extLst>
                <a:ext uri="{FF2B5EF4-FFF2-40B4-BE49-F238E27FC236}">
                  <a16:creationId xmlns:a16="http://schemas.microsoft.com/office/drawing/2014/main" id="{3DD3E34C-6548-8A69-2FE2-3800C4945D81}"/>
                </a:ext>
              </a:extLst>
            </p:cNvPr>
            <p:cNvSpPr/>
            <p:nvPr/>
          </p:nvSpPr>
          <p:spPr bwMode="auto">
            <a:xfrm>
              <a:off x="2127314" y="4292638"/>
              <a:ext cx="795338" cy="242888"/>
            </a:xfrm>
            <a:custGeom>
              <a:avLst/>
              <a:gdLst>
                <a:gd name="T0" fmla="*/ 497 w 501"/>
                <a:gd name="T1" fmla="*/ 0 h 153"/>
                <a:gd name="T2" fmla="*/ 1 w 501"/>
                <a:gd name="T3" fmla="*/ 152 h 153"/>
                <a:gd name="T4" fmla="*/ 0 w 501"/>
                <a:gd name="T5" fmla="*/ 153 h 153"/>
                <a:gd name="T6" fmla="*/ 14 w 501"/>
                <a:gd name="T7" fmla="*/ 152 h 153"/>
                <a:gd name="T8" fmla="*/ 501 w 501"/>
                <a:gd name="T9" fmla="*/ 4 h 153"/>
                <a:gd name="T10" fmla="*/ 501 w 501"/>
                <a:gd name="T11" fmla="*/ 2 h 153"/>
                <a:gd name="T12" fmla="*/ 497 w 501"/>
                <a:gd name="T1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1" h="153">
                  <a:moveTo>
                    <a:pt x="497" y="0"/>
                  </a:moveTo>
                  <a:lnTo>
                    <a:pt x="1" y="152"/>
                  </a:lnTo>
                  <a:lnTo>
                    <a:pt x="0" y="153"/>
                  </a:lnTo>
                  <a:lnTo>
                    <a:pt x="14" y="152"/>
                  </a:lnTo>
                  <a:lnTo>
                    <a:pt x="501" y="4"/>
                  </a:lnTo>
                  <a:lnTo>
                    <a:pt x="501" y="2"/>
                  </a:lnTo>
                  <a:lnTo>
                    <a:pt x="49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2" name="Freeform 224">
              <a:extLst>
                <a:ext uri="{FF2B5EF4-FFF2-40B4-BE49-F238E27FC236}">
                  <a16:creationId xmlns:a16="http://schemas.microsoft.com/office/drawing/2014/main" id="{6687ECFC-475F-E54C-CFF7-6CDD73B22DD3}"/>
                </a:ext>
              </a:extLst>
            </p:cNvPr>
            <p:cNvSpPr/>
            <p:nvPr/>
          </p:nvSpPr>
          <p:spPr bwMode="auto">
            <a:xfrm>
              <a:off x="2127314" y="4292638"/>
              <a:ext cx="795338" cy="242888"/>
            </a:xfrm>
            <a:custGeom>
              <a:avLst/>
              <a:gdLst>
                <a:gd name="T0" fmla="*/ 497 w 501"/>
                <a:gd name="T1" fmla="*/ 0 h 153"/>
                <a:gd name="T2" fmla="*/ 1 w 501"/>
                <a:gd name="T3" fmla="*/ 152 h 153"/>
                <a:gd name="T4" fmla="*/ 0 w 501"/>
                <a:gd name="T5" fmla="*/ 153 h 153"/>
                <a:gd name="T6" fmla="*/ 14 w 501"/>
                <a:gd name="T7" fmla="*/ 152 h 153"/>
                <a:gd name="T8" fmla="*/ 501 w 501"/>
                <a:gd name="T9" fmla="*/ 4 h 153"/>
                <a:gd name="T10" fmla="*/ 501 w 501"/>
                <a:gd name="T11" fmla="*/ 2 h 153"/>
                <a:gd name="T12" fmla="*/ 497 w 501"/>
                <a:gd name="T1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1" h="153">
                  <a:moveTo>
                    <a:pt x="497" y="0"/>
                  </a:moveTo>
                  <a:lnTo>
                    <a:pt x="1" y="152"/>
                  </a:lnTo>
                  <a:lnTo>
                    <a:pt x="0" y="153"/>
                  </a:lnTo>
                  <a:lnTo>
                    <a:pt x="14" y="152"/>
                  </a:lnTo>
                  <a:lnTo>
                    <a:pt x="501" y="4"/>
                  </a:lnTo>
                  <a:lnTo>
                    <a:pt x="501" y="2"/>
                  </a:lnTo>
                  <a:lnTo>
                    <a:pt x="49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3" name="Freeform 225">
              <a:extLst>
                <a:ext uri="{FF2B5EF4-FFF2-40B4-BE49-F238E27FC236}">
                  <a16:creationId xmlns:a16="http://schemas.microsoft.com/office/drawing/2014/main" id="{06B137ED-1A3C-9099-043A-AC576D12C48D}"/>
                </a:ext>
              </a:extLst>
            </p:cNvPr>
            <p:cNvSpPr/>
            <p:nvPr/>
          </p:nvSpPr>
          <p:spPr bwMode="auto">
            <a:xfrm>
              <a:off x="2922651" y="429581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4" name="Freeform 226">
              <a:extLst>
                <a:ext uri="{FF2B5EF4-FFF2-40B4-BE49-F238E27FC236}">
                  <a16:creationId xmlns:a16="http://schemas.microsoft.com/office/drawing/2014/main" id="{FDAED078-0D80-3D5B-876C-55C6F7022284}"/>
                </a:ext>
              </a:extLst>
            </p:cNvPr>
            <p:cNvSpPr/>
            <p:nvPr/>
          </p:nvSpPr>
          <p:spPr bwMode="auto">
            <a:xfrm>
              <a:off x="2922651" y="429581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5" name="Freeform 227">
              <a:extLst>
                <a:ext uri="{FF2B5EF4-FFF2-40B4-BE49-F238E27FC236}">
                  <a16:creationId xmlns:a16="http://schemas.microsoft.com/office/drawing/2014/main" id="{5AC084E3-1C14-9F85-CCEF-4E65512212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6301" y="4291050"/>
              <a:ext cx="11113" cy="4763"/>
            </a:xfrm>
            <a:custGeom>
              <a:avLst/>
              <a:gdLst>
                <a:gd name="T0" fmla="*/ 2 w 7"/>
                <a:gd name="T1" fmla="*/ 1 h 3"/>
                <a:gd name="T2" fmla="*/ 0 w 7"/>
                <a:gd name="T3" fmla="*/ 1 h 3"/>
                <a:gd name="T4" fmla="*/ 0 w 7"/>
                <a:gd name="T5" fmla="*/ 1 h 3"/>
                <a:gd name="T6" fmla="*/ 0 w 7"/>
                <a:gd name="T7" fmla="*/ 1 h 3"/>
                <a:gd name="T8" fmla="*/ 4 w 7"/>
                <a:gd name="T9" fmla="*/ 3 h 3"/>
                <a:gd name="T10" fmla="*/ 2 w 7"/>
                <a:gd name="T11" fmla="*/ 1 h 3"/>
                <a:gd name="T12" fmla="*/ 6 w 7"/>
                <a:gd name="T13" fmla="*/ 0 h 3"/>
                <a:gd name="T14" fmla="*/ 7 w 7"/>
                <a:gd name="T15" fmla="*/ 0 h 3"/>
                <a:gd name="T16" fmla="*/ 6 w 7"/>
                <a:gd name="T17" fmla="*/ 0 h 3"/>
                <a:gd name="T18" fmla="*/ 6 w 7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3">
                  <a:moveTo>
                    <a:pt x="2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" y="3"/>
                  </a:lnTo>
                  <a:lnTo>
                    <a:pt x="2" y="1"/>
                  </a:lnTo>
                  <a:close/>
                  <a:moveTo>
                    <a:pt x="6" y="0"/>
                  </a:move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6" name="Freeform 228">
              <a:extLst>
                <a:ext uri="{FF2B5EF4-FFF2-40B4-BE49-F238E27FC236}">
                  <a16:creationId xmlns:a16="http://schemas.microsoft.com/office/drawing/2014/main" id="{092CA933-2E4D-3F1F-29C9-817FB07C6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6301" y="4291050"/>
              <a:ext cx="11113" cy="4763"/>
            </a:xfrm>
            <a:custGeom>
              <a:avLst/>
              <a:gdLst>
                <a:gd name="T0" fmla="*/ 2 w 7"/>
                <a:gd name="T1" fmla="*/ 1 h 3"/>
                <a:gd name="T2" fmla="*/ 0 w 7"/>
                <a:gd name="T3" fmla="*/ 1 h 3"/>
                <a:gd name="T4" fmla="*/ 0 w 7"/>
                <a:gd name="T5" fmla="*/ 1 h 3"/>
                <a:gd name="T6" fmla="*/ 0 w 7"/>
                <a:gd name="T7" fmla="*/ 1 h 3"/>
                <a:gd name="T8" fmla="*/ 4 w 7"/>
                <a:gd name="T9" fmla="*/ 3 h 3"/>
                <a:gd name="T10" fmla="*/ 2 w 7"/>
                <a:gd name="T11" fmla="*/ 1 h 3"/>
                <a:gd name="T12" fmla="*/ 6 w 7"/>
                <a:gd name="T13" fmla="*/ 0 h 3"/>
                <a:gd name="T14" fmla="*/ 7 w 7"/>
                <a:gd name="T15" fmla="*/ 0 h 3"/>
                <a:gd name="T16" fmla="*/ 6 w 7"/>
                <a:gd name="T17" fmla="*/ 0 h 3"/>
                <a:gd name="T18" fmla="*/ 6 w 7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3">
                  <a:moveTo>
                    <a:pt x="2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" y="3"/>
                  </a:lnTo>
                  <a:lnTo>
                    <a:pt x="2" y="1"/>
                  </a:lnTo>
                  <a:moveTo>
                    <a:pt x="6" y="0"/>
                  </a:move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7" name="Freeform 229">
              <a:extLst>
                <a:ext uri="{FF2B5EF4-FFF2-40B4-BE49-F238E27FC236}">
                  <a16:creationId xmlns:a16="http://schemas.microsoft.com/office/drawing/2014/main" id="{49D103E2-EF69-5F5B-FB63-07454FDD00CF}"/>
                </a:ext>
              </a:extLst>
            </p:cNvPr>
            <p:cNvSpPr/>
            <p:nvPr/>
          </p:nvSpPr>
          <p:spPr bwMode="auto">
            <a:xfrm>
              <a:off x="2919476" y="4291050"/>
              <a:ext cx="11113" cy="7938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1 h 5"/>
                <a:gd name="T4" fmla="*/ 2 w 7"/>
                <a:gd name="T5" fmla="*/ 3 h 5"/>
                <a:gd name="T6" fmla="*/ 3 w 7"/>
                <a:gd name="T7" fmla="*/ 5 h 5"/>
                <a:gd name="T8" fmla="*/ 7 w 7"/>
                <a:gd name="T9" fmla="*/ 3 h 5"/>
                <a:gd name="T10" fmla="*/ 5 w 7"/>
                <a:gd name="T11" fmla="*/ 1 h 5"/>
                <a:gd name="T12" fmla="*/ 5 w 7"/>
                <a:gd name="T13" fmla="*/ 0 h 5"/>
                <a:gd name="T14" fmla="*/ 5 w 7"/>
                <a:gd name="T15" fmla="*/ 0 h 5"/>
                <a:gd name="T16" fmla="*/ 4 w 7"/>
                <a:gd name="T17" fmla="*/ 0 h 5"/>
                <a:gd name="T18" fmla="*/ 3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3" y="5"/>
                  </a:lnTo>
                  <a:lnTo>
                    <a:pt x="7" y="3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8" name="Freeform 230">
              <a:extLst>
                <a:ext uri="{FF2B5EF4-FFF2-40B4-BE49-F238E27FC236}">
                  <a16:creationId xmlns:a16="http://schemas.microsoft.com/office/drawing/2014/main" id="{62FE7F46-4CD3-8A47-5D6E-359102432BFF}"/>
                </a:ext>
              </a:extLst>
            </p:cNvPr>
            <p:cNvSpPr/>
            <p:nvPr/>
          </p:nvSpPr>
          <p:spPr bwMode="auto">
            <a:xfrm>
              <a:off x="2919476" y="4291050"/>
              <a:ext cx="11113" cy="7938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1 h 5"/>
                <a:gd name="T4" fmla="*/ 2 w 7"/>
                <a:gd name="T5" fmla="*/ 3 h 5"/>
                <a:gd name="T6" fmla="*/ 3 w 7"/>
                <a:gd name="T7" fmla="*/ 5 h 5"/>
                <a:gd name="T8" fmla="*/ 7 w 7"/>
                <a:gd name="T9" fmla="*/ 3 h 5"/>
                <a:gd name="T10" fmla="*/ 5 w 7"/>
                <a:gd name="T11" fmla="*/ 1 h 5"/>
                <a:gd name="T12" fmla="*/ 5 w 7"/>
                <a:gd name="T13" fmla="*/ 0 h 5"/>
                <a:gd name="T14" fmla="*/ 5 w 7"/>
                <a:gd name="T15" fmla="*/ 0 h 5"/>
                <a:gd name="T16" fmla="*/ 4 w 7"/>
                <a:gd name="T17" fmla="*/ 0 h 5"/>
                <a:gd name="T18" fmla="*/ 3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3" y="5"/>
                  </a:lnTo>
                  <a:lnTo>
                    <a:pt x="7" y="3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9" name="Freeform 231">
              <a:extLst>
                <a:ext uri="{FF2B5EF4-FFF2-40B4-BE49-F238E27FC236}">
                  <a16:creationId xmlns:a16="http://schemas.microsoft.com/office/drawing/2014/main" id="{5C94E578-4FC9-B882-05E3-6B1DBC687C9E}"/>
                </a:ext>
              </a:extLst>
            </p:cNvPr>
            <p:cNvSpPr/>
            <p:nvPr/>
          </p:nvSpPr>
          <p:spPr bwMode="auto">
            <a:xfrm>
              <a:off x="2125726" y="4533938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0" name="Freeform 232">
              <a:extLst>
                <a:ext uri="{FF2B5EF4-FFF2-40B4-BE49-F238E27FC236}">
                  <a16:creationId xmlns:a16="http://schemas.microsoft.com/office/drawing/2014/main" id="{D4A74CA8-77C3-55AD-F625-326328E867BB}"/>
                </a:ext>
              </a:extLst>
            </p:cNvPr>
            <p:cNvSpPr/>
            <p:nvPr/>
          </p:nvSpPr>
          <p:spPr bwMode="auto">
            <a:xfrm>
              <a:off x="2125726" y="4533938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1" name="Freeform 233">
              <a:extLst>
                <a:ext uri="{FF2B5EF4-FFF2-40B4-BE49-F238E27FC236}">
                  <a16:creationId xmlns:a16="http://schemas.microsoft.com/office/drawing/2014/main" id="{9098A52D-56A5-3C53-B5E4-625899818548}"/>
                </a:ext>
              </a:extLst>
            </p:cNvPr>
            <p:cNvSpPr/>
            <p:nvPr/>
          </p:nvSpPr>
          <p:spPr bwMode="auto">
            <a:xfrm>
              <a:off x="1728851" y="3629063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2" name="Freeform 234">
              <a:extLst>
                <a:ext uri="{FF2B5EF4-FFF2-40B4-BE49-F238E27FC236}">
                  <a16:creationId xmlns:a16="http://schemas.microsoft.com/office/drawing/2014/main" id="{C1358EC5-5E17-A9CA-2FA7-13F16B596A4A}"/>
                </a:ext>
              </a:extLst>
            </p:cNvPr>
            <p:cNvSpPr/>
            <p:nvPr/>
          </p:nvSpPr>
          <p:spPr bwMode="auto">
            <a:xfrm>
              <a:off x="1728851" y="3629063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3" name="Freeform 235">
              <a:extLst>
                <a:ext uri="{FF2B5EF4-FFF2-40B4-BE49-F238E27FC236}">
                  <a16:creationId xmlns:a16="http://schemas.microsoft.com/office/drawing/2014/main" id="{D363EFFC-D6CD-39A7-B59F-8FBEBD7635A8}"/>
                </a:ext>
              </a:extLst>
            </p:cNvPr>
            <p:cNvSpPr/>
            <p:nvPr/>
          </p:nvSpPr>
          <p:spPr bwMode="auto">
            <a:xfrm>
              <a:off x="1728851" y="3632238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4" name="Freeform 236">
              <a:extLst>
                <a:ext uri="{FF2B5EF4-FFF2-40B4-BE49-F238E27FC236}">
                  <a16:creationId xmlns:a16="http://schemas.microsoft.com/office/drawing/2014/main" id="{BB10662B-FB33-96ED-3C52-956DA472B4B5}"/>
                </a:ext>
              </a:extLst>
            </p:cNvPr>
            <p:cNvSpPr/>
            <p:nvPr/>
          </p:nvSpPr>
          <p:spPr bwMode="auto">
            <a:xfrm>
              <a:off x="1728851" y="3632238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5" name="Freeform 237">
              <a:extLst>
                <a:ext uri="{FF2B5EF4-FFF2-40B4-BE49-F238E27FC236}">
                  <a16:creationId xmlns:a16="http://schemas.microsoft.com/office/drawing/2014/main" id="{97C74865-0442-923D-2A2E-205CF7686ACB}"/>
                </a:ext>
              </a:extLst>
            </p:cNvPr>
            <p:cNvSpPr/>
            <p:nvPr/>
          </p:nvSpPr>
          <p:spPr bwMode="auto">
            <a:xfrm>
              <a:off x="1728851" y="36322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6" name="Freeform 238">
              <a:extLst>
                <a:ext uri="{FF2B5EF4-FFF2-40B4-BE49-F238E27FC236}">
                  <a16:creationId xmlns:a16="http://schemas.microsoft.com/office/drawing/2014/main" id="{145D5B13-0684-AEAF-0FBF-72FEBFCDA2D4}"/>
                </a:ext>
              </a:extLst>
            </p:cNvPr>
            <p:cNvSpPr/>
            <p:nvPr/>
          </p:nvSpPr>
          <p:spPr bwMode="auto">
            <a:xfrm>
              <a:off x="1728851" y="36322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7" name="Freeform 239">
              <a:extLst>
                <a:ext uri="{FF2B5EF4-FFF2-40B4-BE49-F238E27FC236}">
                  <a16:creationId xmlns:a16="http://schemas.microsoft.com/office/drawing/2014/main" id="{EB4D02E8-CFF4-F245-5690-BC521CE96F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41551" y="3641763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8" name="Freeform 240">
              <a:extLst>
                <a:ext uri="{FF2B5EF4-FFF2-40B4-BE49-F238E27FC236}">
                  <a16:creationId xmlns:a16="http://schemas.microsoft.com/office/drawing/2014/main" id="{0E4D49FD-06FB-FED9-1516-D72A609051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41551" y="3641763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9" name="Freeform 241">
              <a:extLst>
                <a:ext uri="{FF2B5EF4-FFF2-40B4-BE49-F238E27FC236}">
                  <a16:creationId xmlns:a16="http://schemas.microsoft.com/office/drawing/2014/main" id="{9D575A64-B3CE-FF64-4A98-EA64D947C4EE}"/>
                </a:ext>
              </a:extLst>
            </p:cNvPr>
            <p:cNvSpPr/>
            <p:nvPr/>
          </p:nvSpPr>
          <p:spPr bwMode="auto">
            <a:xfrm>
              <a:off x="1738376" y="3633825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0" name="Freeform 242">
              <a:extLst>
                <a:ext uri="{FF2B5EF4-FFF2-40B4-BE49-F238E27FC236}">
                  <a16:creationId xmlns:a16="http://schemas.microsoft.com/office/drawing/2014/main" id="{FBE28357-2257-D328-F23A-789A4C120DD7}"/>
                </a:ext>
              </a:extLst>
            </p:cNvPr>
            <p:cNvSpPr/>
            <p:nvPr/>
          </p:nvSpPr>
          <p:spPr bwMode="auto">
            <a:xfrm>
              <a:off x="1738376" y="3633825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1" name="Freeform 243">
              <a:extLst>
                <a:ext uri="{FF2B5EF4-FFF2-40B4-BE49-F238E27FC236}">
                  <a16:creationId xmlns:a16="http://schemas.microsoft.com/office/drawing/2014/main" id="{9D50998F-E10B-F390-4C4C-C975AA67CA65}"/>
                </a:ext>
              </a:extLst>
            </p:cNvPr>
            <p:cNvSpPr/>
            <p:nvPr/>
          </p:nvSpPr>
          <p:spPr bwMode="auto">
            <a:xfrm>
              <a:off x="1736789" y="363382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2" name="Freeform 244">
              <a:extLst>
                <a:ext uri="{FF2B5EF4-FFF2-40B4-BE49-F238E27FC236}">
                  <a16:creationId xmlns:a16="http://schemas.microsoft.com/office/drawing/2014/main" id="{B9CAC241-FC8D-3606-3F03-722852A3FAE3}"/>
                </a:ext>
              </a:extLst>
            </p:cNvPr>
            <p:cNvSpPr/>
            <p:nvPr/>
          </p:nvSpPr>
          <p:spPr bwMode="auto">
            <a:xfrm>
              <a:off x="1736789" y="363382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3" name="Freeform 245">
              <a:extLst>
                <a:ext uri="{FF2B5EF4-FFF2-40B4-BE49-F238E27FC236}">
                  <a16:creationId xmlns:a16="http://schemas.microsoft.com/office/drawing/2014/main" id="{43A350F9-16A0-6592-DA3E-CF0DA9EC920D}"/>
                </a:ext>
              </a:extLst>
            </p:cNvPr>
            <p:cNvSpPr/>
            <p:nvPr/>
          </p:nvSpPr>
          <p:spPr bwMode="auto">
            <a:xfrm>
              <a:off x="1824101" y="3854488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4" name="Freeform 246">
              <a:extLst>
                <a:ext uri="{FF2B5EF4-FFF2-40B4-BE49-F238E27FC236}">
                  <a16:creationId xmlns:a16="http://schemas.microsoft.com/office/drawing/2014/main" id="{9C80CC14-B39C-5CEA-11F1-D4D144145489}"/>
                </a:ext>
              </a:extLst>
            </p:cNvPr>
            <p:cNvSpPr/>
            <p:nvPr/>
          </p:nvSpPr>
          <p:spPr bwMode="auto">
            <a:xfrm>
              <a:off x="1824101" y="3854488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5" name="Rectangle 247">
              <a:extLst>
                <a:ext uri="{FF2B5EF4-FFF2-40B4-BE49-F238E27FC236}">
                  <a16:creationId xmlns:a16="http://schemas.microsoft.com/office/drawing/2014/main" id="{60E8A52C-AAAC-440E-8231-8447CD662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201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6" name="Rectangle 248">
              <a:extLst>
                <a:ext uri="{FF2B5EF4-FFF2-40B4-BE49-F238E27FC236}">
                  <a16:creationId xmlns:a16="http://schemas.microsoft.com/office/drawing/2014/main" id="{A360CDDD-C8B9-3B3D-831D-A6453FFC6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201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7" name="Freeform 249">
              <a:extLst>
                <a:ext uri="{FF2B5EF4-FFF2-40B4-BE49-F238E27FC236}">
                  <a16:creationId xmlns:a16="http://schemas.microsoft.com/office/drawing/2014/main" id="{979DE512-18D3-A474-EBC9-19D590BB3089}"/>
                </a:ext>
              </a:extLst>
            </p:cNvPr>
            <p:cNvSpPr/>
            <p:nvPr/>
          </p:nvSpPr>
          <p:spPr bwMode="auto">
            <a:xfrm>
              <a:off x="2122551" y="4545050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8" name="Freeform 250">
              <a:extLst>
                <a:ext uri="{FF2B5EF4-FFF2-40B4-BE49-F238E27FC236}">
                  <a16:creationId xmlns:a16="http://schemas.microsoft.com/office/drawing/2014/main" id="{213E8AFB-3856-104E-7E3F-FEBE8F6CE4F0}"/>
                </a:ext>
              </a:extLst>
            </p:cNvPr>
            <p:cNvSpPr/>
            <p:nvPr/>
          </p:nvSpPr>
          <p:spPr bwMode="auto">
            <a:xfrm>
              <a:off x="2122551" y="4545050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9" name="Freeform 251">
              <a:extLst>
                <a:ext uri="{FF2B5EF4-FFF2-40B4-BE49-F238E27FC236}">
                  <a16:creationId xmlns:a16="http://schemas.microsoft.com/office/drawing/2014/main" id="{57EB8738-CE7C-2353-F4F4-34EC31F712CD}"/>
                </a:ext>
              </a:extLst>
            </p:cNvPr>
            <p:cNvSpPr/>
            <p:nvPr/>
          </p:nvSpPr>
          <p:spPr bwMode="auto">
            <a:xfrm>
              <a:off x="1733614" y="362906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0" name="Freeform 252">
              <a:extLst>
                <a:ext uri="{FF2B5EF4-FFF2-40B4-BE49-F238E27FC236}">
                  <a16:creationId xmlns:a16="http://schemas.microsoft.com/office/drawing/2014/main" id="{B3162864-BFBA-746D-36E1-3D08ECD6F2E9}"/>
                </a:ext>
              </a:extLst>
            </p:cNvPr>
            <p:cNvSpPr/>
            <p:nvPr/>
          </p:nvSpPr>
          <p:spPr bwMode="auto">
            <a:xfrm>
              <a:off x="1733614" y="362906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1" name="Freeform 253">
              <a:extLst>
                <a:ext uri="{FF2B5EF4-FFF2-40B4-BE49-F238E27FC236}">
                  <a16:creationId xmlns:a16="http://schemas.microsoft.com/office/drawing/2014/main" id="{5E8D3EAD-5446-AF90-D483-027B48726329}"/>
                </a:ext>
              </a:extLst>
            </p:cNvPr>
            <p:cNvSpPr/>
            <p:nvPr/>
          </p:nvSpPr>
          <p:spPr bwMode="auto">
            <a:xfrm>
              <a:off x="1735201" y="363065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2" name="Freeform 254">
              <a:extLst>
                <a:ext uri="{FF2B5EF4-FFF2-40B4-BE49-F238E27FC236}">
                  <a16:creationId xmlns:a16="http://schemas.microsoft.com/office/drawing/2014/main" id="{BAAFA87F-0DE7-6E48-0203-E6CBFC25153B}"/>
                </a:ext>
              </a:extLst>
            </p:cNvPr>
            <p:cNvSpPr/>
            <p:nvPr/>
          </p:nvSpPr>
          <p:spPr bwMode="auto">
            <a:xfrm>
              <a:off x="1735201" y="363065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3" name="Freeform 255">
              <a:extLst>
                <a:ext uri="{FF2B5EF4-FFF2-40B4-BE49-F238E27FC236}">
                  <a16:creationId xmlns:a16="http://schemas.microsoft.com/office/drawing/2014/main" id="{1692F30A-9F08-C994-CFDD-30758298792C}"/>
                </a:ext>
              </a:extLst>
            </p:cNvPr>
            <p:cNvSpPr/>
            <p:nvPr/>
          </p:nvSpPr>
          <p:spPr bwMode="auto">
            <a:xfrm>
              <a:off x="1735201" y="3632238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4" name="Freeform 256">
              <a:extLst>
                <a:ext uri="{FF2B5EF4-FFF2-40B4-BE49-F238E27FC236}">
                  <a16:creationId xmlns:a16="http://schemas.microsoft.com/office/drawing/2014/main" id="{EC9D3A34-51E5-D811-F4BC-8C30622ED90F}"/>
                </a:ext>
              </a:extLst>
            </p:cNvPr>
            <p:cNvSpPr/>
            <p:nvPr/>
          </p:nvSpPr>
          <p:spPr bwMode="auto">
            <a:xfrm>
              <a:off x="1735201" y="3632238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5" name="Freeform 257">
              <a:extLst>
                <a:ext uri="{FF2B5EF4-FFF2-40B4-BE49-F238E27FC236}">
                  <a16:creationId xmlns:a16="http://schemas.microsoft.com/office/drawing/2014/main" id="{4F5EA1D0-2425-8158-9106-AE26C08EF4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14" y="3643350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6" name="Freeform 258">
              <a:extLst>
                <a:ext uri="{FF2B5EF4-FFF2-40B4-BE49-F238E27FC236}">
                  <a16:creationId xmlns:a16="http://schemas.microsoft.com/office/drawing/2014/main" id="{6FD153A7-E896-B2D7-41EB-9E34FDDEA2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14" y="3643350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7" name="Freeform 259">
              <a:extLst>
                <a:ext uri="{FF2B5EF4-FFF2-40B4-BE49-F238E27FC236}">
                  <a16:creationId xmlns:a16="http://schemas.microsoft.com/office/drawing/2014/main" id="{B9165FB2-D3A9-9B91-15FF-7966D740BC48}"/>
                </a:ext>
              </a:extLst>
            </p:cNvPr>
            <p:cNvSpPr/>
            <p:nvPr/>
          </p:nvSpPr>
          <p:spPr bwMode="auto">
            <a:xfrm>
              <a:off x="857314" y="3637000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8" name="Freeform 260">
              <a:extLst>
                <a:ext uri="{FF2B5EF4-FFF2-40B4-BE49-F238E27FC236}">
                  <a16:creationId xmlns:a16="http://schemas.microsoft.com/office/drawing/2014/main" id="{D7EEF6DA-2FBF-718F-69BD-7C3CA4570980}"/>
                </a:ext>
              </a:extLst>
            </p:cNvPr>
            <p:cNvSpPr/>
            <p:nvPr/>
          </p:nvSpPr>
          <p:spPr bwMode="auto">
            <a:xfrm>
              <a:off x="857314" y="3637000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9" name="Freeform 261">
              <a:extLst>
                <a:ext uri="{FF2B5EF4-FFF2-40B4-BE49-F238E27FC236}">
                  <a16:creationId xmlns:a16="http://schemas.microsoft.com/office/drawing/2014/main" id="{54522886-8E68-66A2-7E8B-CF92FCEB4D78}"/>
                </a:ext>
              </a:extLst>
            </p:cNvPr>
            <p:cNvSpPr/>
            <p:nvPr/>
          </p:nvSpPr>
          <p:spPr bwMode="auto">
            <a:xfrm>
              <a:off x="1728851" y="363541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0" name="Freeform 262">
              <a:extLst>
                <a:ext uri="{FF2B5EF4-FFF2-40B4-BE49-F238E27FC236}">
                  <a16:creationId xmlns:a16="http://schemas.microsoft.com/office/drawing/2014/main" id="{FB71A7CC-9E7B-4379-A377-3C1129903270}"/>
                </a:ext>
              </a:extLst>
            </p:cNvPr>
            <p:cNvSpPr/>
            <p:nvPr/>
          </p:nvSpPr>
          <p:spPr bwMode="auto">
            <a:xfrm>
              <a:off x="1728851" y="363541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1" name="Freeform 263">
              <a:extLst>
                <a:ext uri="{FF2B5EF4-FFF2-40B4-BE49-F238E27FC236}">
                  <a16:creationId xmlns:a16="http://schemas.microsoft.com/office/drawing/2014/main" id="{7D948169-BE58-F2E8-EEC3-6C28D1E9D909}"/>
                </a:ext>
              </a:extLst>
            </p:cNvPr>
            <p:cNvSpPr/>
            <p:nvPr/>
          </p:nvSpPr>
          <p:spPr bwMode="auto">
            <a:xfrm>
              <a:off x="2109851" y="4537113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2" name="Freeform 264">
              <a:extLst>
                <a:ext uri="{FF2B5EF4-FFF2-40B4-BE49-F238E27FC236}">
                  <a16:creationId xmlns:a16="http://schemas.microsoft.com/office/drawing/2014/main" id="{D68D232E-5105-4495-FF74-4FF79CFE5FDC}"/>
                </a:ext>
              </a:extLst>
            </p:cNvPr>
            <p:cNvSpPr/>
            <p:nvPr/>
          </p:nvSpPr>
          <p:spPr bwMode="auto">
            <a:xfrm>
              <a:off x="2109851" y="4537113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3" name="Freeform 265">
              <a:extLst>
                <a:ext uri="{FF2B5EF4-FFF2-40B4-BE49-F238E27FC236}">
                  <a16:creationId xmlns:a16="http://schemas.microsoft.com/office/drawing/2014/main" id="{29C95887-1D07-2051-A0DA-9724EA210A36}"/>
                </a:ext>
              </a:extLst>
            </p:cNvPr>
            <p:cNvSpPr/>
            <p:nvPr/>
          </p:nvSpPr>
          <p:spPr bwMode="auto">
            <a:xfrm>
              <a:off x="2093976" y="4538700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4" name="Freeform 266">
              <a:extLst>
                <a:ext uri="{FF2B5EF4-FFF2-40B4-BE49-F238E27FC236}">
                  <a16:creationId xmlns:a16="http://schemas.microsoft.com/office/drawing/2014/main" id="{37FC71BF-4FAF-C5CC-15CD-4F84F7C01D93}"/>
                </a:ext>
              </a:extLst>
            </p:cNvPr>
            <p:cNvSpPr/>
            <p:nvPr/>
          </p:nvSpPr>
          <p:spPr bwMode="auto">
            <a:xfrm>
              <a:off x="2093976" y="4538700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5" name="Freeform 267">
              <a:extLst>
                <a:ext uri="{FF2B5EF4-FFF2-40B4-BE49-F238E27FC236}">
                  <a16:creationId xmlns:a16="http://schemas.microsoft.com/office/drawing/2014/main" id="{50ABC8BF-35C8-66A1-A56A-348C533A34E2}"/>
                </a:ext>
              </a:extLst>
            </p:cNvPr>
            <p:cNvSpPr/>
            <p:nvPr/>
          </p:nvSpPr>
          <p:spPr bwMode="auto">
            <a:xfrm>
              <a:off x="2111439" y="4537113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6" name="Freeform 268">
              <a:extLst>
                <a:ext uri="{FF2B5EF4-FFF2-40B4-BE49-F238E27FC236}">
                  <a16:creationId xmlns:a16="http://schemas.microsoft.com/office/drawing/2014/main" id="{AE5A3251-A315-2C5B-1CED-B363134499FC}"/>
                </a:ext>
              </a:extLst>
            </p:cNvPr>
            <p:cNvSpPr/>
            <p:nvPr/>
          </p:nvSpPr>
          <p:spPr bwMode="auto">
            <a:xfrm>
              <a:off x="2111439" y="4537113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7" name="Freeform 269">
              <a:extLst>
                <a:ext uri="{FF2B5EF4-FFF2-40B4-BE49-F238E27FC236}">
                  <a16:creationId xmlns:a16="http://schemas.microsoft.com/office/drawing/2014/main" id="{A620E991-6D4B-5F3F-7C03-357C3749F883}"/>
                </a:ext>
              </a:extLst>
            </p:cNvPr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8" name="Freeform 270">
              <a:extLst>
                <a:ext uri="{FF2B5EF4-FFF2-40B4-BE49-F238E27FC236}">
                  <a16:creationId xmlns:a16="http://schemas.microsoft.com/office/drawing/2014/main" id="{43252561-770B-63BD-CA3F-265FC6FA773B}"/>
                </a:ext>
              </a:extLst>
            </p:cNvPr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9" name="Rectangle 271">
              <a:extLst>
                <a:ext uri="{FF2B5EF4-FFF2-40B4-BE49-F238E27FC236}">
                  <a16:creationId xmlns:a16="http://schemas.microsoft.com/office/drawing/2014/main" id="{1A311652-93C9-F501-2CB0-0F46BF0E3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201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0" name="Rectangle 272">
              <a:extLst>
                <a:ext uri="{FF2B5EF4-FFF2-40B4-BE49-F238E27FC236}">
                  <a16:creationId xmlns:a16="http://schemas.microsoft.com/office/drawing/2014/main" id="{23763934-8056-D101-EAFC-8E67D02A4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201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1" name="Freeform 273">
              <a:extLst>
                <a:ext uri="{FF2B5EF4-FFF2-40B4-BE49-F238E27FC236}">
                  <a16:creationId xmlns:a16="http://schemas.microsoft.com/office/drawing/2014/main" id="{A6B91C14-8104-D43F-1876-ADC6D60355D2}"/>
                </a:ext>
              </a:extLst>
            </p:cNvPr>
            <p:cNvSpPr/>
            <p:nvPr/>
          </p:nvSpPr>
          <p:spPr bwMode="auto">
            <a:xfrm>
              <a:off x="2116201" y="4538700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2" name="Freeform 274">
              <a:extLst>
                <a:ext uri="{FF2B5EF4-FFF2-40B4-BE49-F238E27FC236}">
                  <a16:creationId xmlns:a16="http://schemas.microsoft.com/office/drawing/2014/main" id="{E832C07C-0C29-30C8-71F1-9E8B0B05F8FC}"/>
                </a:ext>
              </a:extLst>
            </p:cNvPr>
            <p:cNvSpPr/>
            <p:nvPr/>
          </p:nvSpPr>
          <p:spPr bwMode="auto">
            <a:xfrm>
              <a:off x="2116201" y="4538700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3" name="Freeform 275">
              <a:extLst>
                <a:ext uri="{FF2B5EF4-FFF2-40B4-BE49-F238E27FC236}">
                  <a16:creationId xmlns:a16="http://schemas.microsoft.com/office/drawing/2014/main" id="{D4DAD510-BB03-DC21-D0B2-6368EF00BD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614" y="4146588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4" name="Freeform 276">
              <a:extLst>
                <a:ext uri="{FF2B5EF4-FFF2-40B4-BE49-F238E27FC236}">
                  <a16:creationId xmlns:a16="http://schemas.microsoft.com/office/drawing/2014/main" id="{728F20AB-D1C7-4897-4B10-2D9C980C79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614" y="4146588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5" name="Freeform 277">
              <a:extLst>
                <a:ext uri="{FF2B5EF4-FFF2-40B4-BE49-F238E27FC236}">
                  <a16:creationId xmlns:a16="http://schemas.microsoft.com/office/drawing/2014/main" id="{79D08609-8AF7-8C7B-F8C3-3C66F892769D}"/>
                </a:ext>
              </a:extLst>
            </p:cNvPr>
            <p:cNvSpPr/>
            <p:nvPr/>
          </p:nvSpPr>
          <p:spPr bwMode="auto">
            <a:xfrm>
              <a:off x="849376" y="4810163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6" name="Freeform 278">
              <a:extLst>
                <a:ext uri="{FF2B5EF4-FFF2-40B4-BE49-F238E27FC236}">
                  <a16:creationId xmlns:a16="http://schemas.microsoft.com/office/drawing/2014/main" id="{9D2FB10F-C344-C828-BC36-4FAECEB83FF0}"/>
                </a:ext>
              </a:extLst>
            </p:cNvPr>
            <p:cNvSpPr/>
            <p:nvPr/>
          </p:nvSpPr>
          <p:spPr bwMode="auto">
            <a:xfrm>
              <a:off x="849376" y="4810163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7" name="Freeform 279">
              <a:extLst>
                <a:ext uri="{FF2B5EF4-FFF2-40B4-BE49-F238E27FC236}">
                  <a16:creationId xmlns:a16="http://schemas.microsoft.com/office/drawing/2014/main" id="{4F36BF1F-9A3C-FB69-2D2F-7E3F83C9AD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3614" y="3630650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8" name="Freeform 280">
              <a:extLst>
                <a:ext uri="{FF2B5EF4-FFF2-40B4-BE49-F238E27FC236}">
                  <a16:creationId xmlns:a16="http://schemas.microsoft.com/office/drawing/2014/main" id="{B76001C2-09C6-658A-1DDA-032E79A0CF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3614" y="3630650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9" name="Freeform 281">
              <a:extLst>
                <a:ext uri="{FF2B5EF4-FFF2-40B4-BE49-F238E27FC236}">
                  <a16:creationId xmlns:a16="http://schemas.microsoft.com/office/drawing/2014/main" id="{137ABCE1-1E2F-C903-BA5E-65B50FBD66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3614" y="3632238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0" name="Freeform 282">
              <a:extLst>
                <a:ext uri="{FF2B5EF4-FFF2-40B4-BE49-F238E27FC236}">
                  <a16:creationId xmlns:a16="http://schemas.microsoft.com/office/drawing/2014/main" id="{5FD70911-CFB1-5CEA-85F1-490ADE8010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3614" y="3632238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1" name="Freeform 283">
              <a:extLst>
                <a:ext uri="{FF2B5EF4-FFF2-40B4-BE49-F238E27FC236}">
                  <a16:creationId xmlns:a16="http://schemas.microsoft.com/office/drawing/2014/main" id="{0C20EC44-206F-4188-446A-58185FF225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2026" y="3632238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2" name="Freeform 284">
              <a:extLst>
                <a:ext uri="{FF2B5EF4-FFF2-40B4-BE49-F238E27FC236}">
                  <a16:creationId xmlns:a16="http://schemas.microsoft.com/office/drawing/2014/main" id="{7BA4D316-A470-2DFD-86FF-FBEFF95ECB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2026" y="3632238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3" name="Freeform 285">
              <a:extLst>
                <a:ext uri="{FF2B5EF4-FFF2-40B4-BE49-F238E27FC236}">
                  <a16:creationId xmlns:a16="http://schemas.microsoft.com/office/drawing/2014/main" id="{BA4E732F-E8F7-A76E-B651-33956D48D457}"/>
                </a:ext>
              </a:extLst>
            </p:cNvPr>
            <p:cNvSpPr/>
            <p:nvPr/>
          </p:nvSpPr>
          <p:spPr bwMode="auto">
            <a:xfrm>
              <a:off x="1730439" y="3632238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4" name="Freeform 286">
              <a:extLst>
                <a:ext uri="{FF2B5EF4-FFF2-40B4-BE49-F238E27FC236}">
                  <a16:creationId xmlns:a16="http://schemas.microsoft.com/office/drawing/2014/main" id="{DF7D65C0-B5AF-A938-1972-B7642B9B9D90}"/>
                </a:ext>
              </a:extLst>
            </p:cNvPr>
            <p:cNvSpPr/>
            <p:nvPr/>
          </p:nvSpPr>
          <p:spPr bwMode="auto">
            <a:xfrm>
              <a:off x="1730439" y="3632238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5" name="Freeform 287">
              <a:extLst>
                <a:ext uri="{FF2B5EF4-FFF2-40B4-BE49-F238E27FC236}">
                  <a16:creationId xmlns:a16="http://schemas.microsoft.com/office/drawing/2014/main" id="{CD2500EC-16F1-C6EF-15ED-CF13F0B926A3}"/>
                </a:ext>
              </a:extLst>
            </p:cNvPr>
            <p:cNvSpPr/>
            <p:nvPr/>
          </p:nvSpPr>
          <p:spPr bwMode="auto">
            <a:xfrm>
              <a:off x="2116201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6" name="Freeform 288">
              <a:extLst>
                <a:ext uri="{FF2B5EF4-FFF2-40B4-BE49-F238E27FC236}">
                  <a16:creationId xmlns:a16="http://schemas.microsoft.com/office/drawing/2014/main" id="{1A9A9DA2-D0D3-3887-96F8-3AAD77BEF89C}"/>
                </a:ext>
              </a:extLst>
            </p:cNvPr>
            <p:cNvSpPr/>
            <p:nvPr/>
          </p:nvSpPr>
          <p:spPr bwMode="auto">
            <a:xfrm>
              <a:off x="2116201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7" name="Freeform 289">
              <a:extLst>
                <a:ext uri="{FF2B5EF4-FFF2-40B4-BE49-F238E27FC236}">
                  <a16:creationId xmlns:a16="http://schemas.microsoft.com/office/drawing/2014/main" id="{62AC6DF6-57A7-7123-E5FE-D575AB3469F3}"/>
                </a:ext>
              </a:extLst>
            </p:cNvPr>
            <p:cNvSpPr/>
            <p:nvPr/>
          </p:nvSpPr>
          <p:spPr bwMode="auto">
            <a:xfrm>
              <a:off x="2116201" y="453711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8" name="Freeform 290">
              <a:extLst>
                <a:ext uri="{FF2B5EF4-FFF2-40B4-BE49-F238E27FC236}">
                  <a16:creationId xmlns:a16="http://schemas.microsoft.com/office/drawing/2014/main" id="{F12287A0-BB03-1EF9-487C-B05A39820D87}"/>
                </a:ext>
              </a:extLst>
            </p:cNvPr>
            <p:cNvSpPr/>
            <p:nvPr/>
          </p:nvSpPr>
          <p:spPr bwMode="auto">
            <a:xfrm>
              <a:off x="2116201" y="453711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9" name="Freeform 291">
              <a:extLst>
                <a:ext uri="{FF2B5EF4-FFF2-40B4-BE49-F238E27FC236}">
                  <a16:creationId xmlns:a16="http://schemas.microsoft.com/office/drawing/2014/main" id="{05D28549-3E2B-6754-A9F8-14F56A731F08}"/>
                </a:ext>
              </a:extLst>
            </p:cNvPr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0" name="Freeform 292">
              <a:extLst>
                <a:ext uri="{FF2B5EF4-FFF2-40B4-BE49-F238E27FC236}">
                  <a16:creationId xmlns:a16="http://schemas.microsoft.com/office/drawing/2014/main" id="{E9EC99A0-F341-07AD-E351-0FE8B9E82848}"/>
                </a:ext>
              </a:extLst>
            </p:cNvPr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1" name="Rectangle 293">
              <a:extLst>
                <a:ext uri="{FF2B5EF4-FFF2-40B4-BE49-F238E27FC236}">
                  <a16:creationId xmlns:a16="http://schemas.microsoft.com/office/drawing/2014/main" id="{924FDECE-4BFD-825B-A41B-2389E52CA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9014" y="449901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2" name="Rectangle 294">
              <a:extLst>
                <a:ext uri="{FF2B5EF4-FFF2-40B4-BE49-F238E27FC236}">
                  <a16:creationId xmlns:a16="http://schemas.microsoft.com/office/drawing/2014/main" id="{984DB4D3-FE73-260F-0275-08C2500B9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9014" y="449901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3" name="Freeform 295">
              <a:extLst>
                <a:ext uri="{FF2B5EF4-FFF2-40B4-BE49-F238E27FC236}">
                  <a16:creationId xmlns:a16="http://schemas.microsoft.com/office/drawing/2014/main" id="{2F304037-8F7C-C217-1C80-A56684DD99D5}"/>
                </a:ext>
              </a:extLst>
            </p:cNvPr>
            <p:cNvSpPr/>
            <p:nvPr/>
          </p:nvSpPr>
          <p:spPr bwMode="auto">
            <a:xfrm>
              <a:off x="3029014" y="4500600"/>
              <a:ext cx="1588" cy="4763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1 w 1"/>
                <a:gd name="T7" fmla="*/ 2 h 3"/>
                <a:gd name="T8" fmla="*/ 1 w 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4" name="Freeform 296">
              <a:extLst>
                <a:ext uri="{FF2B5EF4-FFF2-40B4-BE49-F238E27FC236}">
                  <a16:creationId xmlns:a16="http://schemas.microsoft.com/office/drawing/2014/main" id="{F4D1214C-2E52-95D8-6672-2E92417AAF77}"/>
                </a:ext>
              </a:extLst>
            </p:cNvPr>
            <p:cNvSpPr/>
            <p:nvPr/>
          </p:nvSpPr>
          <p:spPr bwMode="auto">
            <a:xfrm>
              <a:off x="3029014" y="4500600"/>
              <a:ext cx="1588" cy="4763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1 w 1"/>
                <a:gd name="T7" fmla="*/ 2 h 3"/>
                <a:gd name="T8" fmla="*/ 1 w 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5" name="Freeform 297">
              <a:extLst>
                <a:ext uri="{FF2B5EF4-FFF2-40B4-BE49-F238E27FC236}">
                  <a16:creationId xmlns:a16="http://schemas.microsoft.com/office/drawing/2014/main" id="{7D675233-EEEE-F0BF-52A2-1DE8D1BBC0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8539" y="4502188"/>
              <a:ext cx="184150" cy="269875"/>
            </a:xfrm>
            <a:custGeom>
              <a:avLst/>
              <a:gdLst>
                <a:gd name="T0" fmla="*/ 0 w 116"/>
                <a:gd name="T1" fmla="*/ 5 h 170"/>
                <a:gd name="T2" fmla="*/ 36 w 116"/>
                <a:gd name="T3" fmla="*/ 170 h 170"/>
                <a:gd name="T4" fmla="*/ 36 w 116"/>
                <a:gd name="T5" fmla="*/ 170 h 170"/>
                <a:gd name="T6" fmla="*/ 0 w 116"/>
                <a:gd name="T7" fmla="*/ 5 h 170"/>
                <a:gd name="T8" fmla="*/ 0 w 116"/>
                <a:gd name="T9" fmla="*/ 5 h 170"/>
                <a:gd name="T10" fmla="*/ 0 w 116"/>
                <a:gd name="T11" fmla="*/ 0 h 170"/>
                <a:gd name="T12" fmla="*/ 0 w 116"/>
                <a:gd name="T13" fmla="*/ 0 h 170"/>
                <a:gd name="T14" fmla="*/ 116 w 116"/>
                <a:gd name="T15" fmla="*/ 37 h 170"/>
                <a:gd name="T16" fmla="*/ 0 w 116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70">
                  <a:moveTo>
                    <a:pt x="0" y="5"/>
                  </a:moveTo>
                  <a:lnTo>
                    <a:pt x="36" y="170"/>
                  </a:lnTo>
                  <a:lnTo>
                    <a:pt x="36" y="170"/>
                  </a:lnTo>
                  <a:lnTo>
                    <a:pt x="0" y="5"/>
                  </a:lnTo>
                  <a:lnTo>
                    <a:pt x="0" y="5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16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6" name="Freeform 298">
              <a:extLst>
                <a:ext uri="{FF2B5EF4-FFF2-40B4-BE49-F238E27FC236}">
                  <a16:creationId xmlns:a16="http://schemas.microsoft.com/office/drawing/2014/main" id="{F75F186A-887F-93AD-8161-4A1E4F0248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8539" y="4502188"/>
              <a:ext cx="184150" cy="269875"/>
            </a:xfrm>
            <a:custGeom>
              <a:avLst/>
              <a:gdLst>
                <a:gd name="T0" fmla="*/ 0 w 116"/>
                <a:gd name="T1" fmla="*/ 5 h 170"/>
                <a:gd name="T2" fmla="*/ 36 w 116"/>
                <a:gd name="T3" fmla="*/ 170 h 170"/>
                <a:gd name="T4" fmla="*/ 36 w 116"/>
                <a:gd name="T5" fmla="*/ 170 h 170"/>
                <a:gd name="T6" fmla="*/ 0 w 116"/>
                <a:gd name="T7" fmla="*/ 5 h 170"/>
                <a:gd name="T8" fmla="*/ 0 w 116"/>
                <a:gd name="T9" fmla="*/ 5 h 170"/>
                <a:gd name="T10" fmla="*/ 0 w 116"/>
                <a:gd name="T11" fmla="*/ 0 h 170"/>
                <a:gd name="T12" fmla="*/ 0 w 116"/>
                <a:gd name="T13" fmla="*/ 0 h 170"/>
                <a:gd name="T14" fmla="*/ 116 w 116"/>
                <a:gd name="T15" fmla="*/ 37 h 170"/>
                <a:gd name="T16" fmla="*/ 0 w 116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70">
                  <a:moveTo>
                    <a:pt x="0" y="5"/>
                  </a:moveTo>
                  <a:lnTo>
                    <a:pt x="36" y="170"/>
                  </a:lnTo>
                  <a:lnTo>
                    <a:pt x="36" y="170"/>
                  </a:lnTo>
                  <a:lnTo>
                    <a:pt x="0" y="5"/>
                  </a:lnTo>
                  <a:lnTo>
                    <a:pt x="0" y="5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16" y="37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7" name="Freeform 299">
              <a:extLst>
                <a:ext uri="{FF2B5EF4-FFF2-40B4-BE49-F238E27FC236}">
                  <a16:creationId xmlns:a16="http://schemas.microsoft.com/office/drawing/2014/main" id="{14DCC8A8-7ED7-36FE-DDC1-B3BDCEB16C7B}"/>
                </a:ext>
              </a:extLst>
            </p:cNvPr>
            <p:cNvSpPr/>
            <p:nvPr/>
          </p:nvSpPr>
          <p:spPr bwMode="auto">
            <a:xfrm>
              <a:off x="3036951" y="4502188"/>
              <a:ext cx="355600" cy="120650"/>
            </a:xfrm>
            <a:custGeom>
              <a:avLst/>
              <a:gdLst>
                <a:gd name="T0" fmla="*/ 1 w 224"/>
                <a:gd name="T1" fmla="*/ 0 h 76"/>
                <a:gd name="T2" fmla="*/ 0 w 224"/>
                <a:gd name="T3" fmla="*/ 1 h 76"/>
                <a:gd name="T4" fmla="*/ 2 w 224"/>
                <a:gd name="T5" fmla="*/ 3 h 76"/>
                <a:gd name="T6" fmla="*/ 1 w 224"/>
                <a:gd name="T7" fmla="*/ 3 h 76"/>
                <a:gd name="T8" fmla="*/ 1 w 224"/>
                <a:gd name="T9" fmla="*/ 5 h 76"/>
                <a:gd name="T10" fmla="*/ 1 w 224"/>
                <a:gd name="T11" fmla="*/ 5 h 76"/>
                <a:gd name="T12" fmla="*/ 223 w 224"/>
                <a:gd name="T13" fmla="*/ 76 h 76"/>
                <a:gd name="T14" fmla="*/ 224 w 224"/>
                <a:gd name="T15" fmla="*/ 75 h 76"/>
                <a:gd name="T16" fmla="*/ 215 w 224"/>
                <a:gd name="T17" fmla="*/ 68 h 76"/>
                <a:gd name="T18" fmla="*/ 117 w 224"/>
                <a:gd name="T19" fmla="*/ 37 h 76"/>
                <a:gd name="T20" fmla="*/ 1 w 224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4" h="76">
                  <a:moveTo>
                    <a:pt x="1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223" y="76"/>
                  </a:lnTo>
                  <a:lnTo>
                    <a:pt x="224" y="75"/>
                  </a:lnTo>
                  <a:lnTo>
                    <a:pt x="215" y="68"/>
                  </a:lnTo>
                  <a:lnTo>
                    <a:pt x="117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8" name="Freeform 300">
              <a:extLst>
                <a:ext uri="{FF2B5EF4-FFF2-40B4-BE49-F238E27FC236}">
                  <a16:creationId xmlns:a16="http://schemas.microsoft.com/office/drawing/2014/main" id="{6CC2E878-2DA0-8967-C79C-5195A01862F6}"/>
                </a:ext>
              </a:extLst>
            </p:cNvPr>
            <p:cNvSpPr/>
            <p:nvPr/>
          </p:nvSpPr>
          <p:spPr bwMode="auto">
            <a:xfrm>
              <a:off x="3036951" y="4502188"/>
              <a:ext cx="355600" cy="120650"/>
            </a:xfrm>
            <a:custGeom>
              <a:avLst/>
              <a:gdLst>
                <a:gd name="T0" fmla="*/ 1 w 224"/>
                <a:gd name="T1" fmla="*/ 0 h 76"/>
                <a:gd name="T2" fmla="*/ 0 w 224"/>
                <a:gd name="T3" fmla="*/ 1 h 76"/>
                <a:gd name="T4" fmla="*/ 2 w 224"/>
                <a:gd name="T5" fmla="*/ 3 h 76"/>
                <a:gd name="T6" fmla="*/ 1 w 224"/>
                <a:gd name="T7" fmla="*/ 3 h 76"/>
                <a:gd name="T8" fmla="*/ 1 w 224"/>
                <a:gd name="T9" fmla="*/ 5 h 76"/>
                <a:gd name="T10" fmla="*/ 1 w 224"/>
                <a:gd name="T11" fmla="*/ 5 h 76"/>
                <a:gd name="T12" fmla="*/ 223 w 224"/>
                <a:gd name="T13" fmla="*/ 76 h 76"/>
                <a:gd name="T14" fmla="*/ 224 w 224"/>
                <a:gd name="T15" fmla="*/ 75 h 76"/>
                <a:gd name="T16" fmla="*/ 215 w 224"/>
                <a:gd name="T17" fmla="*/ 68 h 76"/>
                <a:gd name="T18" fmla="*/ 117 w 224"/>
                <a:gd name="T19" fmla="*/ 37 h 76"/>
                <a:gd name="T20" fmla="*/ 1 w 224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4" h="76">
                  <a:moveTo>
                    <a:pt x="1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223" y="76"/>
                  </a:lnTo>
                  <a:lnTo>
                    <a:pt x="224" y="75"/>
                  </a:lnTo>
                  <a:lnTo>
                    <a:pt x="215" y="68"/>
                  </a:lnTo>
                  <a:lnTo>
                    <a:pt x="117" y="37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9" name="Freeform 301">
              <a:extLst>
                <a:ext uri="{FF2B5EF4-FFF2-40B4-BE49-F238E27FC236}">
                  <a16:creationId xmlns:a16="http://schemas.microsoft.com/office/drawing/2014/main" id="{6D289ACA-3638-CC82-D587-8CE95B1C1364}"/>
                </a:ext>
              </a:extLst>
            </p:cNvPr>
            <p:cNvSpPr/>
            <p:nvPr/>
          </p:nvSpPr>
          <p:spPr bwMode="auto">
            <a:xfrm>
              <a:off x="3378264" y="4610138"/>
              <a:ext cx="15875" cy="11113"/>
            </a:xfrm>
            <a:custGeom>
              <a:avLst/>
              <a:gdLst>
                <a:gd name="T0" fmla="*/ 0 w 10"/>
                <a:gd name="T1" fmla="*/ 0 h 7"/>
                <a:gd name="T2" fmla="*/ 9 w 10"/>
                <a:gd name="T3" fmla="*/ 7 h 7"/>
                <a:gd name="T4" fmla="*/ 10 w 10"/>
                <a:gd name="T5" fmla="*/ 7 h 7"/>
                <a:gd name="T6" fmla="*/ 9 w 10"/>
                <a:gd name="T7" fmla="*/ 7 h 7"/>
                <a:gd name="T8" fmla="*/ 10 w 10"/>
                <a:gd name="T9" fmla="*/ 6 h 7"/>
                <a:gd name="T10" fmla="*/ 8 w 10"/>
                <a:gd name="T11" fmla="*/ 3 h 7"/>
                <a:gd name="T12" fmla="*/ 0 w 10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0" y="0"/>
                  </a:moveTo>
                  <a:lnTo>
                    <a:pt x="9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8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0" name="Freeform 302">
              <a:extLst>
                <a:ext uri="{FF2B5EF4-FFF2-40B4-BE49-F238E27FC236}">
                  <a16:creationId xmlns:a16="http://schemas.microsoft.com/office/drawing/2014/main" id="{C64BE1CE-B033-E490-B579-17057A7F65EA}"/>
                </a:ext>
              </a:extLst>
            </p:cNvPr>
            <p:cNvSpPr/>
            <p:nvPr/>
          </p:nvSpPr>
          <p:spPr bwMode="auto">
            <a:xfrm>
              <a:off x="3378264" y="4610138"/>
              <a:ext cx="15875" cy="11113"/>
            </a:xfrm>
            <a:custGeom>
              <a:avLst/>
              <a:gdLst>
                <a:gd name="T0" fmla="*/ 0 w 10"/>
                <a:gd name="T1" fmla="*/ 0 h 7"/>
                <a:gd name="T2" fmla="*/ 9 w 10"/>
                <a:gd name="T3" fmla="*/ 7 h 7"/>
                <a:gd name="T4" fmla="*/ 10 w 10"/>
                <a:gd name="T5" fmla="*/ 7 h 7"/>
                <a:gd name="T6" fmla="*/ 9 w 10"/>
                <a:gd name="T7" fmla="*/ 7 h 7"/>
                <a:gd name="T8" fmla="*/ 10 w 10"/>
                <a:gd name="T9" fmla="*/ 6 h 7"/>
                <a:gd name="T10" fmla="*/ 8 w 10"/>
                <a:gd name="T11" fmla="*/ 3 h 7"/>
                <a:gd name="T12" fmla="*/ 0 w 10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0" y="0"/>
                  </a:moveTo>
                  <a:lnTo>
                    <a:pt x="9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8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1" name="Rectangle 303">
              <a:extLst>
                <a:ext uri="{FF2B5EF4-FFF2-40B4-BE49-F238E27FC236}">
                  <a16:creationId xmlns:a16="http://schemas.microsoft.com/office/drawing/2014/main" id="{EB9CF453-D28B-4A40-9E0E-4B6483210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2" name="Rectangle 304">
              <a:extLst>
                <a:ext uri="{FF2B5EF4-FFF2-40B4-BE49-F238E27FC236}">
                  <a16:creationId xmlns:a16="http://schemas.microsoft.com/office/drawing/2014/main" id="{42D98B24-6EBD-02C7-8DF4-0C7A9B687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3" name="Freeform 305">
              <a:extLst>
                <a:ext uri="{FF2B5EF4-FFF2-40B4-BE49-F238E27FC236}">
                  <a16:creationId xmlns:a16="http://schemas.microsoft.com/office/drawing/2014/main" id="{0997E743-1564-36A9-38DE-B38708B83944}"/>
                </a:ext>
              </a:extLst>
            </p:cNvPr>
            <p:cNvSpPr/>
            <p:nvPr/>
          </p:nvSpPr>
          <p:spPr bwMode="auto">
            <a:xfrm>
              <a:off x="3036951" y="4502188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4" name="Freeform 306">
              <a:extLst>
                <a:ext uri="{FF2B5EF4-FFF2-40B4-BE49-F238E27FC236}">
                  <a16:creationId xmlns:a16="http://schemas.microsoft.com/office/drawing/2014/main" id="{E43FE504-EAE1-4851-5AA3-F2B4ACC63C31}"/>
                </a:ext>
              </a:extLst>
            </p:cNvPr>
            <p:cNvSpPr/>
            <p:nvPr/>
          </p:nvSpPr>
          <p:spPr bwMode="auto">
            <a:xfrm>
              <a:off x="3036951" y="4502188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5" name="Freeform 307">
              <a:extLst>
                <a:ext uri="{FF2B5EF4-FFF2-40B4-BE49-F238E27FC236}">
                  <a16:creationId xmlns:a16="http://schemas.microsoft.com/office/drawing/2014/main" id="{8A120A90-2ED1-E383-FEAD-4226FECB5FB5}"/>
                </a:ext>
              </a:extLst>
            </p:cNvPr>
            <p:cNvSpPr/>
            <p:nvPr/>
          </p:nvSpPr>
          <p:spPr bwMode="auto">
            <a:xfrm>
              <a:off x="3036951" y="450377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6" name="Freeform 308">
              <a:extLst>
                <a:ext uri="{FF2B5EF4-FFF2-40B4-BE49-F238E27FC236}">
                  <a16:creationId xmlns:a16="http://schemas.microsoft.com/office/drawing/2014/main" id="{66F0841F-3A46-839A-EFA8-71C88349D183}"/>
                </a:ext>
              </a:extLst>
            </p:cNvPr>
            <p:cNvSpPr/>
            <p:nvPr/>
          </p:nvSpPr>
          <p:spPr bwMode="auto">
            <a:xfrm>
              <a:off x="3036951" y="450377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7" name="Rectangle 309">
              <a:extLst>
                <a:ext uri="{FF2B5EF4-FFF2-40B4-BE49-F238E27FC236}">
                  <a16:creationId xmlns:a16="http://schemas.microsoft.com/office/drawing/2014/main" id="{BD35F91A-AF2F-AEB2-6BDB-3E64B44CE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8" name="Freeform 310">
              <a:extLst>
                <a:ext uri="{FF2B5EF4-FFF2-40B4-BE49-F238E27FC236}">
                  <a16:creationId xmlns:a16="http://schemas.microsoft.com/office/drawing/2014/main" id="{273C8729-0D30-E3E8-73B2-00F618D1C536}"/>
                </a:ext>
              </a:extLst>
            </p:cNvPr>
            <p:cNvSpPr/>
            <p:nvPr/>
          </p:nvSpPr>
          <p:spPr bwMode="auto">
            <a:xfrm flipH="1">
              <a:off x="3036951" y="4502188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9" name="Freeform 311">
              <a:extLst>
                <a:ext uri="{FF2B5EF4-FFF2-40B4-BE49-F238E27FC236}">
                  <a16:creationId xmlns:a16="http://schemas.microsoft.com/office/drawing/2014/main" id="{1CD280D5-A6E9-CB3D-CAD2-9BD3E98E5F45}"/>
                </a:ext>
              </a:extLst>
            </p:cNvPr>
            <p:cNvSpPr/>
            <p:nvPr/>
          </p:nvSpPr>
          <p:spPr bwMode="auto">
            <a:xfrm>
              <a:off x="3065526" y="4668875"/>
              <a:ext cx="23813" cy="106363"/>
            </a:xfrm>
            <a:custGeom>
              <a:avLst/>
              <a:gdLst>
                <a:gd name="T0" fmla="*/ 0 w 15"/>
                <a:gd name="T1" fmla="*/ 0 h 67"/>
                <a:gd name="T2" fmla="*/ 15 w 15"/>
                <a:gd name="T3" fmla="*/ 67 h 67"/>
                <a:gd name="T4" fmla="*/ 15 w 15"/>
                <a:gd name="T5" fmla="*/ 67 h 67"/>
                <a:gd name="T6" fmla="*/ 0 w 15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67">
                  <a:moveTo>
                    <a:pt x="0" y="0"/>
                  </a:moveTo>
                  <a:lnTo>
                    <a:pt x="15" y="67"/>
                  </a:lnTo>
                  <a:lnTo>
                    <a:pt x="15" y="6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0" name="Freeform 312">
              <a:extLst>
                <a:ext uri="{FF2B5EF4-FFF2-40B4-BE49-F238E27FC236}">
                  <a16:creationId xmlns:a16="http://schemas.microsoft.com/office/drawing/2014/main" id="{9D7F0153-C772-6B9A-984E-03309DC62237}"/>
                </a:ext>
              </a:extLst>
            </p:cNvPr>
            <p:cNvSpPr/>
            <p:nvPr/>
          </p:nvSpPr>
          <p:spPr bwMode="auto">
            <a:xfrm>
              <a:off x="3065526" y="4668875"/>
              <a:ext cx="23813" cy="106363"/>
            </a:xfrm>
            <a:custGeom>
              <a:avLst/>
              <a:gdLst>
                <a:gd name="T0" fmla="*/ 0 w 15"/>
                <a:gd name="T1" fmla="*/ 0 h 67"/>
                <a:gd name="T2" fmla="*/ 15 w 15"/>
                <a:gd name="T3" fmla="*/ 67 h 67"/>
                <a:gd name="T4" fmla="*/ 15 w 15"/>
                <a:gd name="T5" fmla="*/ 67 h 67"/>
                <a:gd name="T6" fmla="*/ 0 w 15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67">
                  <a:moveTo>
                    <a:pt x="0" y="0"/>
                  </a:moveTo>
                  <a:lnTo>
                    <a:pt x="15" y="67"/>
                  </a:lnTo>
                  <a:lnTo>
                    <a:pt x="15" y="67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1" name="Freeform 313">
              <a:extLst>
                <a:ext uri="{FF2B5EF4-FFF2-40B4-BE49-F238E27FC236}">
                  <a16:creationId xmlns:a16="http://schemas.microsoft.com/office/drawing/2014/main" id="{1CE1E602-1A52-504E-A6ED-B15E982C6A5C}"/>
                </a:ext>
              </a:extLst>
            </p:cNvPr>
            <p:cNvSpPr/>
            <p:nvPr/>
          </p:nvSpPr>
          <p:spPr bwMode="auto">
            <a:xfrm>
              <a:off x="3032189" y="4483138"/>
              <a:ext cx="4763" cy="17463"/>
            </a:xfrm>
            <a:custGeom>
              <a:avLst/>
              <a:gdLst>
                <a:gd name="T0" fmla="*/ 0 w 3"/>
                <a:gd name="T1" fmla="*/ 0 h 11"/>
                <a:gd name="T2" fmla="*/ 0 w 3"/>
                <a:gd name="T3" fmla="*/ 6 h 11"/>
                <a:gd name="T4" fmla="*/ 3 w 3"/>
                <a:gd name="T5" fmla="*/ 11 h 11"/>
                <a:gd name="T6" fmla="*/ 3 w 3"/>
                <a:gd name="T7" fmla="*/ 11 h 11"/>
                <a:gd name="T8" fmla="*/ 0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0" y="0"/>
                  </a:moveTo>
                  <a:lnTo>
                    <a:pt x="0" y="6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2" name="Freeform 314">
              <a:extLst>
                <a:ext uri="{FF2B5EF4-FFF2-40B4-BE49-F238E27FC236}">
                  <a16:creationId xmlns:a16="http://schemas.microsoft.com/office/drawing/2014/main" id="{D7F537E5-7FF4-F326-00EC-0FC33B7BCBFF}"/>
                </a:ext>
              </a:extLst>
            </p:cNvPr>
            <p:cNvSpPr/>
            <p:nvPr/>
          </p:nvSpPr>
          <p:spPr bwMode="auto">
            <a:xfrm>
              <a:off x="3032189" y="4483138"/>
              <a:ext cx="4763" cy="17463"/>
            </a:xfrm>
            <a:custGeom>
              <a:avLst/>
              <a:gdLst>
                <a:gd name="T0" fmla="*/ 0 w 3"/>
                <a:gd name="T1" fmla="*/ 0 h 11"/>
                <a:gd name="T2" fmla="*/ 0 w 3"/>
                <a:gd name="T3" fmla="*/ 6 h 11"/>
                <a:gd name="T4" fmla="*/ 3 w 3"/>
                <a:gd name="T5" fmla="*/ 11 h 11"/>
                <a:gd name="T6" fmla="*/ 3 w 3"/>
                <a:gd name="T7" fmla="*/ 11 h 11"/>
                <a:gd name="T8" fmla="*/ 0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0" y="0"/>
                  </a:moveTo>
                  <a:lnTo>
                    <a:pt x="0" y="6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3" name="Freeform 315">
              <a:extLst>
                <a:ext uri="{FF2B5EF4-FFF2-40B4-BE49-F238E27FC236}">
                  <a16:creationId xmlns:a16="http://schemas.microsoft.com/office/drawing/2014/main" id="{B08AC8A3-BF06-1C54-CF27-887225A2D280}"/>
                </a:ext>
              </a:extLst>
            </p:cNvPr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4" name="Freeform 316">
              <a:extLst>
                <a:ext uri="{FF2B5EF4-FFF2-40B4-BE49-F238E27FC236}">
                  <a16:creationId xmlns:a16="http://schemas.microsoft.com/office/drawing/2014/main" id="{1FB062F2-D80A-42F6-FE1C-BF8808E09485}"/>
                </a:ext>
              </a:extLst>
            </p:cNvPr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5" name="Freeform 317">
              <a:extLst>
                <a:ext uri="{FF2B5EF4-FFF2-40B4-BE49-F238E27FC236}">
                  <a16:creationId xmlns:a16="http://schemas.microsoft.com/office/drawing/2014/main" id="{EDE772EB-9F23-3E49-8799-C6C1D54D5510}"/>
                </a:ext>
              </a:extLst>
            </p:cNvPr>
            <p:cNvSpPr/>
            <p:nvPr/>
          </p:nvSpPr>
          <p:spPr bwMode="auto">
            <a:xfrm>
              <a:off x="3030601" y="4492663"/>
              <a:ext cx="6350" cy="7938"/>
            </a:xfrm>
            <a:custGeom>
              <a:avLst/>
              <a:gdLst>
                <a:gd name="T0" fmla="*/ 1 w 4"/>
                <a:gd name="T1" fmla="*/ 0 h 5"/>
                <a:gd name="T2" fmla="*/ 0 w 4"/>
                <a:gd name="T3" fmla="*/ 4 h 5"/>
                <a:gd name="T4" fmla="*/ 2 w 4"/>
                <a:gd name="T5" fmla="*/ 5 h 5"/>
                <a:gd name="T6" fmla="*/ 4 w 4"/>
                <a:gd name="T7" fmla="*/ 5 h 5"/>
                <a:gd name="T8" fmla="*/ 1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lnTo>
                    <a:pt x="0" y="4"/>
                  </a:lnTo>
                  <a:lnTo>
                    <a:pt x="2" y="5"/>
                  </a:lnTo>
                  <a:lnTo>
                    <a:pt x="4" y="5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6" name="Freeform 318">
              <a:extLst>
                <a:ext uri="{FF2B5EF4-FFF2-40B4-BE49-F238E27FC236}">
                  <a16:creationId xmlns:a16="http://schemas.microsoft.com/office/drawing/2014/main" id="{1BCC1CBC-DD60-5779-6DE0-6D3F402460E6}"/>
                </a:ext>
              </a:extLst>
            </p:cNvPr>
            <p:cNvSpPr/>
            <p:nvPr/>
          </p:nvSpPr>
          <p:spPr bwMode="auto">
            <a:xfrm>
              <a:off x="3030601" y="4492663"/>
              <a:ext cx="6350" cy="7938"/>
            </a:xfrm>
            <a:custGeom>
              <a:avLst/>
              <a:gdLst>
                <a:gd name="T0" fmla="*/ 1 w 4"/>
                <a:gd name="T1" fmla="*/ 0 h 5"/>
                <a:gd name="T2" fmla="*/ 0 w 4"/>
                <a:gd name="T3" fmla="*/ 4 h 5"/>
                <a:gd name="T4" fmla="*/ 2 w 4"/>
                <a:gd name="T5" fmla="*/ 5 h 5"/>
                <a:gd name="T6" fmla="*/ 4 w 4"/>
                <a:gd name="T7" fmla="*/ 5 h 5"/>
                <a:gd name="T8" fmla="*/ 1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lnTo>
                    <a:pt x="0" y="4"/>
                  </a:lnTo>
                  <a:lnTo>
                    <a:pt x="2" y="5"/>
                  </a:lnTo>
                  <a:lnTo>
                    <a:pt x="4" y="5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7" name="Freeform 319">
              <a:extLst>
                <a:ext uri="{FF2B5EF4-FFF2-40B4-BE49-F238E27FC236}">
                  <a16:creationId xmlns:a16="http://schemas.microsoft.com/office/drawing/2014/main" id="{DF1B1BD5-3491-6011-3043-540F068DE157}"/>
                </a:ext>
              </a:extLst>
            </p:cNvPr>
            <p:cNvSpPr/>
            <p:nvPr/>
          </p:nvSpPr>
          <p:spPr bwMode="auto">
            <a:xfrm>
              <a:off x="3033776" y="4500600"/>
              <a:ext cx="3175" cy="0"/>
            </a:xfrm>
            <a:custGeom>
              <a:avLst/>
              <a:gdLst>
                <a:gd name="T0" fmla="*/ 2 w 2"/>
                <a:gd name="T1" fmla="*/ 0 w 2"/>
                <a:gd name="T2" fmla="*/ 2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8" name="Freeform 320">
              <a:extLst>
                <a:ext uri="{FF2B5EF4-FFF2-40B4-BE49-F238E27FC236}">
                  <a16:creationId xmlns:a16="http://schemas.microsoft.com/office/drawing/2014/main" id="{6B39150C-C7F2-9394-32AB-F251E158F3E9}"/>
                </a:ext>
              </a:extLst>
            </p:cNvPr>
            <p:cNvSpPr/>
            <p:nvPr/>
          </p:nvSpPr>
          <p:spPr bwMode="auto">
            <a:xfrm>
              <a:off x="3033776" y="4500600"/>
              <a:ext cx="3175" cy="0"/>
            </a:xfrm>
            <a:custGeom>
              <a:avLst/>
              <a:gdLst>
                <a:gd name="T0" fmla="*/ 2 w 2"/>
                <a:gd name="T1" fmla="*/ 0 w 2"/>
                <a:gd name="T2" fmla="*/ 2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9" name="Freeform 321">
              <a:extLst>
                <a:ext uri="{FF2B5EF4-FFF2-40B4-BE49-F238E27FC236}">
                  <a16:creationId xmlns:a16="http://schemas.microsoft.com/office/drawing/2014/main" id="{B3716017-9941-802E-3750-ADFC71F64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6626" y="4508538"/>
              <a:ext cx="88900" cy="393700"/>
            </a:xfrm>
            <a:custGeom>
              <a:avLst/>
              <a:gdLst>
                <a:gd name="T0" fmla="*/ 45 w 56"/>
                <a:gd name="T1" fmla="*/ 205 h 248"/>
                <a:gd name="T2" fmla="*/ 6 w 56"/>
                <a:gd name="T3" fmla="*/ 248 h 248"/>
                <a:gd name="T4" fmla="*/ 6 w 56"/>
                <a:gd name="T5" fmla="*/ 248 h 248"/>
                <a:gd name="T6" fmla="*/ 45 w 56"/>
                <a:gd name="T7" fmla="*/ 205 h 248"/>
                <a:gd name="T8" fmla="*/ 36 w 56"/>
                <a:gd name="T9" fmla="*/ 10 h 248"/>
                <a:gd name="T10" fmla="*/ 6 w 56"/>
                <a:gd name="T11" fmla="*/ 242 h 248"/>
                <a:gd name="T12" fmla="*/ 36 w 56"/>
                <a:gd name="T13" fmla="*/ 10 h 248"/>
                <a:gd name="T14" fmla="*/ 56 w 56"/>
                <a:gd name="T15" fmla="*/ 101 h 248"/>
                <a:gd name="T16" fmla="*/ 36 w 56"/>
                <a:gd name="T17" fmla="*/ 10 h 248"/>
                <a:gd name="T18" fmla="*/ 33 w 56"/>
                <a:gd name="T19" fmla="*/ 0 h 248"/>
                <a:gd name="T20" fmla="*/ 33 w 56"/>
                <a:gd name="T21" fmla="*/ 0 h 248"/>
                <a:gd name="T22" fmla="*/ 0 w 56"/>
                <a:gd name="T23" fmla="*/ 246 h 248"/>
                <a:gd name="T24" fmla="*/ 0 w 56"/>
                <a:gd name="T25" fmla="*/ 246 h 248"/>
                <a:gd name="T26" fmla="*/ 33 w 56"/>
                <a:gd name="T27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248">
                  <a:moveTo>
                    <a:pt x="45" y="205"/>
                  </a:moveTo>
                  <a:lnTo>
                    <a:pt x="6" y="248"/>
                  </a:lnTo>
                  <a:lnTo>
                    <a:pt x="6" y="248"/>
                  </a:lnTo>
                  <a:lnTo>
                    <a:pt x="45" y="205"/>
                  </a:lnTo>
                  <a:close/>
                  <a:moveTo>
                    <a:pt x="36" y="10"/>
                  </a:moveTo>
                  <a:lnTo>
                    <a:pt x="6" y="242"/>
                  </a:lnTo>
                  <a:lnTo>
                    <a:pt x="36" y="10"/>
                  </a:lnTo>
                  <a:lnTo>
                    <a:pt x="56" y="101"/>
                  </a:lnTo>
                  <a:lnTo>
                    <a:pt x="36" y="10"/>
                  </a:lnTo>
                  <a:close/>
                  <a:moveTo>
                    <a:pt x="33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0" name="Freeform 322">
              <a:extLst>
                <a:ext uri="{FF2B5EF4-FFF2-40B4-BE49-F238E27FC236}">
                  <a16:creationId xmlns:a16="http://schemas.microsoft.com/office/drawing/2014/main" id="{4B8E6E61-C2A0-9D49-7B23-2E5968C2A6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6626" y="4508538"/>
              <a:ext cx="88900" cy="393700"/>
            </a:xfrm>
            <a:custGeom>
              <a:avLst/>
              <a:gdLst>
                <a:gd name="T0" fmla="*/ 45 w 56"/>
                <a:gd name="T1" fmla="*/ 205 h 248"/>
                <a:gd name="T2" fmla="*/ 6 w 56"/>
                <a:gd name="T3" fmla="*/ 248 h 248"/>
                <a:gd name="T4" fmla="*/ 6 w 56"/>
                <a:gd name="T5" fmla="*/ 248 h 248"/>
                <a:gd name="T6" fmla="*/ 45 w 56"/>
                <a:gd name="T7" fmla="*/ 205 h 248"/>
                <a:gd name="T8" fmla="*/ 36 w 56"/>
                <a:gd name="T9" fmla="*/ 10 h 248"/>
                <a:gd name="T10" fmla="*/ 6 w 56"/>
                <a:gd name="T11" fmla="*/ 242 h 248"/>
                <a:gd name="T12" fmla="*/ 36 w 56"/>
                <a:gd name="T13" fmla="*/ 10 h 248"/>
                <a:gd name="T14" fmla="*/ 56 w 56"/>
                <a:gd name="T15" fmla="*/ 101 h 248"/>
                <a:gd name="T16" fmla="*/ 36 w 56"/>
                <a:gd name="T17" fmla="*/ 10 h 248"/>
                <a:gd name="T18" fmla="*/ 33 w 56"/>
                <a:gd name="T19" fmla="*/ 0 h 248"/>
                <a:gd name="T20" fmla="*/ 33 w 56"/>
                <a:gd name="T21" fmla="*/ 0 h 248"/>
                <a:gd name="T22" fmla="*/ 0 w 56"/>
                <a:gd name="T23" fmla="*/ 246 h 248"/>
                <a:gd name="T24" fmla="*/ 0 w 56"/>
                <a:gd name="T25" fmla="*/ 246 h 248"/>
                <a:gd name="T26" fmla="*/ 33 w 56"/>
                <a:gd name="T27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248">
                  <a:moveTo>
                    <a:pt x="45" y="205"/>
                  </a:moveTo>
                  <a:lnTo>
                    <a:pt x="6" y="248"/>
                  </a:lnTo>
                  <a:lnTo>
                    <a:pt x="6" y="248"/>
                  </a:lnTo>
                  <a:lnTo>
                    <a:pt x="45" y="205"/>
                  </a:lnTo>
                  <a:moveTo>
                    <a:pt x="36" y="10"/>
                  </a:moveTo>
                  <a:lnTo>
                    <a:pt x="6" y="242"/>
                  </a:lnTo>
                  <a:lnTo>
                    <a:pt x="36" y="10"/>
                  </a:lnTo>
                  <a:lnTo>
                    <a:pt x="56" y="101"/>
                  </a:lnTo>
                  <a:lnTo>
                    <a:pt x="36" y="10"/>
                  </a:lnTo>
                  <a:moveTo>
                    <a:pt x="33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3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1" name="Freeform 323">
              <a:extLst>
                <a:ext uri="{FF2B5EF4-FFF2-40B4-BE49-F238E27FC236}">
                  <a16:creationId xmlns:a16="http://schemas.microsoft.com/office/drawing/2014/main" id="{11A8C436-CA6D-1A92-7AD1-D44668E7332C}"/>
                </a:ext>
              </a:extLst>
            </p:cNvPr>
            <p:cNvSpPr/>
            <p:nvPr/>
          </p:nvSpPr>
          <p:spPr bwMode="auto">
            <a:xfrm>
              <a:off x="2976626" y="4508538"/>
              <a:ext cx="57150" cy="390525"/>
            </a:xfrm>
            <a:custGeom>
              <a:avLst/>
              <a:gdLst>
                <a:gd name="T0" fmla="*/ 34 w 36"/>
                <a:gd name="T1" fmla="*/ 0 h 246"/>
                <a:gd name="T2" fmla="*/ 33 w 36"/>
                <a:gd name="T3" fmla="*/ 0 h 246"/>
                <a:gd name="T4" fmla="*/ 0 w 36"/>
                <a:gd name="T5" fmla="*/ 246 h 246"/>
                <a:gd name="T6" fmla="*/ 0 w 36"/>
                <a:gd name="T7" fmla="*/ 246 h 246"/>
                <a:gd name="T8" fmla="*/ 1 w 36"/>
                <a:gd name="T9" fmla="*/ 246 h 246"/>
                <a:gd name="T10" fmla="*/ 2 w 36"/>
                <a:gd name="T11" fmla="*/ 243 h 246"/>
                <a:gd name="T12" fmla="*/ 3 w 36"/>
                <a:gd name="T13" fmla="*/ 245 h 246"/>
                <a:gd name="T14" fmla="*/ 6 w 36"/>
                <a:gd name="T15" fmla="*/ 242 h 246"/>
                <a:gd name="T16" fmla="*/ 36 w 36"/>
                <a:gd name="T17" fmla="*/ 10 h 246"/>
                <a:gd name="T18" fmla="*/ 34 w 36"/>
                <a:gd name="T1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46">
                  <a:moveTo>
                    <a:pt x="34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1" y="246"/>
                  </a:lnTo>
                  <a:lnTo>
                    <a:pt x="2" y="243"/>
                  </a:lnTo>
                  <a:lnTo>
                    <a:pt x="3" y="245"/>
                  </a:lnTo>
                  <a:lnTo>
                    <a:pt x="6" y="242"/>
                  </a:lnTo>
                  <a:lnTo>
                    <a:pt x="36" y="10"/>
                  </a:lnTo>
                  <a:lnTo>
                    <a:pt x="3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2" name="Freeform 324">
              <a:extLst>
                <a:ext uri="{FF2B5EF4-FFF2-40B4-BE49-F238E27FC236}">
                  <a16:creationId xmlns:a16="http://schemas.microsoft.com/office/drawing/2014/main" id="{B5D97619-51F0-81E4-2046-46AAF663B219}"/>
                </a:ext>
              </a:extLst>
            </p:cNvPr>
            <p:cNvSpPr/>
            <p:nvPr/>
          </p:nvSpPr>
          <p:spPr bwMode="auto">
            <a:xfrm>
              <a:off x="2976626" y="4508538"/>
              <a:ext cx="57150" cy="390525"/>
            </a:xfrm>
            <a:custGeom>
              <a:avLst/>
              <a:gdLst>
                <a:gd name="T0" fmla="*/ 34 w 36"/>
                <a:gd name="T1" fmla="*/ 0 h 246"/>
                <a:gd name="T2" fmla="*/ 33 w 36"/>
                <a:gd name="T3" fmla="*/ 0 h 246"/>
                <a:gd name="T4" fmla="*/ 0 w 36"/>
                <a:gd name="T5" fmla="*/ 246 h 246"/>
                <a:gd name="T6" fmla="*/ 0 w 36"/>
                <a:gd name="T7" fmla="*/ 246 h 246"/>
                <a:gd name="T8" fmla="*/ 1 w 36"/>
                <a:gd name="T9" fmla="*/ 246 h 246"/>
                <a:gd name="T10" fmla="*/ 2 w 36"/>
                <a:gd name="T11" fmla="*/ 243 h 246"/>
                <a:gd name="T12" fmla="*/ 3 w 36"/>
                <a:gd name="T13" fmla="*/ 245 h 246"/>
                <a:gd name="T14" fmla="*/ 6 w 36"/>
                <a:gd name="T15" fmla="*/ 242 h 246"/>
                <a:gd name="T16" fmla="*/ 36 w 36"/>
                <a:gd name="T17" fmla="*/ 10 h 246"/>
                <a:gd name="T18" fmla="*/ 34 w 36"/>
                <a:gd name="T1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46">
                  <a:moveTo>
                    <a:pt x="34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1" y="246"/>
                  </a:lnTo>
                  <a:lnTo>
                    <a:pt x="2" y="243"/>
                  </a:lnTo>
                  <a:lnTo>
                    <a:pt x="3" y="245"/>
                  </a:lnTo>
                  <a:lnTo>
                    <a:pt x="6" y="242"/>
                  </a:lnTo>
                  <a:lnTo>
                    <a:pt x="36" y="10"/>
                  </a:lnTo>
                  <a:lnTo>
                    <a:pt x="3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3" name="Freeform 325">
              <a:extLst>
                <a:ext uri="{FF2B5EF4-FFF2-40B4-BE49-F238E27FC236}">
                  <a16:creationId xmlns:a16="http://schemas.microsoft.com/office/drawing/2014/main" id="{D7C85472-A663-73A2-AF6E-C18E7F42D39C}"/>
                </a:ext>
              </a:extLst>
            </p:cNvPr>
            <p:cNvSpPr/>
            <p:nvPr/>
          </p:nvSpPr>
          <p:spPr bwMode="auto">
            <a:xfrm>
              <a:off x="3029014" y="450536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2 h 2"/>
                <a:gd name="T8" fmla="*/ 1 w 1"/>
                <a:gd name="T9" fmla="*/ 0 h 2"/>
                <a:gd name="T10" fmla="*/ 0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4" name="Freeform 326">
              <a:extLst>
                <a:ext uri="{FF2B5EF4-FFF2-40B4-BE49-F238E27FC236}">
                  <a16:creationId xmlns:a16="http://schemas.microsoft.com/office/drawing/2014/main" id="{6C2E80ED-1A75-0860-19A2-BDB8E0164ABA}"/>
                </a:ext>
              </a:extLst>
            </p:cNvPr>
            <p:cNvSpPr/>
            <p:nvPr/>
          </p:nvSpPr>
          <p:spPr bwMode="auto">
            <a:xfrm>
              <a:off x="3029014" y="450536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2 h 2"/>
                <a:gd name="T8" fmla="*/ 1 w 1"/>
                <a:gd name="T9" fmla="*/ 0 h 2"/>
                <a:gd name="T10" fmla="*/ 0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5" name="Freeform 327">
              <a:extLst>
                <a:ext uri="{FF2B5EF4-FFF2-40B4-BE49-F238E27FC236}">
                  <a16:creationId xmlns:a16="http://schemas.microsoft.com/office/drawing/2014/main" id="{4A49AC32-355B-0C53-BB6A-D3D58A2CC1FE}"/>
                </a:ext>
              </a:extLst>
            </p:cNvPr>
            <p:cNvSpPr/>
            <p:nvPr/>
          </p:nvSpPr>
          <p:spPr bwMode="auto">
            <a:xfrm>
              <a:off x="3029014" y="4505363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  <a:gd name="T5" fmla="*/ 1 w 1"/>
                <a:gd name="T6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6" name="Freeform 328">
              <a:extLst>
                <a:ext uri="{FF2B5EF4-FFF2-40B4-BE49-F238E27FC236}">
                  <a16:creationId xmlns:a16="http://schemas.microsoft.com/office/drawing/2014/main" id="{88F56B23-0979-E028-318C-2C23C2AC7A34}"/>
                </a:ext>
              </a:extLst>
            </p:cNvPr>
            <p:cNvSpPr/>
            <p:nvPr/>
          </p:nvSpPr>
          <p:spPr bwMode="auto">
            <a:xfrm>
              <a:off x="3029014" y="4505363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  <a:gd name="T5" fmla="*/ 1 w 1"/>
                <a:gd name="T6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7" name="Freeform 329">
              <a:extLst>
                <a:ext uri="{FF2B5EF4-FFF2-40B4-BE49-F238E27FC236}">
                  <a16:creationId xmlns:a16="http://schemas.microsoft.com/office/drawing/2014/main" id="{7EEE5EF9-128D-9870-7188-BA7C9142DD6A}"/>
                </a:ext>
              </a:extLst>
            </p:cNvPr>
            <p:cNvSpPr/>
            <p:nvPr/>
          </p:nvSpPr>
          <p:spPr bwMode="auto">
            <a:xfrm>
              <a:off x="3033776" y="4510125"/>
              <a:ext cx="61913" cy="265113"/>
            </a:xfrm>
            <a:custGeom>
              <a:avLst/>
              <a:gdLst>
                <a:gd name="T0" fmla="*/ 2 w 39"/>
                <a:gd name="T1" fmla="*/ 0 h 167"/>
                <a:gd name="T2" fmla="*/ 0 w 39"/>
                <a:gd name="T3" fmla="*/ 9 h 167"/>
                <a:gd name="T4" fmla="*/ 20 w 39"/>
                <a:gd name="T5" fmla="*/ 100 h 167"/>
                <a:gd name="T6" fmla="*/ 35 w 39"/>
                <a:gd name="T7" fmla="*/ 167 h 167"/>
                <a:gd name="T8" fmla="*/ 36 w 39"/>
                <a:gd name="T9" fmla="*/ 167 h 167"/>
                <a:gd name="T10" fmla="*/ 39 w 39"/>
                <a:gd name="T11" fmla="*/ 164 h 167"/>
                <a:gd name="T12" fmla="*/ 39 w 39"/>
                <a:gd name="T13" fmla="*/ 165 h 167"/>
                <a:gd name="T14" fmla="*/ 39 w 39"/>
                <a:gd name="T15" fmla="*/ 165 h 167"/>
                <a:gd name="T16" fmla="*/ 3 w 39"/>
                <a:gd name="T17" fmla="*/ 0 h 167"/>
                <a:gd name="T18" fmla="*/ 2 w 39"/>
                <a:gd name="T19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167">
                  <a:moveTo>
                    <a:pt x="2" y="0"/>
                  </a:moveTo>
                  <a:lnTo>
                    <a:pt x="0" y="9"/>
                  </a:lnTo>
                  <a:lnTo>
                    <a:pt x="20" y="100"/>
                  </a:lnTo>
                  <a:lnTo>
                    <a:pt x="35" y="167"/>
                  </a:lnTo>
                  <a:lnTo>
                    <a:pt x="36" y="167"/>
                  </a:lnTo>
                  <a:lnTo>
                    <a:pt x="39" y="164"/>
                  </a:lnTo>
                  <a:lnTo>
                    <a:pt x="39" y="165"/>
                  </a:lnTo>
                  <a:lnTo>
                    <a:pt x="39" y="165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8" name="Freeform 330">
              <a:extLst>
                <a:ext uri="{FF2B5EF4-FFF2-40B4-BE49-F238E27FC236}">
                  <a16:creationId xmlns:a16="http://schemas.microsoft.com/office/drawing/2014/main" id="{407F48DF-566F-FF3F-23A7-3232AD8D2FA6}"/>
                </a:ext>
              </a:extLst>
            </p:cNvPr>
            <p:cNvSpPr/>
            <p:nvPr/>
          </p:nvSpPr>
          <p:spPr bwMode="auto">
            <a:xfrm>
              <a:off x="3033776" y="4510125"/>
              <a:ext cx="61913" cy="265113"/>
            </a:xfrm>
            <a:custGeom>
              <a:avLst/>
              <a:gdLst>
                <a:gd name="T0" fmla="*/ 2 w 39"/>
                <a:gd name="T1" fmla="*/ 0 h 167"/>
                <a:gd name="T2" fmla="*/ 0 w 39"/>
                <a:gd name="T3" fmla="*/ 9 h 167"/>
                <a:gd name="T4" fmla="*/ 20 w 39"/>
                <a:gd name="T5" fmla="*/ 100 h 167"/>
                <a:gd name="T6" fmla="*/ 35 w 39"/>
                <a:gd name="T7" fmla="*/ 167 h 167"/>
                <a:gd name="T8" fmla="*/ 36 w 39"/>
                <a:gd name="T9" fmla="*/ 167 h 167"/>
                <a:gd name="T10" fmla="*/ 39 w 39"/>
                <a:gd name="T11" fmla="*/ 164 h 167"/>
                <a:gd name="T12" fmla="*/ 39 w 39"/>
                <a:gd name="T13" fmla="*/ 165 h 167"/>
                <a:gd name="T14" fmla="*/ 39 w 39"/>
                <a:gd name="T15" fmla="*/ 165 h 167"/>
                <a:gd name="T16" fmla="*/ 3 w 39"/>
                <a:gd name="T17" fmla="*/ 0 h 167"/>
                <a:gd name="T18" fmla="*/ 2 w 39"/>
                <a:gd name="T19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167">
                  <a:moveTo>
                    <a:pt x="2" y="0"/>
                  </a:moveTo>
                  <a:lnTo>
                    <a:pt x="0" y="9"/>
                  </a:lnTo>
                  <a:lnTo>
                    <a:pt x="20" y="100"/>
                  </a:lnTo>
                  <a:lnTo>
                    <a:pt x="35" y="167"/>
                  </a:lnTo>
                  <a:lnTo>
                    <a:pt x="36" y="167"/>
                  </a:lnTo>
                  <a:lnTo>
                    <a:pt x="39" y="164"/>
                  </a:lnTo>
                  <a:lnTo>
                    <a:pt x="39" y="165"/>
                  </a:lnTo>
                  <a:lnTo>
                    <a:pt x="39" y="165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9" name="Rectangle 331">
              <a:extLst>
                <a:ext uri="{FF2B5EF4-FFF2-40B4-BE49-F238E27FC236}">
                  <a16:creationId xmlns:a16="http://schemas.microsoft.com/office/drawing/2014/main" id="{517A1E03-C236-5231-1357-E2FC14D42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951" y="4506950"/>
              <a:ext cx="1588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0" name="Rectangle 332">
              <a:extLst>
                <a:ext uri="{FF2B5EF4-FFF2-40B4-BE49-F238E27FC236}">
                  <a16:creationId xmlns:a16="http://schemas.microsoft.com/office/drawing/2014/main" id="{AEABFB4E-CDD5-3C60-57DB-4B2C0C02D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951" y="4506950"/>
              <a:ext cx="1588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1" name="Rectangle 333">
              <a:extLst>
                <a:ext uri="{FF2B5EF4-FFF2-40B4-BE49-F238E27FC236}">
                  <a16:creationId xmlns:a16="http://schemas.microsoft.com/office/drawing/2014/main" id="{30A2B955-E72F-9E7F-FF80-90AD71FF1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951" y="45006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2" name="Rectangle 334">
              <a:extLst>
                <a:ext uri="{FF2B5EF4-FFF2-40B4-BE49-F238E27FC236}">
                  <a16:creationId xmlns:a16="http://schemas.microsoft.com/office/drawing/2014/main" id="{36312A15-464B-98D0-D916-48890F499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951" y="45006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3" name="Freeform 335">
              <a:extLst>
                <a:ext uri="{FF2B5EF4-FFF2-40B4-BE49-F238E27FC236}">
                  <a16:creationId xmlns:a16="http://schemas.microsoft.com/office/drawing/2014/main" id="{1FA67B27-9A87-E994-61D2-7BB197FA9DA8}"/>
                </a:ext>
              </a:extLst>
            </p:cNvPr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4" name="Freeform 336">
              <a:extLst>
                <a:ext uri="{FF2B5EF4-FFF2-40B4-BE49-F238E27FC236}">
                  <a16:creationId xmlns:a16="http://schemas.microsoft.com/office/drawing/2014/main" id="{70330C83-A7EA-B09F-ADF0-EC8BD44FC91F}"/>
                </a:ext>
              </a:extLst>
            </p:cNvPr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5" name="Freeform 337">
              <a:extLst>
                <a:ext uri="{FF2B5EF4-FFF2-40B4-BE49-F238E27FC236}">
                  <a16:creationId xmlns:a16="http://schemas.microsoft.com/office/drawing/2014/main" id="{CF0E0FBC-B15E-FA77-EE2A-003E51025461}"/>
                </a:ext>
              </a:extLst>
            </p:cNvPr>
            <p:cNvSpPr/>
            <p:nvPr/>
          </p:nvSpPr>
          <p:spPr bwMode="auto">
            <a:xfrm>
              <a:off x="3030601" y="4508538"/>
              <a:ext cx="6350" cy="15875"/>
            </a:xfrm>
            <a:custGeom>
              <a:avLst/>
              <a:gdLst>
                <a:gd name="T0" fmla="*/ 2 w 4"/>
                <a:gd name="T1" fmla="*/ 0 h 10"/>
                <a:gd name="T2" fmla="*/ 0 w 4"/>
                <a:gd name="T3" fmla="*/ 0 h 10"/>
                <a:gd name="T4" fmla="*/ 2 w 4"/>
                <a:gd name="T5" fmla="*/ 10 h 10"/>
                <a:gd name="T6" fmla="*/ 4 w 4"/>
                <a:gd name="T7" fmla="*/ 1 h 10"/>
                <a:gd name="T8" fmla="*/ 2 w 4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0">
                  <a:moveTo>
                    <a:pt x="2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4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6" name="Freeform 338">
              <a:extLst>
                <a:ext uri="{FF2B5EF4-FFF2-40B4-BE49-F238E27FC236}">
                  <a16:creationId xmlns:a16="http://schemas.microsoft.com/office/drawing/2014/main" id="{5DFB83D2-0720-D3FC-97E4-7E03C4397C70}"/>
                </a:ext>
              </a:extLst>
            </p:cNvPr>
            <p:cNvSpPr/>
            <p:nvPr/>
          </p:nvSpPr>
          <p:spPr bwMode="auto">
            <a:xfrm>
              <a:off x="3030601" y="4508538"/>
              <a:ext cx="6350" cy="15875"/>
            </a:xfrm>
            <a:custGeom>
              <a:avLst/>
              <a:gdLst>
                <a:gd name="T0" fmla="*/ 2 w 4"/>
                <a:gd name="T1" fmla="*/ 0 h 10"/>
                <a:gd name="T2" fmla="*/ 0 w 4"/>
                <a:gd name="T3" fmla="*/ 0 h 10"/>
                <a:gd name="T4" fmla="*/ 2 w 4"/>
                <a:gd name="T5" fmla="*/ 10 h 10"/>
                <a:gd name="T6" fmla="*/ 4 w 4"/>
                <a:gd name="T7" fmla="*/ 1 h 10"/>
                <a:gd name="T8" fmla="*/ 2 w 4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0">
                  <a:moveTo>
                    <a:pt x="2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4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7" name="Freeform 339">
              <a:extLst>
                <a:ext uri="{FF2B5EF4-FFF2-40B4-BE49-F238E27FC236}">
                  <a16:creationId xmlns:a16="http://schemas.microsoft.com/office/drawing/2014/main" id="{E46C0608-016B-B22A-8EBA-181F4AC9A5F9}"/>
                </a:ext>
              </a:extLst>
            </p:cNvPr>
            <p:cNvSpPr/>
            <p:nvPr/>
          </p:nvSpPr>
          <p:spPr bwMode="auto">
            <a:xfrm>
              <a:off x="3033776" y="4506950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8" name="Freeform 340">
              <a:extLst>
                <a:ext uri="{FF2B5EF4-FFF2-40B4-BE49-F238E27FC236}">
                  <a16:creationId xmlns:a16="http://schemas.microsoft.com/office/drawing/2014/main" id="{E9B36AF1-5F18-75FC-CC11-D6AE103F8434}"/>
                </a:ext>
              </a:extLst>
            </p:cNvPr>
            <p:cNvSpPr/>
            <p:nvPr/>
          </p:nvSpPr>
          <p:spPr bwMode="auto">
            <a:xfrm>
              <a:off x="3033776" y="4506950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9" name="Freeform 341">
              <a:extLst>
                <a:ext uri="{FF2B5EF4-FFF2-40B4-BE49-F238E27FC236}">
                  <a16:creationId xmlns:a16="http://schemas.microsoft.com/office/drawing/2014/main" id="{6E9D7C7C-BBB7-CC70-10C4-C4155FDDCE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0601" y="4499013"/>
              <a:ext cx="7938" cy="7938"/>
            </a:xfrm>
            <a:custGeom>
              <a:avLst/>
              <a:gdLst>
                <a:gd name="T0" fmla="*/ 4 w 5"/>
                <a:gd name="T1" fmla="*/ 3 h 5"/>
                <a:gd name="T2" fmla="*/ 4 w 5"/>
                <a:gd name="T3" fmla="*/ 5 h 5"/>
                <a:gd name="T4" fmla="*/ 5 w 5"/>
                <a:gd name="T5" fmla="*/ 5 h 5"/>
                <a:gd name="T6" fmla="*/ 4 w 5"/>
                <a:gd name="T7" fmla="*/ 3 h 5"/>
                <a:gd name="T8" fmla="*/ 0 w 5"/>
                <a:gd name="T9" fmla="*/ 0 h 5"/>
                <a:gd name="T10" fmla="*/ 0 w 5"/>
                <a:gd name="T11" fmla="*/ 1 h 5"/>
                <a:gd name="T12" fmla="*/ 2 w 5"/>
                <a:gd name="T13" fmla="*/ 1 h 5"/>
                <a:gd name="T14" fmla="*/ 2 w 5"/>
                <a:gd name="T15" fmla="*/ 1 h 5"/>
                <a:gd name="T16" fmla="*/ 0 w 5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lnTo>
                    <a:pt x="4" y="5"/>
                  </a:lnTo>
                  <a:lnTo>
                    <a:pt x="5" y="5"/>
                  </a:lnTo>
                  <a:lnTo>
                    <a:pt x="4" y="3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0" name="Freeform 342">
              <a:extLst>
                <a:ext uri="{FF2B5EF4-FFF2-40B4-BE49-F238E27FC236}">
                  <a16:creationId xmlns:a16="http://schemas.microsoft.com/office/drawing/2014/main" id="{E55BFF1E-FA69-DFD7-184B-F2203E2510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0601" y="4499013"/>
              <a:ext cx="7938" cy="7938"/>
            </a:xfrm>
            <a:custGeom>
              <a:avLst/>
              <a:gdLst>
                <a:gd name="T0" fmla="*/ 4 w 5"/>
                <a:gd name="T1" fmla="*/ 3 h 5"/>
                <a:gd name="T2" fmla="*/ 4 w 5"/>
                <a:gd name="T3" fmla="*/ 5 h 5"/>
                <a:gd name="T4" fmla="*/ 5 w 5"/>
                <a:gd name="T5" fmla="*/ 5 h 5"/>
                <a:gd name="T6" fmla="*/ 4 w 5"/>
                <a:gd name="T7" fmla="*/ 3 h 5"/>
                <a:gd name="T8" fmla="*/ 0 w 5"/>
                <a:gd name="T9" fmla="*/ 0 h 5"/>
                <a:gd name="T10" fmla="*/ 0 w 5"/>
                <a:gd name="T11" fmla="*/ 1 h 5"/>
                <a:gd name="T12" fmla="*/ 2 w 5"/>
                <a:gd name="T13" fmla="*/ 1 h 5"/>
                <a:gd name="T14" fmla="*/ 2 w 5"/>
                <a:gd name="T15" fmla="*/ 1 h 5"/>
                <a:gd name="T16" fmla="*/ 0 w 5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lnTo>
                    <a:pt x="4" y="5"/>
                  </a:lnTo>
                  <a:lnTo>
                    <a:pt x="5" y="5"/>
                  </a:lnTo>
                  <a:lnTo>
                    <a:pt x="4" y="3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1" name="Freeform 343">
              <a:extLst>
                <a:ext uri="{FF2B5EF4-FFF2-40B4-BE49-F238E27FC236}">
                  <a16:creationId xmlns:a16="http://schemas.microsoft.com/office/drawing/2014/main" id="{42A07013-AC91-A4BB-B7BB-6370AA0FA0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2 h 5"/>
                <a:gd name="T2" fmla="*/ 2 w 4"/>
                <a:gd name="T3" fmla="*/ 2 h 5"/>
                <a:gd name="T4" fmla="*/ 1 w 4"/>
                <a:gd name="T5" fmla="*/ 4 h 5"/>
                <a:gd name="T6" fmla="*/ 1 w 4"/>
                <a:gd name="T7" fmla="*/ 4 h 5"/>
                <a:gd name="T8" fmla="*/ 0 w 4"/>
                <a:gd name="T9" fmla="*/ 3 h 5"/>
                <a:gd name="T10" fmla="*/ 0 w 4"/>
                <a:gd name="T11" fmla="*/ 5 h 5"/>
                <a:gd name="T12" fmla="*/ 2 w 4"/>
                <a:gd name="T13" fmla="*/ 5 h 5"/>
                <a:gd name="T14" fmla="*/ 1 w 4"/>
                <a:gd name="T15" fmla="*/ 4 h 5"/>
                <a:gd name="T16" fmla="*/ 2 w 4"/>
                <a:gd name="T17" fmla="*/ 2 h 5"/>
                <a:gd name="T18" fmla="*/ 4 w 4"/>
                <a:gd name="T19" fmla="*/ 0 h 5"/>
                <a:gd name="T20" fmla="*/ 4 w 4"/>
                <a:gd name="T21" fmla="*/ 0 h 5"/>
                <a:gd name="T22" fmla="*/ 4 w 4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lnTo>
                    <a:pt x="2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1" y="4"/>
                  </a:lnTo>
                  <a:lnTo>
                    <a:pt x="2" y="2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2" name="Freeform 344">
              <a:extLst>
                <a:ext uri="{FF2B5EF4-FFF2-40B4-BE49-F238E27FC236}">
                  <a16:creationId xmlns:a16="http://schemas.microsoft.com/office/drawing/2014/main" id="{D18DB378-75EA-3C17-0AB0-942E4B48E2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2 h 5"/>
                <a:gd name="T2" fmla="*/ 2 w 4"/>
                <a:gd name="T3" fmla="*/ 2 h 5"/>
                <a:gd name="T4" fmla="*/ 1 w 4"/>
                <a:gd name="T5" fmla="*/ 4 h 5"/>
                <a:gd name="T6" fmla="*/ 1 w 4"/>
                <a:gd name="T7" fmla="*/ 4 h 5"/>
                <a:gd name="T8" fmla="*/ 0 w 4"/>
                <a:gd name="T9" fmla="*/ 3 h 5"/>
                <a:gd name="T10" fmla="*/ 0 w 4"/>
                <a:gd name="T11" fmla="*/ 5 h 5"/>
                <a:gd name="T12" fmla="*/ 2 w 4"/>
                <a:gd name="T13" fmla="*/ 5 h 5"/>
                <a:gd name="T14" fmla="*/ 1 w 4"/>
                <a:gd name="T15" fmla="*/ 4 h 5"/>
                <a:gd name="T16" fmla="*/ 2 w 4"/>
                <a:gd name="T17" fmla="*/ 2 h 5"/>
                <a:gd name="T18" fmla="*/ 4 w 4"/>
                <a:gd name="T19" fmla="*/ 0 h 5"/>
                <a:gd name="T20" fmla="*/ 4 w 4"/>
                <a:gd name="T21" fmla="*/ 0 h 5"/>
                <a:gd name="T22" fmla="*/ 4 w 4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lnTo>
                    <a:pt x="2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1" y="4"/>
                  </a:lnTo>
                  <a:lnTo>
                    <a:pt x="2" y="2"/>
                  </a:lnTo>
                  <a:moveTo>
                    <a:pt x="4" y="0"/>
                  </a:move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3" name="Freeform 345">
              <a:extLst>
                <a:ext uri="{FF2B5EF4-FFF2-40B4-BE49-F238E27FC236}">
                  <a16:creationId xmlns:a16="http://schemas.microsoft.com/office/drawing/2014/main" id="{4D05614D-682A-AD33-C28F-C5F34140A3F3}"/>
                </a:ext>
              </a:extLst>
            </p:cNvPr>
            <p:cNvSpPr/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0 w 4"/>
                <a:gd name="T11" fmla="*/ 3 h 5"/>
                <a:gd name="T12" fmla="*/ 2 w 4"/>
                <a:gd name="T13" fmla="*/ 2 h 5"/>
                <a:gd name="T14" fmla="*/ 0 w 4"/>
                <a:gd name="T15" fmla="*/ 2 h 5"/>
                <a:gd name="T16" fmla="*/ 2 w 4"/>
                <a:gd name="T17" fmla="*/ 2 h 5"/>
                <a:gd name="T18" fmla="*/ 0 w 4"/>
                <a:gd name="T19" fmla="*/ 3 h 5"/>
                <a:gd name="T20" fmla="*/ 0 w 4"/>
                <a:gd name="T21" fmla="*/ 3 h 5"/>
                <a:gd name="T22" fmla="*/ 1 w 4"/>
                <a:gd name="T23" fmla="*/ 4 h 5"/>
                <a:gd name="T24" fmla="*/ 1 w 4"/>
                <a:gd name="T25" fmla="*/ 4 h 5"/>
                <a:gd name="T26" fmla="*/ 2 w 4"/>
                <a:gd name="T27" fmla="*/ 2 h 5"/>
                <a:gd name="T28" fmla="*/ 1 w 4"/>
                <a:gd name="T29" fmla="*/ 4 h 5"/>
                <a:gd name="T30" fmla="*/ 2 w 4"/>
                <a:gd name="T31" fmla="*/ 5 h 5"/>
                <a:gd name="T32" fmla="*/ 4 w 4"/>
                <a:gd name="T33" fmla="*/ 4 h 5"/>
                <a:gd name="T34" fmla="*/ 4 w 4"/>
                <a:gd name="T35" fmla="*/ 2 h 5"/>
                <a:gd name="T36" fmla="*/ 4 w 4"/>
                <a:gd name="T37" fmla="*/ 1 h 5"/>
                <a:gd name="T38" fmla="*/ 4 w 4"/>
                <a:gd name="T39" fmla="*/ 1 h 5"/>
                <a:gd name="T40" fmla="*/ 4 w 4"/>
                <a:gd name="T41" fmla="*/ 0 h 5"/>
                <a:gd name="T42" fmla="*/ 4 w 4"/>
                <a:gd name="T43" fmla="*/ 0 h 5"/>
                <a:gd name="T44" fmla="*/ 2 w 4"/>
                <a:gd name="T4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4"/>
                  </a:lnTo>
                  <a:lnTo>
                    <a:pt x="2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4" name="Freeform 346">
              <a:extLst>
                <a:ext uri="{FF2B5EF4-FFF2-40B4-BE49-F238E27FC236}">
                  <a16:creationId xmlns:a16="http://schemas.microsoft.com/office/drawing/2014/main" id="{DF59FBE8-8A1E-D83C-7587-4C7F5AADD78F}"/>
                </a:ext>
              </a:extLst>
            </p:cNvPr>
            <p:cNvSpPr/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0 w 4"/>
                <a:gd name="T11" fmla="*/ 3 h 5"/>
                <a:gd name="T12" fmla="*/ 2 w 4"/>
                <a:gd name="T13" fmla="*/ 2 h 5"/>
                <a:gd name="T14" fmla="*/ 0 w 4"/>
                <a:gd name="T15" fmla="*/ 2 h 5"/>
                <a:gd name="T16" fmla="*/ 2 w 4"/>
                <a:gd name="T17" fmla="*/ 2 h 5"/>
                <a:gd name="T18" fmla="*/ 0 w 4"/>
                <a:gd name="T19" fmla="*/ 3 h 5"/>
                <a:gd name="T20" fmla="*/ 0 w 4"/>
                <a:gd name="T21" fmla="*/ 3 h 5"/>
                <a:gd name="T22" fmla="*/ 1 w 4"/>
                <a:gd name="T23" fmla="*/ 4 h 5"/>
                <a:gd name="T24" fmla="*/ 1 w 4"/>
                <a:gd name="T25" fmla="*/ 4 h 5"/>
                <a:gd name="T26" fmla="*/ 2 w 4"/>
                <a:gd name="T27" fmla="*/ 2 h 5"/>
                <a:gd name="T28" fmla="*/ 1 w 4"/>
                <a:gd name="T29" fmla="*/ 4 h 5"/>
                <a:gd name="T30" fmla="*/ 2 w 4"/>
                <a:gd name="T31" fmla="*/ 5 h 5"/>
                <a:gd name="T32" fmla="*/ 4 w 4"/>
                <a:gd name="T33" fmla="*/ 4 h 5"/>
                <a:gd name="T34" fmla="*/ 4 w 4"/>
                <a:gd name="T35" fmla="*/ 2 h 5"/>
                <a:gd name="T36" fmla="*/ 4 w 4"/>
                <a:gd name="T37" fmla="*/ 1 h 5"/>
                <a:gd name="T38" fmla="*/ 4 w 4"/>
                <a:gd name="T39" fmla="*/ 1 h 5"/>
                <a:gd name="T40" fmla="*/ 4 w 4"/>
                <a:gd name="T41" fmla="*/ 0 h 5"/>
                <a:gd name="T42" fmla="*/ 4 w 4"/>
                <a:gd name="T43" fmla="*/ 0 h 5"/>
                <a:gd name="T44" fmla="*/ 2 w 4"/>
                <a:gd name="T4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4"/>
                  </a:lnTo>
                  <a:lnTo>
                    <a:pt x="2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5" name="Freeform 347">
              <a:extLst>
                <a:ext uri="{FF2B5EF4-FFF2-40B4-BE49-F238E27FC236}">
                  <a16:creationId xmlns:a16="http://schemas.microsoft.com/office/drawing/2014/main" id="{250E3B61-C51F-0317-AD93-2BD0660EA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039" y="3635413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6" name="Freeform 348">
              <a:extLst>
                <a:ext uri="{FF2B5EF4-FFF2-40B4-BE49-F238E27FC236}">
                  <a16:creationId xmlns:a16="http://schemas.microsoft.com/office/drawing/2014/main" id="{12F2B663-240A-C232-B83F-A72917A925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039" y="3635413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7" name="Freeform 349">
              <a:extLst>
                <a:ext uri="{FF2B5EF4-FFF2-40B4-BE49-F238E27FC236}">
                  <a16:creationId xmlns:a16="http://schemas.microsoft.com/office/drawing/2014/main" id="{EFF5E6DE-CF8D-9404-5234-17BACA675694}"/>
                </a:ext>
              </a:extLst>
            </p:cNvPr>
            <p:cNvSpPr/>
            <p:nvPr/>
          </p:nvSpPr>
          <p:spPr bwMode="auto">
            <a:xfrm>
              <a:off x="1063689" y="3638588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8" name="Freeform 350">
              <a:extLst>
                <a:ext uri="{FF2B5EF4-FFF2-40B4-BE49-F238E27FC236}">
                  <a16:creationId xmlns:a16="http://schemas.microsoft.com/office/drawing/2014/main" id="{7EF458DB-3CB8-F196-1124-F3E9793B5EC5}"/>
                </a:ext>
              </a:extLst>
            </p:cNvPr>
            <p:cNvSpPr/>
            <p:nvPr/>
          </p:nvSpPr>
          <p:spPr bwMode="auto">
            <a:xfrm>
              <a:off x="1063689" y="3638588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9" name="Freeform 351">
              <a:extLst>
                <a:ext uri="{FF2B5EF4-FFF2-40B4-BE49-F238E27FC236}">
                  <a16:creationId xmlns:a16="http://schemas.microsoft.com/office/drawing/2014/main" id="{3CF78F9B-2389-1501-4D79-4AE92E910D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864" y="3649700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0" name="Freeform 352">
              <a:extLst>
                <a:ext uri="{FF2B5EF4-FFF2-40B4-BE49-F238E27FC236}">
                  <a16:creationId xmlns:a16="http://schemas.microsoft.com/office/drawing/2014/main" id="{D000E3EE-98A6-1B3B-3C95-927155D491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864" y="3649700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1" name="Freeform 353">
              <a:extLst>
                <a:ext uri="{FF2B5EF4-FFF2-40B4-BE49-F238E27FC236}">
                  <a16:creationId xmlns:a16="http://schemas.microsoft.com/office/drawing/2014/main" id="{A3D39584-3199-9BF5-7C7D-5FD358FD0FB4}"/>
                </a:ext>
              </a:extLst>
            </p:cNvPr>
            <p:cNvSpPr/>
            <p:nvPr/>
          </p:nvSpPr>
          <p:spPr bwMode="auto">
            <a:xfrm>
              <a:off x="850964" y="3644938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2" name="Freeform 354">
              <a:extLst>
                <a:ext uri="{FF2B5EF4-FFF2-40B4-BE49-F238E27FC236}">
                  <a16:creationId xmlns:a16="http://schemas.microsoft.com/office/drawing/2014/main" id="{313BEB27-B1E3-41E8-380A-203EA53FBB80}"/>
                </a:ext>
              </a:extLst>
            </p:cNvPr>
            <p:cNvSpPr/>
            <p:nvPr/>
          </p:nvSpPr>
          <p:spPr bwMode="auto">
            <a:xfrm>
              <a:off x="850964" y="3644938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3" name="Freeform 355">
              <a:extLst>
                <a:ext uri="{FF2B5EF4-FFF2-40B4-BE49-F238E27FC236}">
                  <a16:creationId xmlns:a16="http://schemas.microsoft.com/office/drawing/2014/main" id="{DC4FBC25-7F3A-2239-D8D7-9D1E1D1C7FB7}"/>
                </a:ext>
              </a:extLst>
            </p:cNvPr>
            <p:cNvSpPr/>
            <p:nvPr/>
          </p:nvSpPr>
          <p:spPr bwMode="auto">
            <a:xfrm>
              <a:off x="854139" y="4813338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4" name="Freeform 356">
              <a:extLst>
                <a:ext uri="{FF2B5EF4-FFF2-40B4-BE49-F238E27FC236}">
                  <a16:creationId xmlns:a16="http://schemas.microsoft.com/office/drawing/2014/main" id="{77BBF3D7-88EB-CCD9-9311-E37648725DDA}"/>
                </a:ext>
              </a:extLst>
            </p:cNvPr>
            <p:cNvSpPr/>
            <p:nvPr/>
          </p:nvSpPr>
          <p:spPr bwMode="auto">
            <a:xfrm>
              <a:off x="854139" y="4813338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5" name="Freeform 357">
              <a:extLst>
                <a:ext uri="{FF2B5EF4-FFF2-40B4-BE49-F238E27FC236}">
                  <a16:creationId xmlns:a16="http://schemas.microsoft.com/office/drawing/2014/main" id="{B66ABDD3-5B78-F176-3D5B-969C416E7203}"/>
                </a:ext>
              </a:extLst>
            </p:cNvPr>
            <p:cNvSpPr/>
            <p:nvPr/>
          </p:nvSpPr>
          <p:spPr bwMode="auto">
            <a:xfrm>
              <a:off x="852551" y="48133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6" name="Freeform 358">
              <a:extLst>
                <a:ext uri="{FF2B5EF4-FFF2-40B4-BE49-F238E27FC236}">
                  <a16:creationId xmlns:a16="http://schemas.microsoft.com/office/drawing/2014/main" id="{22FE4711-06EF-5148-C9D7-FAA0C4CE916C}"/>
                </a:ext>
              </a:extLst>
            </p:cNvPr>
            <p:cNvSpPr/>
            <p:nvPr/>
          </p:nvSpPr>
          <p:spPr bwMode="auto">
            <a:xfrm>
              <a:off x="852551" y="48133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7" name="Freeform 359">
              <a:extLst>
                <a:ext uri="{FF2B5EF4-FFF2-40B4-BE49-F238E27FC236}">
                  <a16:creationId xmlns:a16="http://schemas.microsoft.com/office/drawing/2014/main" id="{E9908664-04A4-8769-743D-4C761B2B73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9376" y="4808575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8" name="Freeform 360">
              <a:extLst>
                <a:ext uri="{FF2B5EF4-FFF2-40B4-BE49-F238E27FC236}">
                  <a16:creationId xmlns:a16="http://schemas.microsoft.com/office/drawing/2014/main" id="{20675EB2-3911-0DE8-6A84-4B9301CA82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9376" y="4808575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9" name="Freeform 361">
              <a:extLst>
                <a:ext uri="{FF2B5EF4-FFF2-40B4-BE49-F238E27FC236}">
                  <a16:creationId xmlns:a16="http://schemas.microsoft.com/office/drawing/2014/main" id="{577F61B4-B01A-72A7-65A9-DD5BE05F411B}"/>
                </a:ext>
              </a:extLst>
            </p:cNvPr>
            <p:cNvSpPr/>
            <p:nvPr/>
          </p:nvSpPr>
          <p:spPr bwMode="auto">
            <a:xfrm>
              <a:off x="849376" y="4795875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0" name="Freeform 362">
              <a:extLst>
                <a:ext uri="{FF2B5EF4-FFF2-40B4-BE49-F238E27FC236}">
                  <a16:creationId xmlns:a16="http://schemas.microsoft.com/office/drawing/2014/main" id="{4C882BDC-090C-6FD6-F811-568BC254D371}"/>
                </a:ext>
              </a:extLst>
            </p:cNvPr>
            <p:cNvSpPr/>
            <p:nvPr/>
          </p:nvSpPr>
          <p:spPr bwMode="auto">
            <a:xfrm>
              <a:off x="849376" y="4795875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1" name="Freeform 363">
              <a:extLst>
                <a:ext uri="{FF2B5EF4-FFF2-40B4-BE49-F238E27FC236}">
                  <a16:creationId xmlns:a16="http://schemas.microsoft.com/office/drawing/2014/main" id="{81B676D2-9E6F-E00D-9843-9F68F315D2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01" y="3271875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2" name="Freeform 364">
              <a:extLst>
                <a:ext uri="{FF2B5EF4-FFF2-40B4-BE49-F238E27FC236}">
                  <a16:creationId xmlns:a16="http://schemas.microsoft.com/office/drawing/2014/main" id="{D915B45A-BB22-4F3B-4CFA-FCEB485EE5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01" y="3271875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3" name="Freeform 365">
              <a:extLst>
                <a:ext uri="{FF2B5EF4-FFF2-40B4-BE49-F238E27FC236}">
                  <a16:creationId xmlns:a16="http://schemas.microsoft.com/office/drawing/2014/main" id="{9B533527-EBF9-DC34-27A9-C471A5F6FD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8926" y="3638588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4" name="Freeform 366">
              <a:extLst>
                <a:ext uri="{FF2B5EF4-FFF2-40B4-BE49-F238E27FC236}">
                  <a16:creationId xmlns:a16="http://schemas.microsoft.com/office/drawing/2014/main" id="{5411F622-571E-6E4E-B90F-8B2F97C38B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8926" y="3638588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5" name="Freeform 367">
              <a:extLst>
                <a:ext uri="{FF2B5EF4-FFF2-40B4-BE49-F238E27FC236}">
                  <a16:creationId xmlns:a16="http://schemas.microsoft.com/office/drawing/2014/main" id="{0BE95770-8289-C12F-D009-93638FF341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039" y="3638588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6" name="Freeform 368">
              <a:extLst>
                <a:ext uri="{FF2B5EF4-FFF2-40B4-BE49-F238E27FC236}">
                  <a16:creationId xmlns:a16="http://schemas.microsoft.com/office/drawing/2014/main" id="{777BB525-ED39-9612-8FD9-A30A250BA4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039" y="3638588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7" name="Freeform 369">
              <a:extLst>
                <a:ext uri="{FF2B5EF4-FFF2-40B4-BE49-F238E27FC236}">
                  <a16:creationId xmlns:a16="http://schemas.microsoft.com/office/drawing/2014/main" id="{7DC16E52-DA20-27D1-CA8A-431104267B3A}"/>
                </a:ext>
              </a:extLst>
            </p:cNvPr>
            <p:cNvSpPr/>
            <p:nvPr/>
          </p:nvSpPr>
          <p:spPr bwMode="auto">
            <a:xfrm>
              <a:off x="1057339" y="3638588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8" name="Freeform 370">
              <a:extLst>
                <a:ext uri="{FF2B5EF4-FFF2-40B4-BE49-F238E27FC236}">
                  <a16:creationId xmlns:a16="http://schemas.microsoft.com/office/drawing/2014/main" id="{AAFE7BAF-07EE-2552-1E54-00E9B27A4E48}"/>
                </a:ext>
              </a:extLst>
            </p:cNvPr>
            <p:cNvSpPr/>
            <p:nvPr/>
          </p:nvSpPr>
          <p:spPr bwMode="auto">
            <a:xfrm>
              <a:off x="1057339" y="3638588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9" name="Freeform 372">
              <a:extLst>
                <a:ext uri="{FF2B5EF4-FFF2-40B4-BE49-F238E27FC236}">
                  <a16:creationId xmlns:a16="http://schemas.microsoft.com/office/drawing/2014/main" id="{A5FD8A39-D87B-51EE-C6C5-554AD7577DEE}"/>
                </a:ext>
              </a:extLst>
            </p:cNvPr>
            <p:cNvSpPr/>
            <p:nvPr/>
          </p:nvSpPr>
          <p:spPr bwMode="auto">
            <a:xfrm>
              <a:off x="430276" y="4037050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0" name="Freeform 373">
              <a:extLst>
                <a:ext uri="{FF2B5EF4-FFF2-40B4-BE49-F238E27FC236}">
                  <a16:creationId xmlns:a16="http://schemas.microsoft.com/office/drawing/2014/main" id="{76B699FB-BDE2-EA9E-7F67-649D3D328B81}"/>
                </a:ext>
              </a:extLst>
            </p:cNvPr>
            <p:cNvSpPr/>
            <p:nvPr/>
          </p:nvSpPr>
          <p:spPr bwMode="auto">
            <a:xfrm>
              <a:off x="430276" y="4037050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1" name="Freeform 374">
              <a:extLst>
                <a:ext uri="{FF2B5EF4-FFF2-40B4-BE49-F238E27FC236}">
                  <a16:creationId xmlns:a16="http://schemas.microsoft.com/office/drawing/2014/main" id="{084FCD7E-70DB-C1C0-ACC8-40CF7BED2162}"/>
                </a:ext>
              </a:extLst>
            </p:cNvPr>
            <p:cNvSpPr/>
            <p:nvPr/>
          </p:nvSpPr>
          <p:spPr bwMode="auto">
            <a:xfrm>
              <a:off x="430276" y="4037050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2" name="Freeform 375">
              <a:extLst>
                <a:ext uri="{FF2B5EF4-FFF2-40B4-BE49-F238E27FC236}">
                  <a16:creationId xmlns:a16="http://schemas.microsoft.com/office/drawing/2014/main" id="{6D17E736-BCBD-8F5E-8610-64BB48A99676}"/>
                </a:ext>
              </a:extLst>
            </p:cNvPr>
            <p:cNvSpPr/>
            <p:nvPr/>
          </p:nvSpPr>
          <p:spPr bwMode="auto">
            <a:xfrm>
              <a:off x="430276" y="4037050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3" name="Freeform 376">
              <a:extLst>
                <a:ext uri="{FF2B5EF4-FFF2-40B4-BE49-F238E27FC236}">
                  <a16:creationId xmlns:a16="http://schemas.microsoft.com/office/drawing/2014/main" id="{65DCD8C4-4FEB-BA85-9CD3-BB936D0ABD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39" y="326711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4" name="Freeform 377">
              <a:extLst>
                <a:ext uri="{FF2B5EF4-FFF2-40B4-BE49-F238E27FC236}">
                  <a16:creationId xmlns:a16="http://schemas.microsoft.com/office/drawing/2014/main" id="{28642285-A5E9-A5AA-34DE-936DC1DFBF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39" y="326711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5" name="Freeform 378">
              <a:extLst>
                <a:ext uri="{FF2B5EF4-FFF2-40B4-BE49-F238E27FC236}">
                  <a16:creationId xmlns:a16="http://schemas.microsoft.com/office/drawing/2014/main" id="{0C175E8F-7CF0-7156-9283-7A8594206F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689" y="4032287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6" name="Freeform 379">
              <a:extLst>
                <a:ext uri="{FF2B5EF4-FFF2-40B4-BE49-F238E27FC236}">
                  <a16:creationId xmlns:a16="http://schemas.microsoft.com/office/drawing/2014/main" id="{8FC34715-3C86-84FE-908E-EE3CEF09CE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689" y="4032287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7" name="Freeform 380">
              <a:extLst>
                <a:ext uri="{FF2B5EF4-FFF2-40B4-BE49-F238E27FC236}">
                  <a16:creationId xmlns:a16="http://schemas.microsoft.com/office/drawing/2014/main" id="{B80DE4F6-B310-A920-6C20-E954B5EC91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589" y="327346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8" name="Freeform 381">
              <a:extLst>
                <a:ext uri="{FF2B5EF4-FFF2-40B4-BE49-F238E27FC236}">
                  <a16:creationId xmlns:a16="http://schemas.microsoft.com/office/drawing/2014/main" id="{41B81DC8-194F-6B15-F17A-E977DF2934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589" y="327346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9" name="Freeform 382">
              <a:extLst>
                <a:ext uri="{FF2B5EF4-FFF2-40B4-BE49-F238E27FC236}">
                  <a16:creationId xmlns:a16="http://schemas.microsoft.com/office/drawing/2014/main" id="{A1C26986-0EB5-065A-030E-ECAEC58858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689" y="4027525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0" name="Freeform 383">
              <a:extLst>
                <a:ext uri="{FF2B5EF4-FFF2-40B4-BE49-F238E27FC236}">
                  <a16:creationId xmlns:a16="http://schemas.microsoft.com/office/drawing/2014/main" id="{81CFFD7F-E984-266C-AAB5-A49DEC9027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689" y="4027525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1" name="Freeform 384">
              <a:extLst>
                <a:ext uri="{FF2B5EF4-FFF2-40B4-BE49-F238E27FC236}">
                  <a16:creationId xmlns:a16="http://schemas.microsoft.com/office/drawing/2014/main" id="{E06AC41E-6791-44D8-DDF6-139D2986697F}"/>
                </a:ext>
              </a:extLst>
            </p:cNvPr>
            <p:cNvSpPr/>
            <p:nvPr/>
          </p:nvSpPr>
          <p:spPr bwMode="auto">
            <a:xfrm>
              <a:off x="2294001" y="3456025"/>
              <a:ext cx="4762" cy="7938"/>
            </a:xfrm>
            <a:custGeom>
              <a:avLst/>
              <a:gdLst>
                <a:gd name="T0" fmla="*/ 2 w 3"/>
                <a:gd name="T1" fmla="*/ 0 h 5"/>
                <a:gd name="T2" fmla="*/ 0 w 3"/>
                <a:gd name="T3" fmla="*/ 5 h 5"/>
                <a:gd name="T4" fmla="*/ 1 w 3"/>
                <a:gd name="T5" fmla="*/ 5 h 5"/>
                <a:gd name="T6" fmla="*/ 3 w 3"/>
                <a:gd name="T7" fmla="*/ 3 h 5"/>
                <a:gd name="T8" fmla="*/ 2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2" name="Freeform 385">
              <a:extLst>
                <a:ext uri="{FF2B5EF4-FFF2-40B4-BE49-F238E27FC236}">
                  <a16:creationId xmlns:a16="http://schemas.microsoft.com/office/drawing/2014/main" id="{09E862DA-ECE4-B7EC-0DF7-623BF1F0B5C4}"/>
                </a:ext>
              </a:extLst>
            </p:cNvPr>
            <p:cNvSpPr/>
            <p:nvPr/>
          </p:nvSpPr>
          <p:spPr bwMode="auto">
            <a:xfrm>
              <a:off x="2294001" y="3456025"/>
              <a:ext cx="4762" cy="7938"/>
            </a:xfrm>
            <a:custGeom>
              <a:avLst/>
              <a:gdLst>
                <a:gd name="T0" fmla="*/ 2 w 3"/>
                <a:gd name="T1" fmla="*/ 0 h 5"/>
                <a:gd name="T2" fmla="*/ 0 w 3"/>
                <a:gd name="T3" fmla="*/ 5 h 5"/>
                <a:gd name="T4" fmla="*/ 1 w 3"/>
                <a:gd name="T5" fmla="*/ 5 h 5"/>
                <a:gd name="T6" fmla="*/ 3 w 3"/>
                <a:gd name="T7" fmla="*/ 3 h 5"/>
                <a:gd name="T8" fmla="*/ 2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3" name="Freeform 386">
              <a:extLst>
                <a:ext uri="{FF2B5EF4-FFF2-40B4-BE49-F238E27FC236}">
                  <a16:creationId xmlns:a16="http://schemas.microsoft.com/office/drawing/2014/main" id="{866BB52E-9750-D84B-743B-4803FEB63507}"/>
                </a:ext>
              </a:extLst>
            </p:cNvPr>
            <p:cNvSpPr/>
            <p:nvPr/>
          </p:nvSpPr>
          <p:spPr bwMode="auto">
            <a:xfrm>
              <a:off x="2294001" y="34639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0 w 2"/>
                <a:gd name="T5" fmla="*/ 1 h 2"/>
                <a:gd name="T6" fmla="*/ 0 w 2"/>
                <a:gd name="T7" fmla="*/ 0 h 2"/>
                <a:gd name="T8" fmla="*/ 2 w 2"/>
                <a:gd name="T9" fmla="*/ 2 h 2"/>
                <a:gd name="T10" fmla="*/ 0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4" name="Freeform 387">
              <a:extLst>
                <a:ext uri="{FF2B5EF4-FFF2-40B4-BE49-F238E27FC236}">
                  <a16:creationId xmlns:a16="http://schemas.microsoft.com/office/drawing/2014/main" id="{548155C6-0835-DC91-1CEC-8BA8D943C453}"/>
                </a:ext>
              </a:extLst>
            </p:cNvPr>
            <p:cNvSpPr/>
            <p:nvPr/>
          </p:nvSpPr>
          <p:spPr bwMode="auto">
            <a:xfrm>
              <a:off x="2294001" y="34639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0 w 2"/>
                <a:gd name="T5" fmla="*/ 1 h 2"/>
                <a:gd name="T6" fmla="*/ 0 w 2"/>
                <a:gd name="T7" fmla="*/ 0 h 2"/>
                <a:gd name="T8" fmla="*/ 2 w 2"/>
                <a:gd name="T9" fmla="*/ 2 h 2"/>
                <a:gd name="T10" fmla="*/ 0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5" name="Freeform 388">
              <a:extLst>
                <a:ext uri="{FF2B5EF4-FFF2-40B4-BE49-F238E27FC236}">
                  <a16:creationId xmlns:a16="http://schemas.microsoft.com/office/drawing/2014/main" id="{1A163F3D-F24F-E48A-0D7D-751C6015C9B9}"/>
                </a:ext>
              </a:extLst>
            </p:cNvPr>
            <p:cNvSpPr/>
            <p:nvPr/>
          </p:nvSpPr>
          <p:spPr bwMode="auto">
            <a:xfrm>
              <a:off x="2152714" y="3468725"/>
              <a:ext cx="252412" cy="430213"/>
            </a:xfrm>
            <a:custGeom>
              <a:avLst/>
              <a:gdLst>
                <a:gd name="T0" fmla="*/ 93 w 159"/>
                <a:gd name="T1" fmla="*/ 0 h 271"/>
                <a:gd name="T2" fmla="*/ 93 w 159"/>
                <a:gd name="T3" fmla="*/ 0 h 271"/>
                <a:gd name="T4" fmla="*/ 90 w 159"/>
                <a:gd name="T5" fmla="*/ 6 h 271"/>
                <a:gd name="T6" fmla="*/ 154 w 159"/>
                <a:gd name="T7" fmla="*/ 269 h 271"/>
                <a:gd name="T8" fmla="*/ 0 w 159"/>
                <a:gd name="T9" fmla="*/ 209 h 271"/>
                <a:gd name="T10" fmla="*/ 0 w 159"/>
                <a:gd name="T11" fmla="*/ 209 h 271"/>
                <a:gd name="T12" fmla="*/ 156 w 159"/>
                <a:gd name="T13" fmla="*/ 270 h 271"/>
                <a:gd name="T14" fmla="*/ 156 w 159"/>
                <a:gd name="T15" fmla="*/ 269 h 271"/>
                <a:gd name="T16" fmla="*/ 158 w 159"/>
                <a:gd name="T17" fmla="*/ 271 h 271"/>
                <a:gd name="T18" fmla="*/ 159 w 159"/>
                <a:gd name="T19" fmla="*/ 271 h 271"/>
                <a:gd name="T20" fmla="*/ 93 w 159"/>
                <a:gd name="T21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9" h="271">
                  <a:moveTo>
                    <a:pt x="93" y="0"/>
                  </a:moveTo>
                  <a:lnTo>
                    <a:pt x="93" y="0"/>
                  </a:lnTo>
                  <a:lnTo>
                    <a:pt x="90" y="6"/>
                  </a:lnTo>
                  <a:lnTo>
                    <a:pt x="154" y="269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156" y="270"/>
                  </a:lnTo>
                  <a:lnTo>
                    <a:pt x="156" y="269"/>
                  </a:lnTo>
                  <a:lnTo>
                    <a:pt x="158" y="271"/>
                  </a:lnTo>
                  <a:lnTo>
                    <a:pt x="159" y="271"/>
                  </a:lnTo>
                  <a:lnTo>
                    <a:pt x="9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6" name="Freeform 389">
              <a:extLst>
                <a:ext uri="{FF2B5EF4-FFF2-40B4-BE49-F238E27FC236}">
                  <a16:creationId xmlns:a16="http://schemas.microsoft.com/office/drawing/2014/main" id="{D80FFE74-D335-5DB4-EFC8-EA8ECBB3DFE1}"/>
                </a:ext>
              </a:extLst>
            </p:cNvPr>
            <p:cNvSpPr/>
            <p:nvPr/>
          </p:nvSpPr>
          <p:spPr bwMode="auto">
            <a:xfrm>
              <a:off x="2152714" y="3468725"/>
              <a:ext cx="252412" cy="430213"/>
            </a:xfrm>
            <a:custGeom>
              <a:avLst/>
              <a:gdLst>
                <a:gd name="T0" fmla="*/ 93 w 159"/>
                <a:gd name="T1" fmla="*/ 0 h 271"/>
                <a:gd name="T2" fmla="*/ 93 w 159"/>
                <a:gd name="T3" fmla="*/ 0 h 271"/>
                <a:gd name="T4" fmla="*/ 90 w 159"/>
                <a:gd name="T5" fmla="*/ 6 h 271"/>
                <a:gd name="T6" fmla="*/ 154 w 159"/>
                <a:gd name="T7" fmla="*/ 269 h 271"/>
                <a:gd name="T8" fmla="*/ 0 w 159"/>
                <a:gd name="T9" fmla="*/ 209 h 271"/>
                <a:gd name="T10" fmla="*/ 0 w 159"/>
                <a:gd name="T11" fmla="*/ 209 h 271"/>
                <a:gd name="T12" fmla="*/ 156 w 159"/>
                <a:gd name="T13" fmla="*/ 270 h 271"/>
                <a:gd name="T14" fmla="*/ 156 w 159"/>
                <a:gd name="T15" fmla="*/ 269 h 271"/>
                <a:gd name="T16" fmla="*/ 158 w 159"/>
                <a:gd name="T17" fmla="*/ 271 h 271"/>
                <a:gd name="T18" fmla="*/ 159 w 159"/>
                <a:gd name="T19" fmla="*/ 271 h 271"/>
                <a:gd name="T20" fmla="*/ 93 w 159"/>
                <a:gd name="T21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9" h="271">
                  <a:moveTo>
                    <a:pt x="93" y="0"/>
                  </a:moveTo>
                  <a:lnTo>
                    <a:pt x="93" y="0"/>
                  </a:lnTo>
                  <a:lnTo>
                    <a:pt x="90" y="6"/>
                  </a:lnTo>
                  <a:lnTo>
                    <a:pt x="154" y="269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156" y="270"/>
                  </a:lnTo>
                  <a:lnTo>
                    <a:pt x="156" y="269"/>
                  </a:lnTo>
                  <a:lnTo>
                    <a:pt x="158" y="271"/>
                  </a:lnTo>
                  <a:lnTo>
                    <a:pt x="159" y="271"/>
                  </a:lnTo>
                  <a:lnTo>
                    <a:pt x="9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7" name="Rectangle 390">
              <a:extLst>
                <a:ext uri="{FF2B5EF4-FFF2-40B4-BE49-F238E27FC236}">
                  <a16:creationId xmlns:a16="http://schemas.microsoft.com/office/drawing/2014/main" id="{60004AD2-1558-AC4C-A1CF-B9E1D5074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0351" y="34671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8" name="Freeform 391">
              <a:extLst>
                <a:ext uri="{FF2B5EF4-FFF2-40B4-BE49-F238E27FC236}">
                  <a16:creationId xmlns:a16="http://schemas.microsoft.com/office/drawing/2014/main" id="{E8718E4F-4102-07CB-CC0B-5D026A6DE8B3}"/>
                </a:ext>
              </a:extLst>
            </p:cNvPr>
            <p:cNvSpPr/>
            <p:nvPr/>
          </p:nvSpPr>
          <p:spPr bwMode="auto">
            <a:xfrm flipH="1">
              <a:off x="2300351" y="34671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9" name="Freeform 392">
              <a:extLst>
                <a:ext uri="{FF2B5EF4-FFF2-40B4-BE49-F238E27FC236}">
                  <a16:creationId xmlns:a16="http://schemas.microsoft.com/office/drawing/2014/main" id="{90FA1272-AF7E-2A09-F421-3E3C47C3B44C}"/>
                </a:ext>
              </a:extLst>
            </p:cNvPr>
            <p:cNvSpPr/>
            <p:nvPr/>
          </p:nvSpPr>
          <p:spPr bwMode="auto">
            <a:xfrm>
              <a:off x="2400364" y="38957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0" name="Freeform 393">
              <a:extLst>
                <a:ext uri="{FF2B5EF4-FFF2-40B4-BE49-F238E27FC236}">
                  <a16:creationId xmlns:a16="http://schemas.microsoft.com/office/drawing/2014/main" id="{41C55A7E-7B4C-45F3-DDEC-FE1357424229}"/>
                </a:ext>
              </a:extLst>
            </p:cNvPr>
            <p:cNvSpPr/>
            <p:nvPr/>
          </p:nvSpPr>
          <p:spPr bwMode="auto">
            <a:xfrm>
              <a:off x="2400364" y="38957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1" name="Freeform 394">
              <a:extLst>
                <a:ext uri="{FF2B5EF4-FFF2-40B4-BE49-F238E27FC236}">
                  <a16:creationId xmlns:a16="http://schemas.microsoft.com/office/drawing/2014/main" id="{27B95746-A5BB-DF2F-B481-DCDE9E304E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600487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2" name="Freeform 395">
              <a:extLst>
                <a:ext uri="{FF2B5EF4-FFF2-40B4-BE49-F238E27FC236}">
                  <a16:creationId xmlns:a16="http://schemas.microsoft.com/office/drawing/2014/main" id="{0C402F73-FE1D-6BC6-202E-3B52CB78EF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600487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3" name="Freeform 396">
              <a:extLst>
                <a:ext uri="{FF2B5EF4-FFF2-40B4-BE49-F238E27FC236}">
                  <a16:creationId xmlns:a16="http://schemas.microsoft.com/office/drawing/2014/main" id="{C5FB7DAE-E1D7-4CF9-A783-27AE5EFAC855}"/>
                </a:ext>
              </a:extLst>
            </p:cNvPr>
            <p:cNvSpPr/>
            <p:nvPr/>
          </p:nvSpPr>
          <p:spPr bwMode="auto">
            <a:xfrm>
              <a:off x="2405126" y="3902112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2 w 2"/>
                <a:gd name="T5" fmla="*/ 4 h 4"/>
                <a:gd name="T6" fmla="*/ 1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2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4" name="Freeform 397">
              <a:extLst>
                <a:ext uri="{FF2B5EF4-FFF2-40B4-BE49-F238E27FC236}">
                  <a16:creationId xmlns:a16="http://schemas.microsoft.com/office/drawing/2014/main" id="{1569197E-4180-48A2-FCD3-34117161C46B}"/>
                </a:ext>
              </a:extLst>
            </p:cNvPr>
            <p:cNvSpPr/>
            <p:nvPr/>
          </p:nvSpPr>
          <p:spPr bwMode="auto">
            <a:xfrm>
              <a:off x="2405126" y="3902112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2 w 2"/>
                <a:gd name="T5" fmla="*/ 4 h 4"/>
                <a:gd name="T6" fmla="*/ 1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2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5" name="Freeform 398">
              <a:extLst>
                <a:ext uri="{FF2B5EF4-FFF2-40B4-BE49-F238E27FC236}">
                  <a16:creationId xmlns:a16="http://schemas.microsoft.com/office/drawing/2014/main" id="{690D1991-AF1B-7963-48E5-4CD22C7113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5726" y="3848137"/>
              <a:ext cx="271462" cy="685800"/>
            </a:xfrm>
            <a:custGeom>
              <a:avLst/>
              <a:gdLst>
                <a:gd name="T0" fmla="*/ 36 w 171"/>
                <a:gd name="T1" fmla="*/ 353 h 432"/>
                <a:gd name="T2" fmla="*/ 2 w 171"/>
                <a:gd name="T3" fmla="*/ 432 h 432"/>
                <a:gd name="T4" fmla="*/ 2 w 171"/>
                <a:gd name="T5" fmla="*/ 432 h 432"/>
                <a:gd name="T6" fmla="*/ 36 w 171"/>
                <a:gd name="T7" fmla="*/ 353 h 432"/>
                <a:gd name="T8" fmla="*/ 9 w 171"/>
                <a:gd name="T9" fmla="*/ 180 h 432"/>
                <a:gd name="T10" fmla="*/ 0 w 171"/>
                <a:gd name="T11" fmla="*/ 424 h 432"/>
                <a:gd name="T12" fmla="*/ 0 w 171"/>
                <a:gd name="T13" fmla="*/ 424 h 432"/>
                <a:gd name="T14" fmla="*/ 9 w 171"/>
                <a:gd name="T15" fmla="*/ 180 h 432"/>
                <a:gd name="T16" fmla="*/ 81 w 171"/>
                <a:gd name="T17" fmla="*/ 0 h 432"/>
                <a:gd name="T18" fmla="*/ 171 w 171"/>
                <a:gd name="T19" fmla="*/ 35 h 432"/>
                <a:gd name="T20" fmla="*/ 171 w 171"/>
                <a:gd name="T21" fmla="*/ 35 h 432"/>
                <a:gd name="T22" fmla="*/ 81 w 171"/>
                <a:gd name="T23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1" h="432">
                  <a:moveTo>
                    <a:pt x="36" y="353"/>
                  </a:moveTo>
                  <a:lnTo>
                    <a:pt x="2" y="432"/>
                  </a:lnTo>
                  <a:lnTo>
                    <a:pt x="2" y="432"/>
                  </a:lnTo>
                  <a:lnTo>
                    <a:pt x="36" y="353"/>
                  </a:lnTo>
                  <a:close/>
                  <a:moveTo>
                    <a:pt x="9" y="180"/>
                  </a:moveTo>
                  <a:lnTo>
                    <a:pt x="0" y="424"/>
                  </a:lnTo>
                  <a:lnTo>
                    <a:pt x="0" y="424"/>
                  </a:lnTo>
                  <a:lnTo>
                    <a:pt x="9" y="180"/>
                  </a:lnTo>
                  <a:close/>
                  <a:moveTo>
                    <a:pt x="81" y="0"/>
                  </a:moveTo>
                  <a:lnTo>
                    <a:pt x="171" y="35"/>
                  </a:lnTo>
                  <a:lnTo>
                    <a:pt x="171" y="35"/>
                  </a:lnTo>
                  <a:lnTo>
                    <a:pt x="8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6" name="Freeform 399">
              <a:extLst>
                <a:ext uri="{FF2B5EF4-FFF2-40B4-BE49-F238E27FC236}">
                  <a16:creationId xmlns:a16="http://schemas.microsoft.com/office/drawing/2014/main" id="{3001C8E7-E948-517E-BFC7-89AAC597E7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5726" y="3848137"/>
              <a:ext cx="271462" cy="685800"/>
            </a:xfrm>
            <a:custGeom>
              <a:avLst/>
              <a:gdLst>
                <a:gd name="T0" fmla="*/ 36 w 171"/>
                <a:gd name="T1" fmla="*/ 353 h 432"/>
                <a:gd name="T2" fmla="*/ 2 w 171"/>
                <a:gd name="T3" fmla="*/ 432 h 432"/>
                <a:gd name="T4" fmla="*/ 2 w 171"/>
                <a:gd name="T5" fmla="*/ 432 h 432"/>
                <a:gd name="T6" fmla="*/ 36 w 171"/>
                <a:gd name="T7" fmla="*/ 353 h 432"/>
                <a:gd name="T8" fmla="*/ 9 w 171"/>
                <a:gd name="T9" fmla="*/ 180 h 432"/>
                <a:gd name="T10" fmla="*/ 0 w 171"/>
                <a:gd name="T11" fmla="*/ 424 h 432"/>
                <a:gd name="T12" fmla="*/ 0 w 171"/>
                <a:gd name="T13" fmla="*/ 424 h 432"/>
                <a:gd name="T14" fmla="*/ 9 w 171"/>
                <a:gd name="T15" fmla="*/ 180 h 432"/>
                <a:gd name="T16" fmla="*/ 81 w 171"/>
                <a:gd name="T17" fmla="*/ 0 h 432"/>
                <a:gd name="T18" fmla="*/ 171 w 171"/>
                <a:gd name="T19" fmla="*/ 35 h 432"/>
                <a:gd name="T20" fmla="*/ 171 w 171"/>
                <a:gd name="T21" fmla="*/ 35 h 432"/>
                <a:gd name="T22" fmla="*/ 81 w 171"/>
                <a:gd name="T23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1" h="432">
                  <a:moveTo>
                    <a:pt x="36" y="353"/>
                  </a:moveTo>
                  <a:lnTo>
                    <a:pt x="2" y="432"/>
                  </a:lnTo>
                  <a:lnTo>
                    <a:pt x="2" y="432"/>
                  </a:lnTo>
                  <a:lnTo>
                    <a:pt x="36" y="353"/>
                  </a:lnTo>
                  <a:moveTo>
                    <a:pt x="9" y="180"/>
                  </a:moveTo>
                  <a:lnTo>
                    <a:pt x="0" y="424"/>
                  </a:lnTo>
                  <a:lnTo>
                    <a:pt x="0" y="424"/>
                  </a:lnTo>
                  <a:lnTo>
                    <a:pt x="9" y="180"/>
                  </a:lnTo>
                  <a:moveTo>
                    <a:pt x="81" y="0"/>
                  </a:moveTo>
                  <a:lnTo>
                    <a:pt x="171" y="35"/>
                  </a:lnTo>
                  <a:lnTo>
                    <a:pt x="171" y="35"/>
                  </a:lnTo>
                  <a:lnTo>
                    <a:pt x="8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7" name="Rectangle 400">
              <a:extLst>
                <a:ext uri="{FF2B5EF4-FFF2-40B4-BE49-F238E27FC236}">
                  <a16:creationId xmlns:a16="http://schemas.microsoft.com/office/drawing/2014/main" id="{ECE10C6D-A508-3949-2738-D8E15F525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8901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8" name="Freeform 401">
              <a:extLst>
                <a:ext uri="{FF2B5EF4-FFF2-40B4-BE49-F238E27FC236}">
                  <a16:creationId xmlns:a16="http://schemas.microsoft.com/office/drawing/2014/main" id="{D4E4B7B3-F3FF-F7FD-2492-7B6B4A67C046}"/>
                </a:ext>
              </a:extLst>
            </p:cNvPr>
            <p:cNvSpPr/>
            <p:nvPr/>
          </p:nvSpPr>
          <p:spPr bwMode="auto">
            <a:xfrm flipH="1">
              <a:off x="2128901" y="45339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9" name="Freeform 402">
              <a:extLst>
                <a:ext uri="{FF2B5EF4-FFF2-40B4-BE49-F238E27FC236}">
                  <a16:creationId xmlns:a16="http://schemas.microsoft.com/office/drawing/2014/main" id="{56C43790-94C5-C450-8BDE-E9DDDC8DCE29}"/>
                </a:ext>
              </a:extLst>
            </p:cNvPr>
            <p:cNvSpPr/>
            <p:nvPr/>
          </p:nvSpPr>
          <p:spPr bwMode="auto">
            <a:xfrm>
              <a:off x="2125726" y="3903700"/>
              <a:ext cx="279400" cy="630238"/>
            </a:xfrm>
            <a:custGeom>
              <a:avLst/>
              <a:gdLst>
                <a:gd name="T0" fmla="*/ 171 w 176"/>
                <a:gd name="T1" fmla="*/ 0 h 397"/>
                <a:gd name="T2" fmla="*/ 171 w 176"/>
                <a:gd name="T3" fmla="*/ 0 h 397"/>
                <a:gd name="T4" fmla="*/ 171 w 176"/>
                <a:gd name="T5" fmla="*/ 0 h 397"/>
                <a:gd name="T6" fmla="*/ 0 w 176"/>
                <a:gd name="T7" fmla="*/ 389 h 397"/>
                <a:gd name="T8" fmla="*/ 0 w 176"/>
                <a:gd name="T9" fmla="*/ 389 h 397"/>
                <a:gd name="T10" fmla="*/ 0 w 176"/>
                <a:gd name="T11" fmla="*/ 397 h 397"/>
                <a:gd name="T12" fmla="*/ 2 w 176"/>
                <a:gd name="T13" fmla="*/ 397 h 397"/>
                <a:gd name="T14" fmla="*/ 36 w 176"/>
                <a:gd name="T15" fmla="*/ 318 h 397"/>
                <a:gd name="T16" fmla="*/ 176 w 176"/>
                <a:gd name="T17" fmla="*/ 2 h 397"/>
                <a:gd name="T18" fmla="*/ 171 w 176"/>
                <a:gd name="T1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397">
                  <a:moveTo>
                    <a:pt x="171" y="0"/>
                  </a:moveTo>
                  <a:lnTo>
                    <a:pt x="171" y="0"/>
                  </a:lnTo>
                  <a:lnTo>
                    <a:pt x="171" y="0"/>
                  </a:lnTo>
                  <a:lnTo>
                    <a:pt x="0" y="389"/>
                  </a:lnTo>
                  <a:lnTo>
                    <a:pt x="0" y="389"/>
                  </a:lnTo>
                  <a:lnTo>
                    <a:pt x="0" y="397"/>
                  </a:lnTo>
                  <a:lnTo>
                    <a:pt x="2" y="397"/>
                  </a:lnTo>
                  <a:lnTo>
                    <a:pt x="36" y="318"/>
                  </a:lnTo>
                  <a:lnTo>
                    <a:pt x="176" y="2"/>
                  </a:lnTo>
                  <a:lnTo>
                    <a:pt x="17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0" name="Freeform 403">
              <a:extLst>
                <a:ext uri="{FF2B5EF4-FFF2-40B4-BE49-F238E27FC236}">
                  <a16:creationId xmlns:a16="http://schemas.microsoft.com/office/drawing/2014/main" id="{8EF7BB12-CC46-804D-9C1D-2A30176AA182}"/>
                </a:ext>
              </a:extLst>
            </p:cNvPr>
            <p:cNvSpPr/>
            <p:nvPr/>
          </p:nvSpPr>
          <p:spPr bwMode="auto">
            <a:xfrm>
              <a:off x="2125726" y="3903700"/>
              <a:ext cx="279400" cy="630238"/>
            </a:xfrm>
            <a:custGeom>
              <a:avLst/>
              <a:gdLst>
                <a:gd name="T0" fmla="*/ 171 w 176"/>
                <a:gd name="T1" fmla="*/ 0 h 397"/>
                <a:gd name="T2" fmla="*/ 171 w 176"/>
                <a:gd name="T3" fmla="*/ 0 h 397"/>
                <a:gd name="T4" fmla="*/ 171 w 176"/>
                <a:gd name="T5" fmla="*/ 0 h 397"/>
                <a:gd name="T6" fmla="*/ 0 w 176"/>
                <a:gd name="T7" fmla="*/ 389 h 397"/>
                <a:gd name="T8" fmla="*/ 0 w 176"/>
                <a:gd name="T9" fmla="*/ 389 h 397"/>
                <a:gd name="T10" fmla="*/ 0 w 176"/>
                <a:gd name="T11" fmla="*/ 397 h 397"/>
                <a:gd name="T12" fmla="*/ 2 w 176"/>
                <a:gd name="T13" fmla="*/ 397 h 397"/>
                <a:gd name="T14" fmla="*/ 36 w 176"/>
                <a:gd name="T15" fmla="*/ 318 h 397"/>
                <a:gd name="T16" fmla="*/ 176 w 176"/>
                <a:gd name="T17" fmla="*/ 2 h 397"/>
                <a:gd name="T18" fmla="*/ 171 w 176"/>
                <a:gd name="T1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397">
                  <a:moveTo>
                    <a:pt x="171" y="0"/>
                  </a:moveTo>
                  <a:lnTo>
                    <a:pt x="171" y="0"/>
                  </a:lnTo>
                  <a:lnTo>
                    <a:pt x="171" y="0"/>
                  </a:lnTo>
                  <a:lnTo>
                    <a:pt x="0" y="389"/>
                  </a:lnTo>
                  <a:lnTo>
                    <a:pt x="0" y="389"/>
                  </a:lnTo>
                  <a:lnTo>
                    <a:pt x="0" y="397"/>
                  </a:lnTo>
                  <a:lnTo>
                    <a:pt x="2" y="397"/>
                  </a:lnTo>
                  <a:lnTo>
                    <a:pt x="36" y="318"/>
                  </a:lnTo>
                  <a:lnTo>
                    <a:pt x="176" y="2"/>
                  </a:lnTo>
                  <a:lnTo>
                    <a:pt x="17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1" name="Freeform 404">
              <a:extLst>
                <a:ext uri="{FF2B5EF4-FFF2-40B4-BE49-F238E27FC236}">
                  <a16:creationId xmlns:a16="http://schemas.microsoft.com/office/drawing/2014/main" id="{7AF66611-DE06-9A7E-1A82-9A5DA403AD75}"/>
                </a:ext>
              </a:extLst>
            </p:cNvPr>
            <p:cNvSpPr/>
            <p:nvPr/>
          </p:nvSpPr>
          <p:spPr bwMode="auto">
            <a:xfrm>
              <a:off x="2125726" y="453393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2" name="Freeform 405">
              <a:extLst>
                <a:ext uri="{FF2B5EF4-FFF2-40B4-BE49-F238E27FC236}">
                  <a16:creationId xmlns:a16="http://schemas.microsoft.com/office/drawing/2014/main" id="{6DC5EAC5-DB2B-9376-AC9D-24CFCC5923CF}"/>
                </a:ext>
              </a:extLst>
            </p:cNvPr>
            <p:cNvSpPr/>
            <p:nvPr/>
          </p:nvSpPr>
          <p:spPr bwMode="auto">
            <a:xfrm>
              <a:off x="2125726" y="453393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3" name="Freeform 406">
              <a:extLst>
                <a:ext uri="{FF2B5EF4-FFF2-40B4-BE49-F238E27FC236}">
                  <a16:creationId xmlns:a16="http://schemas.microsoft.com/office/drawing/2014/main" id="{373EFE3A-20FE-4C24-B5FF-267312E720C6}"/>
                </a:ext>
              </a:extLst>
            </p:cNvPr>
            <p:cNvSpPr/>
            <p:nvPr/>
          </p:nvSpPr>
          <p:spPr bwMode="auto">
            <a:xfrm>
              <a:off x="2125726" y="453552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4" name="Freeform 407">
              <a:extLst>
                <a:ext uri="{FF2B5EF4-FFF2-40B4-BE49-F238E27FC236}">
                  <a16:creationId xmlns:a16="http://schemas.microsoft.com/office/drawing/2014/main" id="{4F419619-0E37-1167-1DD4-9D622837B513}"/>
                </a:ext>
              </a:extLst>
            </p:cNvPr>
            <p:cNvSpPr/>
            <p:nvPr/>
          </p:nvSpPr>
          <p:spPr bwMode="auto">
            <a:xfrm>
              <a:off x="2125726" y="453552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5" name="Freeform 408">
              <a:extLst>
                <a:ext uri="{FF2B5EF4-FFF2-40B4-BE49-F238E27FC236}">
                  <a16:creationId xmlns:a16="http://schemas.microsoft.com/office/drawing/2014/main" id="{07299D06-3010-F94F-DAAF-6BF5F0A80F10}"/>
                </a:ext>
              </a:extLst>
            </p:cNvPr>
            <p:cNvSpPr/>
            <p:nvPr/>
          </p:nvSpPr>
          <p:spPr bwMode="auto">
            <a:xfrm>
              <a:off x="2405126" y="3898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6" name="Freeform 409">
              <a:extLst>
                <a:ext uri="{FF2B5EF4-FFF2-40B4-BE49-F238E27FC236}">
                  <a16:creationId xmlns:a16="http://schemas.microsoft.com/office/drawing/2014/main" id="{A93535A0-A899-4270-61BA-CC0BDB7C5F4B}"/>
                </a:ext>
              </a:extLst>
            </p:cNvPr>
            <p:cNvSpPr/>
            <p:nvPr/>
          </p:nvSpPr>
          <p:spPr bwMode="auto">
            <a:xfrm>
              <a:off x="2405126" y="3898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7" name="Freeform 410">
              <a:extLst>
                <a:ext uri="{FF2B5EF4-FFF2-40B4-BE49-F238E27FC236}">
                  <a16:creationId xmlns:a16="http://schemas.microsoft.com/office/drawing/2014/main" id="{488DDE5C-5272-50A3-FE4E-4456B7958EF3}"/>
                </a:ext>
              </a:extLst>
            </p:cNvPr>
            <p:cNvSpPr/>
            <p:nvPr/>
          </p:nvSpPr>
          <p:spPr bwMode="auto">
            <a:xfrm>
              <a:off x="2405126" y="389893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8" name="Freeform 411">
              <a:extLst>
                <a:ext uri="{FF2B5EF4-FFF2-40B4-BE49-F238E27FC236}">
                  <a16:creationId xmlns:a16="http://schemas.microsoft.com/office/drawing/2014/main" id="{D74E4580-FDBA-A3AB-6B4D-0E1849C17676}"/>
                </a:ext>
              </a:extLst>
            </p:cNvPr>
            <p:cNvSpPr/>
            <p:nvPr/>
          </p:nvSpPr>
          <p:spPr bwMode="auto">
            <a:xfrm>
              <a:off x="2405126" y="389893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9" name="Freeform 412">
              <a:extLst>
                <a:ext uri="{FF2B5EF4-FFF2-40B4-BE49-F238E27FC236}">
                  <a16:creationId xmlns:a16="http://schemas.microsoft.com/office/drawing/2014/main" id="{1B70EA3B-F4D3-9534-9E0F-95CA15434512}"/>
                </a:ext>
              </a:extLst>
            </p:cNvPr>
            <p:cNvSpPr/>
            <p:nvPr/>
          </p:nvSpPr>
          <p:spPr bwMode="auto">
            <a:xfrm>
              <a:off x="2119376" y="417516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0" name="Freeform 413">
              <a:extLst>
                <a:ext uri="{FF2B5EF4-FFF2-40B4-BE49-F238E27FC236}">
                  <a16:creationId xmlns:a16="http://schemas.microsoft.com/office/drawing/2014/main" id="{6F47BBE4-E5FB-EA61-242F-7BE69491159A}"/>
                </a:ext>
              </a:extLst>
            </p:cNvPr>
            <p:cNvSpPr/>
            <p:nvPr/>
          </p:nvSpPr>
          <p:spPr bwMode="auto">
            <a:xfrm>
              <a:off x="2119376" y="417516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1" name="Rectangle 414">
              <a:extLst>
                <a:ext uri="{FF2B5EF4-FFF2-40B4-BE49-F238E27FC236}">
                  <a16:creationId xmlns:a16="http://schemas.microsoft.com/office/drawing/2014/main" id="{3D9F0CD4-C245-7E3A-FB45-98311C980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376" y="44879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2" name="Rectangle 415">
              <a:extLst>
                <a:ext uri="{FF2B5EF4-FFF2-40B4-BE49-F238E27FC236}">
                  <a16:creationId xmlns:a16="http://schemas.microsoft.com/office/drawing/2014/main" id="{83DE3053-5040-00B2-2AFF-98816455B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376" y="44879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3" name="Freeform 416">
              <a:extLst>
                <a:ext uri="{FF2B5EF4-FFF2-40B4-BE49-F238E27FC236}">
                  <a16:creationId xmlns:a16="http://schemas.microsoft.com/office/drawing/2014/main" id="{1122D3C5-CE1F-1135-1EF0-0F904CACE1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51126" y="3800512"/>
              <a:ext cx="254000" cy="103188"/>
            </a:xfrm>
            <a:custGeom>
              <a:avLst/>
              <a:gdLst>
                <a:gd name="T0" fmla="*/ 159 w 160"/>
                <a:gd name="T1" fmla="*/ 62 h 65"/>
                <a:gd name="T2" fmla="*/ 160 w 160"/>
                <a:gd name="T3" fmla="*/ 62 h 65"/>
                <a:gd name="T4" fmla="*/ 160 w 160"/>
                <a:gd name="T5" fmla="*/ 62 h 65"/>
                <a:gd name="T6" fmla="*/ 159 w 160"/>
                <a:gd name="T7" fmla="*/ 62 h 65"/>
                <a:gd name="T8" fmla="*/ 1 w 160"/>
                <a:gd name="T9" fmla="*/ 0 h 65"/>
                <a:gd name="T10" fmla="*/ 0 w 160"/>
                <a:gd name="T11" fmla="*/ 2 h 65"/>
                <a:gd name="T12" fmla="*/ 0 w 160"/>
                <a:gd name="T13" fmla="*/ 4 h 65"/>
                <a:gd name="T14" fmla="*/ 65 w 160"/>
                <a:gd name="T15" fmla="*/ 30 h 65"/>
                <a:gd name="T16" fmla="*/ 155 w 160"/>
                <a:gd name="T17" fmla="*/ 65 h 65"/>
                <a:gd name="T18" fmla="*/ 157 w 160"/>
                <a:gd name="T19" fmla="*/ 61 h 65"/>
                <a:gd name="T20" fmla="*/ 1 w 160"/>
                <a:gd name="T21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0" h="65">
                  <a:moveTo>
                    <a:pt x="159" y="62"/>
                  </a:moveTo>
                  <a:lnTo>
                    <a:pt x="160" y="62"/>
                  </a:lnTo>
                  <a:lnTo>
                    <a:pt x="160" y="62"/>
                  </a:lnTo>
                  <a:lnTo>
                    <a:pt x="159" y="62"/>
                  </a:lnTo>
                  <a:close/>
                  <a:moveTo>
                    <a:pt x="1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65" y="30"/>
                  </a:lnTo>
                  <a:lnTo>
                    <a:pt x="155" y="65"/>
                  </a:lnTo>
                  <a:lnTo>
                    <a:pt x="157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4" name="Freeform 417">
              <a:extLst>
                <a:ext uri="{FF2B5EF4-FFF2-40B4-BE49-F238E27FC236}">
                  <a16:creationId xmlns:a16="http://schemas.microsoft.com/office/drawing/2014/main" id="{5802A2C8-FD04-FA1A-E507-C50684E719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51126" y="3800512"/>
              <a:ext cx="254000" cy="103188"/>
            </a:xfrm>
            <a:custGeom>
              <a:avLst/>
              <a:gdLst>
                <a:gd name="T0" fmla="*/ 159 w 160"/>
                <a:gd name="T1" fmla="*/ 62 h 65"/>
                <a:gd name="T2" fmla="*/ 160 w 160"/>
                <a:gd name="T3" fmla="*/ 62 h 65"/>
                <a:gd name="T4" fmla="*/ 160 w 160"/>
                <a:gd name="T5" fmla="*/ 62 h 65"/>
                <a:gd name="T6" fmla="*/ 159 w 160"/>
                <a:gd name="T7" fmla="*/ 62 h 65"/>
                <a:gd name="T8" fmla="*/ 1 w 160"/>
                <a:gd name="T9" fmla="*/ 0 h 65"/>
                <a:gd name="T10" fmla="*/ 0 w 160"/>
                <a:gd name="T11" fmla="*/ 2 h 65"/>
                <a:gd name="T12" fmla="*/ 0 w 160"/>
                <a:gd name="T13" fmla="*/ 4 h 65"/>
                <a:gd name="T14" fmla="*/ 65 w 160"/>
                <a:gd name="T15" fmla="*/ 30 h 65"/>
                <a:gd name="T16" fmla="*/ 155 w 160"/>
                <a:gd name="T17" fmla="*/ 65 h 65"/>
                <a:gd name="T18" fmla="*/ 157 w 160"/>
                <a:gd name="T19" fmla="*/ 61 h 65"/>
                <a:gd name="T20" fmla="*/ 1 w 160"/>
                <a:gd name="T21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0" h="65">
                  <a:moveTo>
                    <a:pt x="159" y="62"/>
                  </a:moveTo>
                  <a:lnTo>
                    <a:pt x="160" y="62"/>
                  </a:lnTo>
                  <a:lnTo>
                    <a:pt x="160" y="62"/>
                  </a:lnTo>
                  <a:lnTo>
                    <a:pt x="159" y="62"/>
                  </a:lnTo>
                  <a:moveTo>
                    <a:pt x="1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65" y="30"/>
                  </a:lnTo>
                  <a:lnTo>
                    <a:pt x="155" y="65"/>
                  </a:lnTo>
                  <a:lnTo>
                    <a:pt x="157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5" name="Freeform 418">
              <a:extLst>
                <a:ext uri="{FF2B5EF4-FFF2-40B4-BE49-F238E27FC236}">
                  <a16:creationId xmlns:a16="http://schemas.microsoft.com/office/drawing/2014/main" id="{AD73EDE4-3133-69F5-00D5-7818DB6C86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97189" y="3897350"/>
              <a:ext cx="9525" cy="9525"/>
            </a:xfrm>
            <a:custGeom>
              <a:avLst/>
              <a:gdLst>
                <a:gd name="T0" fmla="*/ 3 w 6"/>
                <a:gd name="T1" fmla="*/ 3 h 6"/>
                <a:gd name="T2" fmla="*/ 4 w 6"/>
                <a:gd name="T3" fmla="*/ 1 h 6"/>
                <a:gd name="T4" fmla="*/ 3 w 6"/>
                <a:gd name="T5" fmla="*/ 3 h 6"/>
                <a:gd name="T6" fmla="*/ 4 w 6"/>
                <a:gd name="T7" fmla="*/ 1 h 6"/>
                <a:gd name="T8" fmla="*/ 4 w 6"/>
                <a:gd name="T9" fmla="*/ 1 h 6"/>
                <a:gd name="T10" fmla="*/ 3 w 6"/>
                <a:gd name="T11" fmla="*/ 3 h 6"/>
                <a:gd name="T12" fmla="*/ 4 w 6"/>
                <a:gd name="T13" fmla="*/ 1 h 6"/>
                <a:gd name="T14" fmla="*/ 3 w 6"/>
                <a:gd name="T15" fmla="*/ 3 h 6"/>
                <a:gd name="T16" fmla="*/ 1 w 6"/>
                <a:gd name="T17" fmla="*/ 2 h 6"/>
                <a:gd name="T18" fmla="*/ 3 w 6"/>
                <a:gd name="T19" fmla="*/ 3 h 6"/>
                <a:gd name="T20" fmla="*/ 2 w 6"/>
                <a:gd name="T21" fmla="*/ 0 h 6"/>
                <a:gd name="T22" fmla="*/ 0 w 6"/>
                <a:gd name="T23" fmla="*/ 4 h 6"/>
                <a:gd name="T24" fmla="*/ 5 w 6"/>
                <a:gd name="T25" fmla="*/ 6 h 6"/>
                <a:gd name="T26" fmla="*/ 6 w 6"/>
                <a:gd name="T27" fmla="*/ 3 h 6"/>
                <a:gd name="T28" fmla="*/ 5 w 6"/>
                <a:gd name="T29" fmla="*/ 2 h 6"/>
                <a:gd name="T30" fmla="*/ 5 w 6"/>
                <a:gd name="T31" fmla="*/ 1 h 6"/>
                <a:gd name="T32" fmla="*/ 4 w 6"/>
                <a:gd name="T33" fmla="*/ 1 h 6"/>
                <a:gd name="T34" fmla="*/ 4 w 6"/>
                <a:gd name="T35" fmla="*/ 1 h 6"/>
                <a:gd name="T36" fmla="*/ 2 w 6"/>
                <a:gd name="T3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6"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close/>
                  <a:moveTo>
                    <a:pt x="4" y="1"/>
                  </a:moveTo>
                  <a:lnTo>
                    <a:pt x="4" y="1"/>
                  </a:lnTo>
                  <a:close/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lnTo>
                    <a:pt x="1" y="2"/>
                  </a:lnTo>
                  <a:lnTo>
                    <a:pt x="3" y="3"/>
                  </a:lnTo>
                  <a:close/>
                  <a:moveTo>
                    <a:pt x="2" y="0"/>
                  </a:moveTo>
                  <a:lnTo>
                    <a:pt x="0" y="4"/>
                  </a:lnTo>
                  <a:lnTo>
                    <a:pt x="5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6" name="Freeform 419">
              <a:extLst>
                <a:ext uri="{FF2B5EF4-FFF2-40B4-BE49-F238E27FC236}">
                  <a16:creationId xmlns:a16="http://schemas.microsoft.com/office/drawing/2014/main" id="{9EDADEFC-7861-4CA5-317D-F9FFD1D58F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97189" y="3897350"/>
              <a:ext cx="9525" cy="9525"/>
            </a:xfrm>
            <a:custGeom>
              <a:avLst/>
              <a:gdLst>
                <a:gd name="T0" fmla="*/ 3 w 6"/>
                <a:gd name="T1" fmla="*/ 3 h 6"/>
                <a:gd name="T2" fmla="*/ 4 w 6"/>
                <a:gd name="T3" fmla="*/ 1 h 6"/>
                <a:gd name="T4" fmla="*/ 3 w 6"/>
                <a:gd name="T5" fmla="*/ 3 h 6"/>
                <a:gd name="T6" fmla="*/ 4 w 6"/>
                <a:gd name="T7" fmla="*/ 1 h 6"/>
                <a:gd name="T8" fmla="*/ 4 w 6"/>
                <a:gd name="T9" fmla="*/ 1 h 6"/>
                <a:gd name="T10" fmla="*/ 3 w 6"/>
                <a:gd name="T11" fmla="*/ 3 h 6"/>
                <a:gd name="T12" fmla="*/ 4 w 6"/>
                <a:gd name="T13" fmla="*/ 1 h 6"/>
                <a:gd name="T14" fmla="*/ 3 w 6"/>
                <a:gd name="T15" fmla="*/ 3 h 6"/>
                <a:gd name="T16" fmla="*/ 1 w 6"/>
                <a:gd name="T17" fmla="*/ 2 h 6"/>
                <a:gd name="T18" fmla="*/ 3 w 6"/>
                <a:gd name="T19" fmla="*/ 3 h 6"/>
                <a:gd name="T20" fmla="*/ 2 w 6"/>
                <a:gd name="T21" fmla="*/ 0 h 6"/>
                <a:gd name="T22" fmla="*/ 0 w 6"/>
                <a:gd name="T23" fmla="*/ 4 h 6"/>
                <a:gd name="T24" fmla="*/ 5 w 6"/>
                <a:gd name="T25" fmla="*/ 6 h 6"/>
                <a:gd name="T26" fmla="*/ 6 w 6"/>
                <a:gd name="T27" fmla="*/ 3 h 6"/>
                <a:gd name="T28" fmla="*/ 5 w 6"/>
                <a:gd name="T29" fmla="*/ 2 h 6"/>
                <a:gd name="T30" fmla="*/ 5 w 6"/>
                <a:gd name="T31" fmla="*/ 1 h 6"/>
                <a:gd name="T32" fmla="*/ 4 w 6"/>
                <a:gd name="T33" fmla="*/ 1 h 6"/>
                <a:gd name="T34" fmla="*/ 4 w 6"/>
                <a:gd name="T35" fmla="*/ 1 h 6"/>
                <a:gd name="T36" fmla="*/ 2 w 6"/>
                <a:gd name="T3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6"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moveTo>
                    <a:pt x="4" y="1"/>
                  </a:moveTo>
                  <a:lnTo>
                    <a:pt x="4" y="1"/>
                  </a:lnTo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lnTo>
                    <a:pt x="1" y="2"/>
                  </a:lnTo>
                  <a:lnTo>
                    <a:pt x="3" y="3"/>
                  </a:lnTo>
                  <a:moveTo>
                    <a:pt x="2" y="0"/>
                  </a:moveTo>
                  <a:lnTo>
                    <a:pt x="0" y="4"/>
                  </a:lnTo>
                  <a:lnTo>
                    <a:pt x="5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7" name="Freeform 420">
              <a:extLst>
                <a:ext uri="{FF2B5EF4-FFF2-40B4-BE49-F238E27FC236}">
                  <a16:creationId xmlns:a16="http://schemas.microsoft.com/office/drawing/2014/main" id="{228C4A0E-EDEA-6E56-C524-254BBAC2F5CD}"/>
                </a:ext>
              </a:extLst>
            </p:cNvPr>
            <p:cNvSpPr/>
            <p:nvPr/>
          </p:nvSpPr>
          <p:spPr bwMode="auto">
            <a:xfrm>
              <a:off x="2298764" y="3449675"/>
              <a:ext cx="9525" cy="12700"/>
            </a:xfrm>
            <a:custGeom>
              <a:avLst/>
              <a:gdLst>
                <a:gd name="T0" fmla="*/ 6 w 6"/>
                <a:gd name="T1" fmla="*/ 0 h 8"/>
                <a:gd name="T2" fmla="*/ 0 w 6"/>
                <a:gd name="T3" fmla="*/ 7 h 8"/>
                <a:gd name="T4" fmla="*/ 0 w 6"/>
                <a:gd name="T5" fmla="*/ 8 h 8"/>
                <a:gd name="T6" fmla="*/ 3 w 6"/>
                <a:gd name="T7" fmla="*/ 8 h 8"/>
                <a:gd name="T8" fmla="*/ 6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0" y="7"/>
                  </a:lnTo>
                  <a:lnTo>
                    <a:pt x="0" y="8"/>
                  </a:lnTo>
                  <a:lnTo>
                    <a:pt x="3" y="8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8" name="Freeform 421">
              <a:extLst>
                <a:ext uri="{FF2B5EF4-FFF2-40B4-BE49-F238E27FC236}">
                  <a16:creationId xmlns:a16="http://schemas.microsoft.com/office/drawing/2014/main" id="{3692621E-CFF2-2D2D-6920-98194DC77220}"/>
                </a:ext>
              </a:extLst>
            </p:cNvPr>
            <p:cNvSpPr/>
            <p:nvPr/>
          </p:nvSpPr>
          <p:spPr bwMode="auto">
            <a:xfrm>
              <a:off x="2298764" y="3449675"/>
              <a:ext cx="9525" cy="12700"/>
            </a:xfrm>
            <a:custGeom>
              <a:avLst/>
              <a:gdLst>
                <a:gd name="T0" fmla="*/ 6 w 6"/>
                <a:gd name="T1" fmla="*/ 0 h 8"/>
                <a:gd name="T2" fmla="*/ 0 w 6"/>
                <a:gd name="T3" fmla="*/ 7 h 8"/>
                <a:gd name="T4" fmla="*/ 0 w 6"/>
                <a:gd name="T5" fmla="*/ 8 h 8"/>
                <a:gd name="T6" fmla="*/ 3 w 6"/>
                <a:gd name="T7" fmla="*/ 8 h 8"/>
                <a:gd name="T8" fmla="*/ 6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0" y="7"/>
                  </a:lnTo>
                  <a:lnTo>
                    <a:pt x="0" y="8"/>
                  </a:lnTo>
                  <a:lnTo>
                    <a:pt x="3" y="8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9" name="Freeform 422">
              <a:extLst>
                <a:ext uri="{FF2B5EF4-FFF2-40B4-BE49-F238E27FC236}">
                  <a16:creationId xmlns:a16="http://schemas.microsoft.com/office/drawing/2014/main" id="{0294ABC2-12BB-724F-9C22-CEA62067215E}"/>
                </a:ext>
              </a:extLst>
            </p:cNvPr>
            <p:cNvSpPr/>
            <p:nvPr/>
          </p:nvSpPr>
          <p:spPr bwMode="auto">
            <a:xfrm>
              <a:off x="2298764" y="34623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0" name="Freeform 423">
              <a:extLst>
                <a:ext uri="{FF2B5EF4-FFF2-40B4-BE49-F238E27FC236}">
                  <a16:creationId xmlns:a16="http://schemas.microsoft.com/office/drawing/2014/main" id="{672B5D39-5CBD-78C6-119E-19A047B4885B}"/>
                </a:ext>
              </a:extLst>
            </p:cNvPr>
            <p:cNvSpPr/>
            <p:nvPr/>
          </p:nvSpPr>
          <p:spPr bwMode="auto">
            <a:xfrm>
              <a:off x="2298764" y="34623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1" name="Freeform 424">
              <a:extLst>
                <a:ext uri="{FF2B5EF4-FFF2-40B4-BE49-F238E27FC236}">
                  <a16:creationId xmlns:a16="http://schemas.microsoft.com/office/drawing/2014/main" id="{361876E6-7054-BEE6-5995-051878C608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6826" y="3475075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2" name="Freeform 425">
              <a:extLst>
                <a:ext uri="{FF2B5EF4-FFF2-40B4-BE49-F238E27FC236}">
                  <a16:creationId xmlns:a16="http://schemas.microsoft.com/office/drawing/2014/main" id="{F7ED9ED5-5DB7-37AE-218E-AF4F8D6307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6826" y="3475075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3" name="Freeform 426">
              <a:extLst>
                <a:ext uri="{FF2B5EF4-FFF2-40B4-BE49-F238E27FC236}">
                  <a16:creationId xmlns:a16="http://schemas.microsoft.com/office/drawing/2014/main" id="{F152E9FE-347A-7658-CFBF-76BE78A8A274}"/>
                </a:ext>
              </a:extLst>
            </p:cNvPr>
            <p:cNvSpPr/>
            <p:nvPr/>
          </p:nvSpPr>
          <p:spPr bwMode="auto">
            <a:xfrm>
              <a:off x="2036826" y="3465550"/>
              <a:ext cx="257175" cy="269875"/>
            </a:xfrm>
            <a:custGeom>
              <a:avLst/>
              <a:gdLst>
                <a:gd name="T0" fmla="*/ 162 w 162"/>
                <a:gd name="T1" fmla="*/ 0 h 170"/>
                <a:gd name="T2" fmla="*/ 156 w 162"/>
                <a:gd name="T3" fmla="*/ 6 h 170"/>
                <a:gd name="T4" fmla="*/ 0 w 162"/>
                <a:gd name="T5" fmla="*/ 168 h 170"/>
                <a:gd name="T6" fmla="*/ 1 w 162"/>
                <a:gd name="T7" fmla="*/ 168 h 170"/>
                <a:gd name="T8" fmla="*/ 2 w 162"/>
                <a:gd name="T9" fmla="*/ 169 h 170"/>
                <a:gd name="T10" fmla="*/ 2 w 162"/>
                <a:gd name="T11" fmla="*/ 169 h 170"/>
                <a:gd name="T12" fmla="*/ 4 w 162"/>
                <a:gd name="T13" fmla="*/ 170 h 170"/>
                <a:gd name="T14" fmla="*/ 156 w 162"/>
                <a:gd name="T15" fmla="*/ 12 h 170"/>
                <a:gd name="T16" fmla="*/ 162 w 162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" h="170">
                  <a:moveTo>
                    <a:pt x="162" y="0"/>
                  </a:moveTo>
                  <a:lnTo>
                    <a:pt x="156" y="6"/>
                  </a:lnTo>
                  <a:lnTo>
                    <a:pt x="0" y="168"/>
                  </a:lnTo>
                  <a:lnTo>
                    <a:pt x="1" y="168"/>
                  </a:lnTo>
                  <a:lnTo>
                    <a:pt x="2" y="169"/>
                  </a:lnTo>
                  <a:lnTo>
                    <a:pt x="2" y="169"/>
                  </a:lnTo>
                  <a:lnTo>
                    <a:pt x="4" y="170"/>
                  </a:lnTo>
                  <a:lnTo>
                    <a:pt x="156" y="12"/>
                  </a:lnTo>
                  <a:lnTo>
                    <a:pt x="16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4" name="Freeform 427">
              <a:extLst>
                <a:ext uri="{FF2B5EF4-FFF2-40B4-BE49-F238E27FC236}">
                  <a16:creationId xmlns:a16="http://schemas.microsoft.com/office/drawing/2014/main" id="{6EFCB429-11E2-B089-A74A-BCB9293AAA08}"/>
                </a:ext>
              </a:extLst>
            </p:cNvPr>
            <p:cNvSpPr/>
            <p:nvPr/>
          </p:nvSpPr>
          <p:spPr bwMode="auto">
            <a:xfrm>
              <a:off x="2036826" y="3465550"/>
              <a:ext cx="257175" cy="269875"/>
            </a:xfrm>
            <a:custGeom>
              <a:avLst/>
              <a:gdLst>
                <a:gd name="T0" fmla="*/ 162 w 162"/>
                <a:gd name="T1" fmla="*/ 0 h 170"/>
                <a:gd name="T2" fmla="*/ 156 w 162"/>
                <a:gd name="T3" fmla="*/ 6 h 170"/>
                <a:gd name="T4" fmla="*/ 0 w 162"/>
                <a:gd name="T5" fmla="*/ 168 h 170"/>
                <a:gd name="T6" fmla="*/ 1 w 162"/>
                <a:gd name="T7" fmla="*/ 168 h 170"/>
                <a:gd name="T8" fmla="*/ 2 w 162"/>
                <a:gd name="T9" fmla="*/ 169 h 170"/>
                <a:gd name="T10" fmla="*/ 2 w 162"/>
                <a:gd name="T11" fmla="*/ 169 h 170"/>
                <a:gd name="T12" fmla="*/ 4 w 162"/>
                <a:gd name="T13" fmla="*/ 170 h 170"/>
                <a:gd name="T14" fmla="*/ 156 w 162"/>
                <a:gd name="T15" fmla="*/ 12 h 170"/>
                <a:gd name="T16" fmla="*/ 162 w 162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" h="170">
                  <a:moveTo>
                    <a:pt x="162" y="0"/>
                  </a:moveTo>
                  <a:lnTo>
                    <a:pt x="156" y="6"/>
                  </a:lnTo>
                  <a:lnTo>
                    <a:pt x="0" y="168"/>
                  </a:lnTo>
                  <a:lnTo>
                    <a:pt x="1" y="168"/>
                  </a:lnTo>
                  <a:lnTo>
                    <a:pt x="2" y="169"/>
                  </a:lnTo>
                  <a:lnTo>
                    <a:pt x="2" y="169"/>
                  </a:lnTo>
                  <a:lnTo>
                    <a:pt x="4" y="170"/>
                  </a:lnTo>
                  <a:lnTo>
                    <a:pt x="156" y="12"/>
                  </a:lnTo>
                  <a:lnTo>
                    <a:pt x="16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5" name="Freeform 428">
              <a:extLst>
                <a:ext uri="{FF2B5EF4-FFF2-40B4-BE49-F238E27FC236}">
                  <a16:creationId xmlns:a16="http://schemas.microsoft.com/office/drawing/2014/main" id="{976925C1-75A6-5189-4804-5F47DBE086C3}"/>
                </a:ext>
              </a:extLst>
            </p:cNvPr>
            <p:cNvSpPr/>
            <p:nvPr/>
          </p:nvSpPr>
          <p:spPr bwMode="auto">
            <a:xfrm>
              <a:off x="2038414" y="373225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6" name="Freeform 429">
              <a:extLst>
                <a:ext uri="{FF2B5EF4-FFF2-40B4-BE49-F238E27FC236}">
                  <a16:creationId xmlns:a16="http://schemas.microsoft.com/office/drawing/2014/main" id="{AA05D23A-53B5-8CAA-F41B-A1B5B5DE2587}"/>
                </a:ext>
              </a:extLst>
            </p:cNvPr>
            <p:cNvSpPr/>
            <p:nvPr/>
          </p:nvSpPr>
          <p:spPr bwMode="auto">
            <a:xfrm>
              <a:off x="2038414" y="373225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7" name="Freeform 430">
              <a:extLst>
                <a:ext uri="{FF2B5EF4-FFF2-40B4-BE49-F238E27FC236}">
                  <a16:creationId xmlns:a16="http://schemas.microsoft.com/office/drawing/2014/main" id="{0F7F4BC7-428B-B277-1F34-74E9E7DC52A8}"/>
                </a:ext>
              </a:extLst>
            </p:cNvPr>
            <p:cNvSpPr/>
            <p:nvPr/>
          </p:nvSpPr>
          <p:spPr bwMode="auto">
            <a:xfrm>
              <a:off x="2152714" y="3478250"/>
              <a:ext cx="142875" cy="322263"/>
            </a:xfrm>
            <a:custGeom>
              <a:avLst/>
              <a:gdLst>
                <a:gd name="T0" fmla="*/ 90 w 90"/>
                <a:gd name="T1" fmla="*/ 0 h 203"/>
                <a:gd name="T2" fmla="*/ 0 w 90"/>
                <a:gd name="T3" fmla="*/ 203 h 203"/>
                <a:gd name="T4" fmla="*/ 90 w 90"/>
                <a:gd name="T5" fmla="*/ 0 h 203"/>
                <a:gd name="T6" fmla="*/ 90 w 90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203">
                  <a:moveTo>
                    <a:pt x="90" y="0"/>
                  </a:moveTo>
                  <a:lnTo>
                    <a:pt x="0" y="203"/>
                  </a:lnTo>
                  <a:lnTo>
                    <a:pt x="90" y="0"/>
                  </a:lnTo>
                  <a:lnTo>
                    <a:pt x="9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8" name="Freeform 431">
              <a:extLst>
                <a:ext uri="{FF2B5EF4-FFF2-40B4-BE49-F238E27FC236}">
                  <a16:creationId xmlns:a16="http://schemas.microsoft.com/office/drawing/2014/main" id="{9811BA4D-D9B2-C14B-FA69-F7E608A4C174}"/>
                </a:ext>
              </a:extLst>
            </p:cNvPr>
            <p:cNvSpPr/>
            <p:nvPr/>
          </p:nvSpPr>
          <p:spPr bwMode="auto">
            <a:xfrm>
              <a:off x="2152714" y="3478250"/>
              <a:ext cx="142875" cy="322263"/>
            </a:xfrm>
            <a:custGeom>
              <a:avLst/>
              <a:gdLst>
                <a:gd name="T0" fmla="*/ 90 w 90"/>
                <a:gd name="T1" fmla="*/ 0 h 203"/>
                <a:gd name="T2" fmla="*/ 0 w 90"/>
                <a:gd name="T3" fmla="*/ 203 h 203"/>
                <a:gd name="T4" fmla="*/ 90 w 90"/>
                <a:gd name="T5" fmla="*/ 0 h 203"/>
                <a:gd name="T6" fmla="*/ 90 w 90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203">
                  <a:moveTo>
                    <a:pt x="90" y="0"/>
                  </a:moveTo>
                  <a:lnTo>
                    <a:pt x="0" y="203"/>
                  </a:lnTo>
                  <a:lnTo>
                    <a:pt x="90" y="0"/>
                  </a:lnTo>
                  <a:lnTo>
                    <a:pt x="9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9" name="Freeform 432">
              <a:extLst>
                <a:ext uri="{FF2B5EF4-FFF2-40B4-BE49-F238E27FC236}">
                  <a16:creationId xmlns:a16="http://schemas.microsoft.com/office/drawing/2014/main" id="{74A2E952-EA0E-F7B2-CBDE-29F0D83830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6364" y="3460787"/>
              <a:ext cx="153987" cy="339725"/>
            </a:xfrm>
            <a:custGeom>
              <a:avLst/>
              <a:gdLst>
                <a:gd name="T0" fmla="*/ 97 w 97"/>
                <a:gd name="T1" fmla="*/ 5 h 214"/>
                <a:gd name="T2" fmla="*/ 87 w 97"/>
                <a:gd name="T3" fmla="*/ 15 h 214"/>
                <a:gd name="T4" fmla="*/ 55 w 97"/>
                <a:gd name="T5" fmla="*/ 88 h 214"/>
                <a:gd name="T6" fmla="*/ 0 w 97"/>
                <a:gd name="T7" fmla="*/ 212 h 214"/>
                <a:gd name="T8" fmla="*/ 2 w 97"/>
                <a:gd name="T9" fmla="*/ 213 h 214"/>
                <a:gd name="T10" fmla="*/ 4 w 97"/>
                <a:gd name="T11" fmla="*/ 214 h 214"/>
                <a:gd name="T12" fmla="*/ 4 w 97"/>
                <a:gd name="T13" fmla="*/ 214 h 214"/>
                <a:gd name="T14" fmla="*/ 4 w 97"/>
                <a:gd name="T15" fmla="*/ 214 h 214"/>
                <a:gd name="T16" fmla="*/ 94 w 97"/>
                <a:gd name="T17" fmla="*/ 11 h 214"/>
                <a:gd name="T18" fmla="*/ 97 w 97"/>
                <a:gd name="T19" fmla="*/ 5 h 214"/>
                <a:gd name="T20" fmla="*/ 96 w 97"/>
                <a:gd name="T21" fmla="*/ 0 h 214"/>
                <a:gd name="T22" fmla="*/ 94 w 97"/>
                <a:gd name="T23" fmla="*/ 2 h 214"/>
                <a:gd name="T24" fmla="*/ 96 w 97"/>
                <a:gd name="T25" fmla="*/ 1 h 214"/>
                <a:gd name="T26" fmla="*/ 96 w 97"/>
                <a:gd name="T27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214">
                  <a:moveTo>
                    <a:pt x="97" y="5"/>
                  </a:moveTo>
                  <a:lnTo>
                    <a:pt x="87" y="15"/>
                  </a:lnTo>
                  <a:lnTo>
                    <a:pt x="55" y="88"/>
                  </a:lnTo>
                  <a:lnTo>
                    <a:pt x="0" y="212"/>
                  </a:lnTo>
                  <a:lnTo>
                    <a:pt x="2" y="213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94" y="11"/>
                  </a:lnTo>
                  <a:lnTo>
                    <a:pt x="97" y="5"/>
                  </a:lnTo>
                  <a:close/>
                  <a:moveTo>
                    <a:pt x="96" y="0"/>
                  </a:moveTo>
                  <a:lnTo>
                    <a:pt x="94" y="2"/>
                  </a:lnTo>
                  <a:lnTo>
                    <a:pt x="96" y="1"/>
                  </a:lnTo>
                  <a:lnTo>
                    <a:pt x="9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0" name="Freeform 433">
              <a:extLst>
                <a:ext uri="{FF2B5EF4-FFF2-40B4-BE49-F238E27FC236}">
                  <a16:creationId xmlns:a16="http://schemas.microsoft.com/office/drawing/2014/main" id="{9E6F8887-8AF6-9AAD-FBB4-40508BF08D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6364" y="3460787"/>
              <a:ext cx="153987" cy="339725"/>
            </a:xfrm>
            <a:custGeom>
              <a:avLst/>
              <a:gdLst>
                <a:gd name="T0" fmla="*/ 97 w 97"/>
                <a:gd name="T1" fmla="*/ 5 h 214"/>
                <a:gd name="T2" fmla="*/ 87 w 97"/>
                <a:gd name="T3" fmla="*/ 15 h 214"/>
                <a:gd name="T4" fmla="*/ 55 w 97"/>
                <a:gd name="T5" fmla="*/ 88 h 214"/>
                <a:gd name="T6" fmla="*/ 0 w 97"/>
                <a:gd name="T7" fmla="*/ 212 h 214"/>
                <a:gd name="T8" fmla="*/ 2 w 97"/>
                <a:gd name="T9" fmla="*/ 213 h 214"/>
                <a:gd name="T10" fmla="*/ 4 w 97"/>
                <a:gd name="T11" fmla="*/ 214 h 214"/>
                <a:gd name="T12" fmla="*/ 4 w 97"/>
                <a:gd name="T13" fmla="*/ 214 h 214"/>
                <a:gd name="T14" fmla="*/ 4 w 97"/>
                <a:gd name="T15" fmla="*/ 214 h 214"/>
                <a:gd name="T16" fmla="*/ 94 w 97"/>
                <a:gd name="T17" fmla="*/ 11 h 214"/>
                <a:gd name="T18" fmla="*/ 97 w 97"/>
                <a:gd name="T19" fmla="*/ 5 h 214"/>
                <a:gd name="T20" fmla="*/ 96 w 97"/>
                <a:gd name="T21" fmla="*/ 0 h 214"/>
                <a:gd name="T22" fmla="*/ 94 w 97"/>
                <a:gd name="T23" fmla="*/ 2 h 214"/>
                <a:gd name="T24" fmla="*/ 96 w 97"/>
                <a:gd name="T25" fmla="*/ 1 h 214"/>
                <a:gd name="T26" fmla="*/ 96 w 97"/>
                <a:gd name="T27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214">
                  <a:moveTo>
                    <a:pt x="97" y="5"/>
                  </a:moveTo>
                  <a:lnTo>
                    <a:pt x="87" y="15"/>
                  </a:lnTo>
                  <a:lnTo>
                    <a:pt x="55" y="88"/>
                  </a:lnTo>
                  <a:lnTo>
                    <a:pt x="0" y="212"/>
                  </a:lnTo>
                  <a:lnTo>
                    <a:pt x="2" y="213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94" y="11"/>
                  </a:lnTo>
                  <a:lnTo>
                    <a:pt x="97" y="5"/>
                  </a:lnTo>
                  <a:moveTo>
                    <a:pt x="96" y="0"/>
                  </a:moveTo>
                  <a:lnTo>
                    <a:pt x="94" y="2"/>
                  </a:lnTo>
                  <a:lnTo>
                    <a:pt x="96" y="1"/>
                  </a:lnTo>
                  <a:lnTo>
                    <a:pt x="9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1" name="Freeform 434">
              <a:extLst>
                <a:ext uri="{FF2B5EF4-FFF2-40B4-BE49-F238E27FC236}">
                  <a16:creationId xmlns:a16="http://schemas.microsoft.com/office/drawing/2014/main" id="{7B774115-8DCE-F2C6-C35D-104204F08217}"/>
                </a:ext>
              </a:extLst>
            </p:cNvPr>
            <p:cNvSpPr/>
            <p:nvPr/>
          </p:nvSpPr>
          <p:spPr bwMode="auto">
            <a:xfrm>
              <a:off x="2284476" y="3462375"/>
              <a:ext cx="15875" cy="22225"/>
            </a:xfrm>
            <a:custGeom>
              <a:avLst/>
              <a:gdLst>
                <a:gd name="T0" fmla="*/ 9 w 10"/>
                <a:gd name="T1" fmla="*/ 0 h 14"/>
                <a:gd name="T2" fmla="*/ 7 w 10"/>
                <a:gd name="T3" fmla="*/ 1 h 14"/>
                <a:gd name="T4" fmla="*/ 6 w 10"/>
                <a:gd name="T5" fmla="*/ 1 h 14"/>
                <a:gd name="T6" fmla="*/ 8 w 10"/>
                <a:gd name="T7" fmla="*/ 3 h 14"/>
                <a:gd name="T8" fmla="*/ 6 w 10"/>
                <a:gd name="T9" fmla="*/ 1 h 14"/>
                <a:gd name="T10" fmla="*/ 6 w 10"/>
                <a:gd name="T11" fmla="*/ 2 h 14"/>
                <a:gd name="T12" fmla="*/ 0 w 10"/>
                <a:gd name="T13" fmla="*/ 14 h 14"/>
                <a:gd name="T14" fmla="*/ 10 w 10"/>
                <a:gd name="T15" fmla="*/ 4 h 14"/>
                <a:gd name="T16" fmla="*/ 10 w 10"/>
                <a:gd name="T17" fmla="*/ 3 h 14"/>
                <a:gd name="T18" fmla="*/ 9 w 10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4">
                  <a:moveTo>
                    <a:pt x="9" y="0"/>
                  </a:moveTo>
                  <a:lnTo>
                    <a:pt x="7" y="1"/>
                  </a:lnTo>
                  <a:lnTo>
                    <a:pt x="6" y="1"/>
                  </a:lnTo>
                  <a:lnTo>
                    <a:pt x="8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0" y="14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2" name="Freeform 435">
              <a:extLst>
                <a:ext uri="{FF2B5EF4-FFF2-40B4-BE49-F238E27FC236}">
                  <a16:creationId xmlns:a16="http://schemas.microsoft.com/office/drawing/2014/main" id="{C4E87E17-29DB-CD2A-946C-098BB9BAD4A5}"/>
                </a:ext>
              </a:extLst>
            </p:cNvPr>
            <p:cNvSpPr/>
            <p:nvPr/>
          </p:nvSpPr>
          <p:spPr bwMode="auto">
            <a:xfrm>
              <a:off x="2284476" y="3462375"/>
              <a:ext cx="15875" cy="22225"/>
            </a:xfrm>
            <a:custGeom>
              <a:avLst/>
              <a:gdLst>
                <a:gd name="T0" fmla="*/ 9 w 10"/>
                <a:gd name="T1" fmla="*/ 0 h 14"/>
                <a:gd name="T2" fmla="*/ 7 w 10"/>
                <a:gd name="T3" fmla="*/ 1 h 14"/>
                <a:gd name="T4" fmla="*/ 6 w 10"/>
                <a:gd name="T5" fmla="*/ 1 h 14"/>
                <a:gd name="T6" fmla="*/ 8 w 10"/>
                <a:gd name="T7" fmla="*/ 3 h 14"/>
                <a:gd name="T8" fmla="*/ 6 w 10"/>
                <a:gd name="T9" fmla="*/ 1 h 14"/>
                <a:gd name="T10" fmla="*/ 6 w 10"/>
                <a:gd name="T11" fmla="*/ 2 h 14"/>
                <a:gd name="T12" fmla="*/ 0 w 10"/>
                <a:gd name="T13" fmla="*/ 14 h 14"/>
                <a:gd name="T14" fmla="*/ 10 w 10"/>
                <a:gd name="T15" fmla="*/ 4 h 14"/>
                <a:gd name="T16" fmla="*/ 10 w 10"/>
                <a:gd name="T17" fmla="*/ 3 h 14"/>
                <a:gd name="T18" fmla="*/ 9 w 10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4">
                  <a:moveTo>
                    <a:pt x="9" y="0"/>
                  </a:moveTo>
                  <a:lnTo>
                    <a:pt x="7" y="1"/>
                  </a:lnTo>
                  <a:lnTo>
                    <a:pt x="6" y="1"/>
                  </a:lnTo>
                  <a:lnTo>
                    <a:pt x="8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0" y="14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3" name="Freeform 436">
              <a:extLst>
                <a:ext uri="{FF2B5EF4-FFF2-40B4-BE49-F238E27FC236}">
                  <a16:creationId xmlns:a16="http://schemas.microsoft.com/office/drawing/2014/main" id="{8329C9C2-B248-6BA3-A832-0A6921ABDC09}"/>
                </a:ext>
              </a:extLst>
            </p:cNvPr>
            <p:cNvSpPr/>
            <p:nvPr/>
          </p:nvSpPr>
          <p:spPr bwMode="auto">
            <a:xfrm>
              <a:off x="2149539" y="3798925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4" name="Freeform 437">
              <a:extLst>
                <a:ext uri="{FF2B5EF4-FFF2-40B4-BE49-F238E27FC236}">
                  <a16:creationId xmlns:a16="http://schemas.microsoft.com/office/drawing/2014/main" id="{1D275A4B-2FAE-FCCB-C6BC-307A8F064B58}"/>
                </a:ext>
              </a:extLst>
            </p:cNvPr>
            <p:cNvSpPr/>
            <p:nvPr/>
          </p:nvSpPr>
          <p:spPr bwMode="auto">
            <a:xfrm>
              <a:off x="2149539" y="3798925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5" name="Freeform 438">
              <a:extLst>
                <a:ext uri="{FF2B5EF4-FFF2-40B4-BE49-F238E27FC236}">
                  <a16:creationId xmlns:a16="http://schemas.microsoft.com/office/drawing/2014/main" id="{C76B13C9-AA9B-DB81-6F54-F4C40F75C528}"/>
                </a:ext>
              </a:extLst>
            </p:cNvPr>
            <p:cNvSpPr/>
            <p:nvPr/>
          </p:nvSpPr>
          <p:spPr bwMode="auto">
            <a:xfrm>
              <a:off x="2030476" y="3735425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6" name="Freeform 439">
              <a:extLst>
                <a:ext uri="{FF2B5EF4-FFF2-40B4-BE49-F238E27FC236}">
                  <a16:creationId xmlns:a16="http://schemas.microsoft.com/office/drawing/2014/main" id="{3ACD8BCA-C98B-0641-78F4-E2772122EDD7}"/>
                </a:ext>
              </a:extLst>
            </p:cNvPr>
            <p:cNvSpPr/>
            <p:nvPr/>
          </p:nvSpPr>
          <p:spPr bwMode="auto">
            <a:xfrm>
              <a:off x="2030476" y="3735425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7" name="Freeform 440">
              <a:extLst>
                <a:ext uri="{FF2B5EF4-FFF2-40B4-BE49-F238E27FC236}">
                  <a16:creationId xmlns:a16="http://schemas.microsoft.com/office/drawing/2014/main" id="{6519E7C7-FDF1-80B0-8528-5E6F04ADE5BB}"/>
                </a:ext>
              </a:extLst>
            </p:cNvPr>
            <p:cNvSpPr/>
            <p:nvPr/>
          </p:nvSpPr>
          <p:spPr bwMode="auto">
            <a:xfrm>
              <a:off x="2032064" y="3729075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8" name="Freeform 441">
              <a:extLst>
                <a:ext uri="{FF2B5EF4-FFF2-40B4-BE49-F238E27FC236}">
                  <a16:creationId xmlns:a16="http://schemas.microsoft.com/office/drawing/2014/main" id="{70F1633E-CAF8-C622-B826-38EEE96E2888}"/>
                </a:ext>
              </a:extLst>
            </p:cNvPr>
            <p:cNvSpPr/>
            <p:nvPr/>
          </p:nvSpPr>
          <p:spPr bwMode="auto">
            <a:xfrm>
              <a:off x="2032064" y="3729075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9" name="Freeform 442">
              <a:extLst>
                <a:ext uri="{FF2B5EF4-FFF2-40B4-BE49-F238E27FC236}">
                  <a16:creationId xmlns:a16="http://schemas.microsoft.com/office/drawing/2014/main" id="{EAC768A8-53AC-5AE0-DC4D-ED7B928C95D1}"/>
                </a:ext>
              </a:extLst>
            </p:cNvPr>
            <p:cNvSpPr/>
            <p:nvPr/>
          </p:nvSpPr>
          <p:spPr bwMode="auto">
            <a:xfrm>
              <a:off x="2032064" y="373066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0" name="Freeform 443">
              <a:extLst>
                <a:ext uri="{FF2B5EF4-FFF2-40B4-BE49-F238E27FC236}">
                  <a16:creationId xmlns:a16="http://schemas.microsoft.com/office/drawing/2014/main" id="{A35D7C3A-D699-3EF1-7194-A43F183DF63C}"/>
                </a:ext>
              </a:extLst>
            </p:cNvPr>
            <p:cNvSpPr/>
            <p:nvPr/>
          </p:nvSpPr>
          <p:spPr bwMode="auto">
            <a:xfrm>
              <a:off x="2032064" y="373066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1" name="Freeform 444">
              <a:extLst>
                <a:ext uri="{FF2B5EF4-FFF2-40B4-BE49-F238E27FC236}">
                  <a16:creationId xmlns:a16="http://schemas.microsoft.com/office/drawing/2014/main" id="{21A48F13-315D-1F8B-78C7-3B146A437973}"/>
                </a:ext>
              </a:extLst>
            </p:cNvPr>
            <p:cNvSpPr/>
            <p:nvPr/>
          </p:nvSpPr>
          <p:spPr bwMode="auto">
            <a:xfrm>
              <a:off x="2032064" y="3730662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2" name="Freeform 445">
              <a:extLst>
                <a:ext uri="{FF2B5EF4-FFF2-40B4-BE49-F238E27FC236}">
                  <a16:creationId xmlns:a16="http://schemas.microsoft.com/office/drawing/2014/main" id="{249B748E-4974-1A1F-B81D-42DC62409507}"/>
                </a:ext>
              </a:extLst>
            </p:cNvPr>
            <p:cNvSpPr/>
            <p:nvPr/>
          </p:nvSpPr>
          <p:spPr bwMode="auto">
            <a:xfrm>
              <a:off x="2032064" y="3730662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3" name="Freeform 446">
              <a:extLst>
                <a:ext uri="{FF2B5EF4-FFF2-40B4-BE49-F238E27FC236}">
                  <a16:creationId xmlns:a16="http://schemas.microsoft.com/office/drawing/2014/main" id="{8CE40EFB-8D52-BABE-C12D-4ADAC348B775}"/>
                </a:ext>
              </a:extLst>
            </p:cNvPr>
            <p:cNvSpPr/>
            <p:nvPr/>
          </p:nvSpPr>
          <p:spPr bwMode="auto">
            <a:xfrm>
              <a:off x="2043176" y="3735425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4" name="Freeform 447">
              <a:extLst>
                <a:ext uri="{FF2B5EF4-FFF2-40B4-BE49-F238E27FC236}">
                  <a16:creationId xmlns:a16="http://schemas.microsoft.com/office/drawing/2014/main" id="{1D49052C-ADDD-1576-C5D6-A176760C5476}"/>
                </a:ext>
              </a:extLst>
            </p:cNvPr>
            <p:cNvSpPr/>
            <p:nvPr/>
          </p:nvSpPr>
          <p:spPr bwMode="auto">
            <a:xfrm>
              <a:off x="2043176" y="3735425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5" name="Rectangle 448">
              <a:extLst>
                <a:ext uri="{FF2B5EF4-FFF2-40B4-BE49-F238E27FC236}">
                  <a16:creationId xmlns:a16="http://schemas.microsoft.com/office/drawing/2014/main" id="{1053E72C-FB26-26ED-092C-D80C21D19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6364" y="37973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6" name="Freeform 449">
              <a:extLst>
                <a:ext uri="{FF2B5EF4-FFF2-40B4-BE49-F238E27FC236}">
                  <a16:creationId xmlns:a16="http://schemas.microsoft.com/office/drawing/2014/main" id="{0C35D626-41F8-4B5B-83CC-8684435ADFC2}"/>
                </a:ext>
              </a:extLst>
            </p:cNvPr>
            <p:cNvSpPr/>
            <p:nvPr/>
          </p:nvSpPr>
          <p:spPr bwMode="auto">
            <a:xfrm flipH="1">
              <a:off x="2146364" y="37973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7" name="Freeform 450">
              <a:extLst>
                <a:ext uri="{FF2B5EF4-FFF2-40B4-BE49-F238E27FC236}">
                  <a16:creationId xmlns:a16="http://schemas.microsoft.com/office/drawing/2014/main" id="{B5E2B544-DF62-30E8-692E-2662810EC0BA}"/>
                </a:ext>
              </a:extLst>
            </p:cNvPr>
            <p:cNvSpPr/>
            <p:nvPr/>
          </p:nvSpPr>
          <p:spPr bwMode="auto">
            <a:xfrm>
              <a:off x="2041589" y="3743362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8" name="Freeform 451">
              <a:extLst>
                <a:ext uri="{FF2B5EF4-FFF2-40B4-BE49-F238E27FC236}">
                  <a16:creationId xmlns:a16="http://schemas.microsoft.com/office/drawing/2014/main" id="{91A5FAE2-309B-A1B0-6016-1D11D7A8745F}"/>
                </a:ext>
              </a:extLst>
            </p:cNvPr>
            <p:cNvSpPr/>
            <p:nvPr/>
          </p:nvSpPr>
          <p:spPr bwMode="auto">
            <a:xfrm>
              <a:off x="2041589" y="3743362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9" name="Freeform 452">
              <a:extLst>
                <a:ext uri="{FF2B5EF4-FFF2-40B4-BE49-F238E27FC236}">
                  <a16:creationId xmlns:a16="http://schemas.microsoft.com/office/drawing/2014/main" id="{C1B3F971-27FA-5143-C6FD-F0C18514BCF2}"/>
                </a:ext>
              </a:extLst>
            </p:cNvPr>
            <p:cNvSpPr/>
            <p:nvPr/>
          </p:nvSpPr>
          <p:spPr bwMode="auto">
            <a:xfrm>
              <a:off x="2033651" y="3738600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0" name="Freeform 453">
              <a:extLst>
                <a:ext uri="{FF2B5EF4-FFF2-40B4-BE49-F238E27FC236}">
                  <a16:creationId xmlns:a16="http://schemas.microsoft.com/office/drawing/2014/main" id="{36E9117F-7267-364E-E985-35E647A6E130}"/>
                </a:ext>
              </a:extLst>
            </p:cNvPr>
            <p:cNvSpPr/>
            <p:nvPr/>
          </p:nvSpPr>
          <p:spPr bwMode="auto">
            <a:xfrm>
              <a:off x="2033651" y="3738600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1" name="Freeform 454">
              <a:extLst>
                <a:ext uri="{FF2B5EF4-FFF2-40B4-BE49-F238E27FC236}">
                  <a16:creationId xmlns:a16="http://schemas.microsoft.com/office/drawing/2014/main" id="{ADCE829D-A311-68D1-C3D0-B8FB523BA2E5}"/>
                </a:ext>
              </a:extLst>
            </p:cNvPr>
            <p:cNvSpPr/>
            <p:nvPr/>
          </p:nvSpPr>
          <p:spPr bwMode="auto">
            <a:xfrm>
              <a:off x="2033651" y="373860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2" name="Freeform 455">
              <a:extLst>
                <a:ext uri="{FF2B5EF4-FFF2-40B4-BE49-F238E27FC236}">
                  <a16:creationId xmlns:a16="http://schemas.microsoft.com/office/drawing/2014/main" id="{D2F1C221-FD69-F9B7-D993-224EBF50BA23}"/>
                </a:ext>
              </a:extLst>
            </p:cNvPr>
            <p:cNvSpPr/>
            <p:nvPr/>
          </p:nvSpPr>
          <p:spPr bwMode="auto">
            <a:xfrm>
              <a:off x="2033651" y="373860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3" name="Freeform 456">
              <a:extLst>
                <a:ext uri="{FF2B5EF4-FFF2-40B4-BE49-F238E27FC236}">
                  <a16:creationId xmlns:a16="http://schemas.microsoft.com/office/drawing/2014/main" id="{FF928CD0-2363-391B-7C7D-A93D0ACA31C0}"/>
                </a:ext>
              </a:extLst>
            </p:cNvPr>
            <p:cNvSpPr/>
            <p:nvPr/>
          </p:nvSpPr>
          <p:spPr bwMode="auto">
            <a:xfrm>
              <a:off x="2114614" y="4516475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4" name="Freeform 457">
              <a:extLst>
                <a:ext uri="{FF2B5EF4-FFF2-40B4-BE49-F238E27FC236}">
                  <a16:creationId xmlns:a16="http://schemas.microsoft.com/office/drawing/2014/main" id="{A6363F26-08C4-7A48-BA35-6909553A53DB}"/>
                </a:ext>
              </a:extLst>
            </p:cNvPr>
            <p:cNvSpPr/>
            <p:nvPr/>
          </p:nvSpPr>
          <p:spPr bwMode="auto">
            <a:xfrm>
              <a:off x="2114614" y="4516475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5" name="Rectangle 458">
              <a:extLst>
                <a:ext uri="{FF2B5EF4-FFF2-40B4-BE49-F238E27FC236}">
                  <a16:creationId xmlns:a16="http://schemas.microsoft.com/office/drawing/2014/main" id="{C09FD288-B97B-F59D-3029-BCD4B8C05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6" name="Rectangle 459">
              <a:extLst>
                <a:ext uri="{FF2B5EF4-FFF2-40B4-BE49-F238E27FC236}">
                  <a16:creationId xmlns:a16="http://schemas.microsoft.com/office/drawing/2014/main" id="{20896471-0583-0783-878F-27D4DBE54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7" name="Rectangle 460">
              <a:extLst>
                <a:ext uri="{FF2B5EF4-FFF2-40B4-BE49-F238E27FC236}">
                  <a16:creationId xmlns:a16="http://schemas.microsoft.com/office/drawing/2014/main" id="{350C8E1F-1B6E-FFF5-75AB-E2DFD9A95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8" name="Rectangle 461">
              <a:extLst>
                <a:ext uri="{FF2B5EF4-FFF2-40B4-BE49-F238E27FC236}">
                  <a16:creationId xmlns:a16="http://schemas.microsoft.com/office/drawing/2014/main" id="{C88C976E-351C-6988-9BA5-70997E19E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9" name="Rectangle 462">
              <a:extLst>
                <a:ext uri="{FF2B5EF4-FFF2-40B4-BE49-F238E27FC236}">
                  <a16:creationId xmlns:a16="http://schemas.microsoft.com/office/drawing/2014/main" id="{5584AA51-F0C0-8B86-762F-84A69F09D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87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0" name="Rectangle 463">
              <a:extLst>
                <a:ext uri="{FF2B5EF4-FFF2-40B4-BE49-F238E27FC236}">
                  <a16:creationId xmlns:a16="http://schemas.microsoft.com/office/drawing/2014/main" id="{917D895F-D1E6-ECAC-B0F5-969CD1475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87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1" name="Freeform 464">
              <a:extLst>
                <a:ext uri="{FF2B5EF4-FFF2-40B4-BE49-F238E27FC236}">
                  <a16:creationId xmlns:a16="http://schemas.microsoft.com/office/drawing/2014/main" id="{31643307-C0F8-5C46-C706-FE09F9FC39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0489" y="3803687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2" name="Freeform 465">
              <a:extLst>
                <a:ext uri="{FF2B5EF4-FFF2-40B4-BE49-F238E27FC236}">
                  <a16:creationId xmlns:a16="http://schemas.microsoft.com/office/drawing/2014/main" id="{940DEFEC-16A4-EFD6-DB6A-D9475D08C9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0489" y="3803687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3" name="Freeform 466">
              <a:extLst>
                <a:ext uri="{FF2B5EF4-FFF2-40B4-BE49-F238E27FC236}">
                  <a16:creationId xmlns:a16="http://schemas.microsoft.com/office/drawing/2014/main" id="{FF35106C-45F7-40BA-EE1E-42A4F29EEA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4" name="Freeform 467">
              <a:extLst>
                <a:ext uri="{FF2B5EF4-FFF2-40B4-BE49-F238E27FC236}">
                  <a16:creationId xmlns:a16="http://schemas.microsoft.com/office/drawing/2014/main" id="{374AA0D7-C93A-419E-0A9D-73F4442DC1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5" name="Freeform 468">
              <a:extLst>
                <a:ext uri="{FF2B5EF4-FFF2-40B4-BE49-F238E27FC236}">
                  <a16:creationId xmlns:a16="http://schemas.microsoft.com/office/drawing/2014/main" id="{B723CE9E-ED1C-22CF-6AA8-065C31A36A5F}"/>
                </a:ext>
              </a:extLst>
            </p:cNvPr>
            <p:cNvSpPr/>
            <p:nvPr/>
          </p:nvSpPr>
          <p:spPr bwMode="auto">
            <a:xfrm>
              <a:off x="2119376" y="3803687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6" name="Freeform 469">
              <a:extLst>
                <a:ext uri="{FF2B5EF4-FFF2-40B4-BE49-F238E27FC236}">
                  <a16:creationId xmlns:a16="http://schemas.microsoft.com/office/drawing/2014/main" id="{21804B1F-F67C-B6B3-4A3D-FB8DBC12B372}"/>
                </a:ext>
              </a:extLst>
            </p:cNvPr>
            <p:cNvSpPr/>
            <p:nvPr/>
          </p:nvSpPr>
          <p:spPr bwMode="auto">
            <a:xfrm>
              <a:off x="2119376" y="3803687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7" name="Freeform 470">
              <a:extLst>
                <a:ext uri="{FF2B5EF4-FFF2-40B4-BE49-F238E27FC236}">
                  <a16:creationId xmlns:a16="http://schemas.microsoft.com/office/drawing/2014/main" id="{0D70DE89-0E76-379A-605B-B6C3E6C80114}"/>
                </a:ext>
              </a:extLst>
            </p:cNvPr>
            <p:cNvSpPr/>
            <p:nvPr/>
          </p:nvSpPr>
          <p:spPr bwMode="auto">
            <a:xfrm>
              <a:off x="2124139" y="4521237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8" name="Freeform 471">
              <a:extLst>
                <a:ext uri="{FF2B5EF4-FFF2-40B4-BE49-F238E27FC236}">
                  <a16:creationId xmlns:a16="http://schemas.microsoft.com/office/drawing/2014/main" id="{379CCE23-0E0F-A9C0-BB5F-0E211BA23979}"/>
                </a:ext>
              </a:extLst>
            </p:cNvPr>
            <p:cNvSpPr/>
            <p:nvPr/>
          </p:nvSpPr>
          <p:spPr bwMode="auto">
            <a:xfrm>
              <a:off x="2124139" y="4521237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9" name="Rectangle 472">
              <a:extLst>
                <a:ext uri="{FF2B5EF4-FFF2-40B4-BE49-F238E27FC236}">
                  <a16:creationId xmlns:a16="http://schemas.microsoft.com/office/drawing/2014/main" id="{04AAEC4D-A71D-0EF0-1BBB-327969E97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139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0" name="Rectangle 473">
              <a:extLst>
                <a:ext uri="{FF2B5EF4-FFF2-40B4-BE49-F238E27FC236}">
                  <a16:creationId xmlns:a16="http://schemas.microsoft.com/office/drawing/2014/main" id="{93DD80F2-DAC5-3369-8E3D-6DEDC465C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139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1" name="Rectangle 474">
              <a:extLst>
                <a:ext uri="{FF2B5EF4-FFF2-40B4-BE49-F238E27FC236}">
                  <a16:creationId xmlns:a16="http://schemas.microsoft.com/office/drawing/2014/main" id="{AAFF8392-E9BD-1BEB-5876-39D762F50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2" name="Rectangle 475">
              <a:extLst>
                <a:ext uri="{FF2B5EF4-FFF2-40B4-BE49-F238E27FC236}">
                  <a16:creationId xmlns:a16="http://schemas.microsoft.com/office/drawing/2014/main" id="{C38FD267-EB40-79C8-B498-6029CE415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3" name="Freeform 476">
              <a:extLst>
                <a:ext uri="{FF2B5EF4-FFF2-40B4-BE49-F238E27FC236}">
                  <a16:creationId xmlns:a16="http://schemas.microsoft.com/office/drawing/2014/main" id="{60BD73A8-E32B-82D6-B581-F13922844AB0}"/>
                </a:ext>
              </a:extLst>
            </p:cNvPr>
            <p:cNvSpPr/>
            <p:nvPr/>
          </p:nvSpPr>
          <p:spPr bwMode="auto">
            <a:xfrm>
              <a:off x="2117789" y="4487900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4" name="Freeform 477">
              <a:extLst>
                <a:ext uri="{FF2B5EF4-FFF2-40B4-BE49-F238E27FC236}">
                  <a16:creationId xmlns:a16="http://schemas.microsoft.com/office/drawing/2014/main" id="{A302BDE3-C159-BC73-1955-9F1E24DFC5EB}"/>
                </a:ext>
              </a:extLst>
            </p:cNvPr>
            <p:cNvSpPr/>
            <p:nvPr/>
          </p:nvSpPr>
          <p:spPr bwMode="auto">
            <a:xfrm>
              <a:off x="2117789" y="4487900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5" name="Freeform 478">
              <a:extLst>
                <a:ext uri="{FF2B5EF4-FFF2-40B4-BE49-F238E27FC236}">
                  <a16:creationId xmlns:a16="http://schemas.microsoft.com/office/drawing/2014/main" id="{D2183F34-288E-C55D-90D2-228F692AA5E1}"/>
                </a:ext>
              </a:extLst>
            </p:cNvPr>
            <p:cNvSpPr/>
            <p:nvPr/>
          </p:nvSpPr>
          <p:spPr bwMode="auto">
            <a:xfrm>
              <a:off x="2122551" y="4524412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6" name="Freeform 479">
              <a:extLst>
                <a:ext uri="{FF2B5EF4-FFF2-40B4-BE49-F238E27FC236}">
                  <a16:creationId xmlns:a16="http://schemas.microsoft.com/office/drawing/2014/main" id="{AFD16370-A343-35A5-1C18-89B327A02260}"/>
                </a:ext>
              </a:extLst>
            </p:cNvPr>
            <p:cNvSpPr/>
            <p:nvPr/>
          </p:nvSpPr>
          <p:spPr bwMode="auto">
            <a:xfrm>
              <a:off x="2122551" y="4524412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7" name="Freeform 480">
              <a:extLst>
                <a:ext uri="{FF2B5EF4-FFF2-40B4-BE49-F238E27FC236}">
                  <a16:creationId xmlns:a16="http://schemas.microsoft.com/office/drawing/2014/main" id="{CC0515AA-169A-D32B-0451-FAE9802E4B54}"/>
                </a:ext>
              </a:extLst>
            </p:cNvPr>
            <p:cNvSpPr/>
            <p:nvPr/>
          </p:nvSpPr>
          <p:spPr bwMode="auto">
            <a:xfrm flipH="1">
              <a:off x="2124139" y="45339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8" name="Freeform 481">
              <a:extLst>
                <a:ext uri="{FF2B5EF4-FFF2-40B4-BE49-F238E27FC236}">
                  <a16:creationId xmlns:a16="http://schemas.microsoft.com/office/drawing/2014/main" id="{CD09E390-95F8-A2F2-FF7D-B2BE13F519A4}"/>
                </a:ext>
              </a:extLst>
            </p:cNvPr>
            <p:cNvSpPr/>
            <p:nvPr/>
          </p:nvSpPr>
          <p:spPr bwMode="auto">
            <a:xfrm flipH="1">
              <a:off x="2124139" y="45339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9" name="Rectangle 482">
              <a:extLst>
                <a:ext uri="{FF2B5EF4-FFF2-40B4-BE49-F238E27FC236}">
                  <a16:creationId xmlns:a16="http://schemas.microsoft.com/office/drawing/2014/main" id="{3D2B2802-72BD-CA0F-6FAE-A7E736C26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0" name="Rectangle 483">
              <a:extLst>
                <a:ext uri="{FF2B5EF4-FFF2-40B4-BE49-F238E27FC236}">
                  <a16:creationId xmlns:a16="http://schemas.microsoft.com/office/drawing/2014/main" id="{466DE2E9-B65D-7CDA-FC39-4573F7413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1" name="Freeform 484">
              <a:extLst>
                <a:ext uri="{FF2B5EF4-FFF2-40B4-BE49-F238E27FC236}">
                  <a16:creationId xmlns:a16="http://schemas.microsoft.com/office/drawing/2014/main" id="{EF994038-51BE-F619-914B-FE8116A8C787}"/>
                </a:ext>
              </a:extLst>
            </p:cNvPr>
            <p:cNvSpPr/>
            <p:nvPr/>
          </p:nvSpPr>
          <p:spPr bwMode="auto">
            <a:xfrm>
              <a:off x="2117789" y="4522825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2" name="Freeform 485">
              <a:extLst>
                <a:ext uri="{FF2B5EF4-FFF2-40B4-BE49-F238E27FC236}">
                  <a16:creationId xmlns:a16="http://schemas.microsoft.com/office/drawing/2014/main" id="{D054E6AE-5C5B-E68B-88A3-A1724AC2AFFD}"/>
                </a:ext>
              </a:extLst>
            </p:cNvPr>
            <p:cNvSpPr/>
            <p:nvPr/>
          </p:nvSpPr>
          <p:spPr bwMode="auto">
            <a:xfrm>
              <a:off x="2117789" y="4522825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3" name="Rectangle 486">
              <a:extLst>
                <a:ext uri="{FF2B5EF4-FFF2-40B4-BE49-F238E27FC236}">
                  <a16:creationId xmlns:a16="http://schemas.microsoft.com/office/drawing/2014/main" id="{FDF73B63-44C9-76D5-BC1E-0507A64AA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4" name="Rectangle 487">
              <a:extLst>
                <a:ext uri="{FF2B5EF4-FFF2-40B4-BE49-F238E27FC236}">
                  <a16:creationId xmlns:a16="http://schemas.microsoft.com/office/drawing/2014/main" id="{4AC58696-511C-FEB4-FBF6-DC726FD85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5" name="Rectangle 488">
              <a:extLst>
                <a:ext uri="{FF2B5EF4-FFF2-40B4-BE49-F238E27FC236}">
                  <a16:creationId xmlns:a16="http://schemas.microsoft.com/office/drawing/2014/main" id="{2C7393BF-2342-9045-C149-FA654F869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6" name="Rectangle 489">
              <a:extLst>
                <a:ext uri="{FF2B5EF4-FFF2-40B4-BE49-F238E27FC236}">
                  <a16:creationId xmlns:a16="http://schemas.microsoft.com/office/drawing/2014/main" id="{E494057A-8DF9-843C-4013-637F5A12D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7" name="Freeform 490">
              <a:extLst>
                <a:ext uri="{FF2B5EF4-FFF2-40B4-BE49-F238E27FC236}">
                  <a16:creationId xmlns:a16="http://schemas.microsoft.com/office/drawing/2014/main" id="{82C65800-F408-EA85-DA90-55E4EFC7E4CC}"/>
                </a:ext>
              </a:extLst>
            </p:cNvPr>
            <p:cNvSpPr/>
            <p:nvPr/>
          </p:nvSpPr>
          <p:spPr bwMode="auto">
            <a:xfrm>
              <a:off x="2119376" y="4530762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8" name="Freeform 491">
              <a:extLst>
                <a:ext uri="{FF2B5EF4-FFF2-40B4-BE49-F238E27FC236}">
                  <a16:creationId xmlns:a16="http://schemas.microsoft.com/office/drawing/2014/main" id="{EF19662C-46A1-4AB1-E6F5-CBA28D07DB94}"/>
                </a:ext>
              </a:extLst>
            </p:cNvPr>
            <p:cNvSpPr/>
            <p:nvPr/>
          </p:nvSpPr>
          <p:spPr bwMode="auto">
            <a:xfrm>
              <a:off x="2119376" y="4530762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9" name="Rectangle 492">
              <a:extLst>
                <a:ext uri="{FF2B5EF4-FFF2-40B4-BE49-F238E27FC236}">
                  <a16:creationId xmlns:a16="http://schemas.microsoft.com/office/drawing/2014/main" id="{D9247759-BE1C-BE50-8568-19DA8395F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551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0" name="Rectangle 493">
              <a:extLst>
                <a:ext uri="{FF2B5EF4-FFF2-40B4-BE49-F238E27FC236}">
                  <a16:creationId xmlns:a16="http://schemas.microsoft.com/office/drawing/2014/main" id="{B23435B9-6BB4-2B6D-F793-0DEF693E8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551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1" name="Freeform 494">
              <a:extLst>
                <a:ext uri="{FF2B5EF4-FFF2-40B4-BE49-F238E27FC236}">
                  <a16:creationId xmlns:a16="http://schemas.microsoft.com/office/drawing/2014/main" id="{2F0E78AD-7123-9B95-09D6-F9EE76ACA2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7789" y="4535525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2" name="Freeform 495">
              <a:extLst>
                <a:ext uri="{FF2B5EF4-FFF2-40B4-BE49-F238E27FC236}">
                  <a16:creationId xmlns:a16="http://schemas.microsoft.com/office/drawing/2014/main" id="{1B69E17B-BE94-1DEC-3FD6-26E1E127E0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7789" y="4535525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3" name="Freeform 496">
              <a:extLst>
                <a:ext uri="{FF2B5EF4-FFF2-40B4-BE49-F238E27FC236}">
                  <a16:creationId xmlns:a16="http://schemas.microsoft.com/office/drawing/2014/main" id="{79704871-0FBB-53AC-BD00-273EFDF12B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4" name="Freeform 497">
              <a:extLst>
                <a:ext uri="{FF2B5EF4-FFF2-40B4-BE49-F238E27FC236}">
                  <a16:creationId xmlns:a16="http://schemas.microsoft.com/office/drawing/2014/main" id="{4D909B40-35A3-12BA-D77F-2281AD9818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5" name="Freeform 498">
              <a:extLst>
                <a:ext uri="{FF2B5EF4-FFF2-40B4-BE49-F238E27FC236}">
                  <a16:creationId xmlns:a16="http://schemas.microsoft.com/office/drawing/2014/main" id="{ADC991AA-961A-980F-7D2F-782FA0AF43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6826" y="3732250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6" name="Freeform 499">
              <a:extLst>
                <a:ext uri="{FF2B5EF4-FFF2-40B4-BE49-F238E27FC236}">
                  <a16:creationId xmlns:a16="http://schemas.microsoft.com/office/drawing/2014/main" id="{5A3CF15E-4F27-FC15-7CF9-9C47D609AA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6826" y="3732250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7" name="Freeform 500">
              <a:extLst>
                <a:ext uri="{FF2B5EF4-FFF2-40B4-BE49-F238E27FC236}">
                  <a16:creationId xmlns:a16="http://schemas.microsoft.com/office/drawing/2014/main" id="{694CC77E-4AB1-F7B0-C674-3B72434DCB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3651" y="3732250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8" name="Freeform 501">
              <a:extLst>
                <a:ext uri="{FF2B5EF4-FFF2-40B4-BE49-F238E27FC236}">
                  <a16:creationId xmlns:a16="http://schemas.microsoft.com/office/drawing/2014/main" id="{15289CD0-AFDC-353E-27BF-8E2935A4EF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3651" y="3732250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9" name="Freeform 502">
              <a:extLst>
                <a:ext uri="{FF2B5EF4-FFF2-40B4-BE49-F238E27FC236}">
                  <a16:creationId xmlns:a16="http://schemas.microsoft.com/office/drawing/2014/main" id="{7A1FAC81-2F2A-7921-5B7A-2C427340B9F1}"/>
                </a:ext>
              </a:extLst>
            </p:cNvPr>
            <p:cNvSpPr/>
            <p:nvPr/>
          </p:nvSpPr>
          <p:spPr bwMode="auto">
            <a:xfrm>
              <a:off x="2035239" y="3737012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0" name="Freeform 503">
              <a:extLst>
                <a:ext uri="{FF2B5EF4-FFF2-40B4-BE49-F238E27FC236}">
                  <a16:creationId xmlns:a16="http://schemas.microsoft.com/office/drawing/2014/main" id="{BE6DBAC4-93BD-0B39-2935-116496BD5F02}"/>
                </a:ext>
              </a:extLst>
            </p:cNvPr>
            <p:cNvSpPr/>
            <p:nvPr/>
          </p:nvSpPr>
          <p:spPr bwMode="auto">
            <a:xfrm>
              <a:off x="2035239" y="3737012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1" name="Freeform 504">
              <a:extLst>
                <a:ext uri="{FF2B5EF4-FFF2-40B4-BE49-F238E27FC236}">
                  <a16:creationId xmlns:a16="http://schemas.microsoft.com/office/drawing/2014/main" id="{E27ECF96-20E3-B696-2ACB-CD3141845C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3651" y="3732250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2" name="Freeform 505">
              <a:extLst>
                <a:ext uri="{FF2B5EF4-FFF2-40B4-BE49-F238E27FC236}">
                  <a16:creationId xmlns:a16="http://schemas.microsoft.com/office/drawing/2014/main" id="{FFD6BC5B-84B6-3147-7518-8C22565A9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3651" y="3732250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3" name="Freeform 506">
              <a:extLst>
                <a:ext uri="{FF2B5EF4-FFF2-40B4-BE49-F238E27FC236}">
                  <a16:creationId xmlns:a16="http://schemas.microsoft.com/office/drawing/2014/main" id="{1EB4FDCD-1E7E-ED65-9A3F-8E830D4BC9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797337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4" name="Freeform 507">
              <a:extLst>
                <a:ext uri="{FF2B5EF4-FFF2-40B4-BE49-F238E27FC236}">
                  <a16:creationId xmlns:a16="http://schemas.microsoft.com/office/drawing/2014/main" id="{974676FF-5D77-A9F2-2E78-5A53BF5254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797337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5" name="Freeform 508">
              <a:extLst>
                <a:ext uri="{FF2B5EF4-FFF2-40B4-BE49-F238E27FC236}">
                  <a16:creationId xmlns:a16="http://schemas.microsoft.com/office/drawing/2014/main" id="{E3A68384-0A2F-2C6A-70DE-0E63304598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4776" y="3797337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6" name="Freeform 509">
              <a:extLst>
                <a:ext uri="{FF2B5EF4-FFF2-40B4-BE49-F238E27FC236}">
                  <a16:creationId xmlns:a16="http://schemas.microsoft.com/office/drawing/2014/main" id="{DA63D2FD-363A-207C-A1DD-F7EA8C3E4B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4776" y="3797337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7" name="Freeform 510">
              <a:extLst>
                <a:ext uri="{FF2B5EF4-FFF2-40B4-BE49-F238E27FC236}">
                  <a16:creationId xmlns:a16="http://schemas.microsoft.com/office/drawing/2014/main" id="{DAD7A620-C331-0695-C3FC-139FAE08CA0A}"/>
                </a:ext>
              </a:extLst>
            </p:cNvPr>
            <p:cNvSpPr/>
            <p:nvPr/>
          </p:nvSpPr>
          <p:spPr bwMode="auto">
            <a:xfrm>
              <a:off x="2144776" y="3797337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8" name="Freeform 511">
              <a:extLst>
                <a:ext uri="{FF2B5EF4-FFF2-40B4-BE49-F238E27FC236}">
                  <a16:creationId xmlns:a16="http://schemas.microsoft.com/office/drawing/2014/main" id="{81568790-6460-DD30-0956-C14139133636}"/>
                </a:ext>
              </a:extLst>
            </p:cNvPr>
            <p:cNvSpPr/>
            <p:nvPr/>
          </p:nvSpPr>
          <p:spPr bwMode="auto">
            <a:xfrm>
              <a:off x="2144776" y="3797337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9" name="Freeform 512">
              <a:extLst>
                <a:ext uri="{FF2B5EF4-FFF2-40B4-BE49-F238E27FC236}">
                  <a16:creationId xmlns:a16="http://schemas.microsoft.com/office/drawing/2014/main" id="{04214994-1788-4285-854A-B0ACA4F8A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1439" y="4611725"/>
              <a:ext cx="731837" cy="1087438"/>
            </a:xfrm>
            <a:custGeom>
              <a:avLst/>
              <a:gdLst>
                <a:gd name="T0" fmla="*/ 460 w 461"/>
                <a:gd name="T1" fmla="*/ 619 h 685"/>
                <a:gd name="T2" fmla="*/ 458 w 461"/>
                <a:gd name="T3" fmla="*/ 621 h 685"/>
                <a:gd name="T4" fmla="*/ 457 w 461"/>
                <a:gd name="T5" fmla="*/ 621 h 685"/>
                <a:gd name="T6" fmla="*/ 461 w 461"/>
                <a:gd name="T7" fmla="*/ 620 h 685"/>
                <a:gd name="T8" fmla="*/ 460 w 461"/>
                <a:gd name="T9" fmla="*/ 619 h 685"/>
                <a:gd name="T10" fmla="*/ 3 w 461"/>
                <a:gd name="T11" fmla="*/ 503 h 685"/>
                <a:gd name="T12" fmla="*/ 0 w 461"/>
                <a:gd name="T13" fmla="*/ 669 h 685"/>
                <a:gd name="T14" fmla="*/ 0 w 461"/>
                <a:gd name="T15" fmla="*/ 669 h 685"/>
                <a:gd name="T16" fmla="*/ 3 w 461"/>
                <a:gd name="T17" fmla="*/ 503 h 685"/>
                <a:gd name="T18" fmla="*/ 14 w 461"/>
                <a:gd name="T19" fmla="*/ 13 h 685"/>
                <a:gd name="T20" fmla="*/ 13 w 461"/>
                <a:gd name="T21" fmla="*/ 91 h 685"/>
                <a:gd name="T22" fmla="*/ 14 w 461"/>
                <a:gd name="T23" fmla="*/ 13 h 685"/>
                <a:gd name="T24" fmla="*/ 453 w 461"/>
                <a:gd name="T25" fmla="*/ 617 h 685"/>
                <a:gd name="T26" fmla="*/ 4 w 461"/>
                <a:gd name="T27" fmla="*/ 680 h 685"/>
                <a:gd name="T28" fmla="*/ 4 w 461"/>
                <a:gd name="T29" fmla="*/ 682 h 685"/>
                <a:gd name="T30" fmla="*/ 5 w 461"/>
                <a:gd name="T31" fmla="*/ 684 h 685"/>
                <a:gd name="T32" fmla="*/ 5 w 461"/>
                <a:gd name="T33" fmla="*/ 684 h 685"/>
                <a:gd name="T34" fmla="*/ 5 w 461"/>
                <a:gd name="T35" fmla="*/ 685 h 685"/>
                <a:gd name="T36" fmla="*/ 455 w 461"/>
                <a:gd name="T37" fmla="*/ 621 h 685"/>
                <a:gd name="T38" fmla="*/ 14 w 461"/>
                <a:gd name="T39" fmla="*/ 13 h 685"/>
                <a:gd name="T40" fmla="*/ 10 w 461"/>
                <a:gd name="T41" fmla="*/ 0 h 685"/>
                <a:gd name="T42" fmla="*/ 10 w 461"/>
                <a:gd name="T43" fmla="*/ 1 h 685"/>
                <a:gd name="T44" fmla="*/ 12 w 461"/>
                <a:gd name="T45" fmla="*/ 4 h 685"/>
                <a:gd name="T46" fmla="*/ 12 w 461"/>
                <a:gd name="T47" fmla="*/ 3 h 685"/>
                <a:gd name="T48" fmla="*/ 10 w 461"/>
                <a:gd name="T49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1" h="685">
                  <a:moveTo>
                    <a:pt x="460" y="619"/>
                  </a:moveTo>
                  <a:lnTo>
                    <a:pt x="458" y="621"/>
                  </a:lnTo>
                  <a:lnTo>
                    <a:pt x="457" y="621"/>
                  </a:lnTo>
                  <a:lnTo>
                    <a:pt x="461" y="620"/>
                  </a:lnTo>
                  <a:lnTo>
                    <a:pt x="460" y="619"/>
                  </a:lnTo>
                  <a:close/>
                  <a:moveTo>
                    <a:pt x="3" y="503"/>
                  </a:moveTo>
                  <a:lnTo>
                    <a:pt x="0" y="669"/>
                  </a:lnTo>
                  <a:lnTo>
                    <a:pt x="0" y="669"/>
                  </a:lnTo>
                  <a:lnTo>
                    <a:pt x="3" y="503"/>
                  </a:lnTo>
                  <a:close/>
                  <a:moveTo>
                    <a:pt x="14" y="13"/>
                  </a:moveTo>
                  <a:lnTo>
                    <a:pt x="13" y="91"/>
                  </a:lnTo>
                  <a:lnTo>
                    <a:pt x="14" y="13"/>
                  </a:lnTo>
                  <a:lnTo>
                    <a:pt x="453" y="617"/>
                  </a:lnTo>
                  <a:lnTo>
                    <a:pt x="4" y="680"/>
                  </a:lnTo>
                  <a:lnTo>
                    <a:pt x="4" y="682"/>
                  </a:lnTo>
                  <a:lnTo>
                    <a:pt x="5" y="684"/>
                  </a:lnTo>
                  <a:lnTo>
                    <a:pt x="5" y="684"/>
                  </a:lnTo>
                  <a:lnTo>
                    <a:pt x="5" y="685"/>
                  </a:lnTo>
                  <a:lnTo>
                    <a:pt x="455" y="621"/>
                  </a:lnTo>
                  <a:lnTo>
                    <a:pt x="14" y="13"/>
                  </a:lnTo>
                  <a:close/>
                  <a:moveTo>
                    <a:pt x="10" y="0"/>
                  </a:moveTo>
                  <a:lnTo>
                    <a:pt x="10" y="1"/>
                  </a:lnTo>
                  <a:lnTo>
                    <a:pt x="12" y="4"/>
                  </a:lnTo>
                  <a:lnTo>
                    <a:pt x="12" y="3"/>
                  </a:lnTo>
                  <a:lnTo>
                    <a:pt x="1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0" name="Freeform 513">
              <a:extLst>
                <a:ext uri="{FF2B5EF4-FFF2-40B4-BE49-F238E27FC236}">
                  <a16:creationId xmlns:a16="http://schemas.microsoft.com/office/drawing/2014/main" id="{0C9E6B71-49A2-74A2-AE45-127797FC13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1439" y="4611725"/>
              <a:ext cx="731837" cy="1087438"/>
            </a:xfrm>
            <a:custGeom>
              <a:avLst/>
              <a:gdLst>
                <a:gd name="T0" fmla="*/ 460 w 461"/>
                <a:gd name="T1" fmla="*/ 619 h 685"/>
                <a:gd name="T2" fmla="*/ 458 w 461"/>
                <a:gd name="T3" fmla="*/ 621 h 685"/>
                <a:gd name="T4" fmla="*/ 457 w 461"/>
                <a:gd name="T5" fmla="*/ 621 h 685"/>
                <a:gd name="T6" fmla="*/ 461 w 461"/>
                <a:gd name="T7" fmla="*/ 620 h 685"/>
                <a:gd name="T8" fmla="*/ 460 w 461"/>
                <a:gd name="T9" fmla="*/ 619 h 685"/>
                <a:gd name="T10" fmla="*/ 3 w 461"/>
                <a:gd name="T11" fmla="*/ 503 h 685"/>
                <a:gd name="T12" fmla="*/ 0 w 461"/>
                <a:gd name="T13" fmla="*/ 669 h 685"/>
                <a:gd name="T14" fmla="*/ 0 w 461"/>
                <a:gd name="T15" fmla="*/ 669 h 685"/>
                <a:gd name="T16" fmla="*/ 3 w 461"/>
                <a:gd name="T17" fmla="*/ 503 h 685"/>
                <a:gd name="T18" fmla="*/ 14 w 461"/>
                <a:gd name="T19" fmla="*/ 13 h 685"/>
                <a:gd name="T20" fmla="*/ 13 w 461"/>
                <a:gd name="T21" fmla="*/ 91 h 685"/>
                <a:gd name="T22" fmla="*/ 14 w 461"/>
                <a:gd name="T23" fmla="*/ 13 h 685"/>
                <a:gd name="T24" fmla="*/ 453 w 461"/>
                <a:gd name="T25" fmla="*/ 617 h 685"/>
                <a:gd name="T26" fmla="*/ 4 w 461"/>
                <a:gd name="T27" fmla="*/ 680 h 685"/>
                <a:gd name="T28" fmla="*/ 4 w 461"/>
                <a:gd name="T29" fmla="*/ 682 h 685"/>
                <a:gd name="T30" fmla="*/ 5 w 461"/>
                <a:gd name="T31" fmla="*/ 684 h 685"/>
                <a:gd name="T32" fmla="*/ 5 w 461"/>
                <a:gd name="T33" fmla="*/ 684 h 685"/>
                <a:gd name="T34" fmla="*/ 5 w 461"/>
                <a:gd name="T35" fmla="*/ 685 h 685"/>
                <a:gd name="T36" fmla="*/ 455 w 461"/>
                <a:gd name="T37" fmla="*/ 621 h 685"/>
                <a:gd name="T38" fmla="*/ 14 w 461"/>
                <a:gd name="T39" fmla="*/ 13 h 685"/>
                <a:gd name="T40" fmla="*/ 10 w 461"/>
                <a:gd name="T41" fmla="*/ 0 h 685"/>
                <a:gd name="T42" fmla="*/ 10 w 461"/>
                <a:gd name="T43" fmla="*/ 1 h 685"/>
                <a:gd name="T44" fmla="*/ 12 w 461"/>
                <a:gd name="T45" fmla="*/ 4 h 685"/>
                <a:gd name="T46" fmla="*/ 12 w 461"/>
                <a:gd name="T47" fmla="*/ 3 h 685"/>
                <a:gd name="T48" fmla="*/ 10 w 461"/>
                <a:gd name="T49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1" h="685">
                  <a:moveTo>
                    <a:pt x="460" y="619"/>
                  </a:moveTo>
                  <a:lnTo>
                    <a:pt x="458" y="621"/>
                  </a:lnTo>
                  <a:lnTo>
                    <a:pt x="457" y="621"/>
                  </a:lnTo>
                  <a:lnTo>
                    <a:pt x="461" y="620"/>
                  </a:lnTo>
                  <a:lnTo>
                    <a:pt x="460" y="619"/>
                  </a:lnTo>
                  <a:moveTo>
                    <a:pt x="3" y="503"/>
                  </a:moveTo>
                  <a:lnTo>
                    <a:pt x="0" y="669"/>
                  </a:lnTo>
                  <a:lnTo>
                    <a:pt x="0" y="669"/>
                  </a:lnTo>
                  <a:lnTo>
                    <a:pt x="3" y="503"/>
                  </a:lnTo>
                  <a:moveTo>
                    <a:pt x="14" y="13"/>
                  </a:moveTo>
                  <a:lnTo>
                    <a:pt x="13" y="91"/>
                  </a:lnTo>
                  <a:lnTo>
                    <a:pt x="14" y="13"/>
                  </a:lnTo>
                  <a:lnTo>
                    <a:pt x="453" y="617"/>
                  </a:lnTo>
                  <a:lnTo>
                    <a:pt x="4" y="680"/>
                  </a:lnTo>
                  <a:lnTo>
                    <a:pt x="4" y="682"/>
                  </a:lnTo>
                  <a:lnTo>
                    <a:pt x="5" y="684"/>
                  </a:lnTo>
                  <a:lnTo>
                    <a:pt x="5" y="684"/>
                  </a:lnTo>
                  <a:lnTo>
                    <a:pt x="5" y="685"/>
                  </a:lnTo>
                  <a:lnTo>
                    <a:pt x="455" y="621"/>
                  </a:lnTo>
                  <a:lnTo>
                    <a:pt x="14" y="13"/>
                  </a:lnTo>
                  <a:moveTo>
                    <a:pt x="10" y="0"/>
                  </a:moveTo>
                  <a:lnTo>
                    <a:pt x="10" y="1"/>
                  </a:lnTo>
                  <a:lnTo>
                    <a:pt x="12" y="4"/>
                  </a:lnTo>
                  <a:lnTo>
                    <a:pt x="12" y="3"/>
                  </a:lnTo>
                  <a:lnTo>
                    <a:pt x="1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1" name="Freeform 514">
              <a:extLst>
                <a:ext uri="{FF2B5EF4-FFF2-40B4-BE49-F238E27FC236}">
                  <a16:creationId xmlns:a16="http://schemas.microsoft.com/office/drawing/2014/main" id="{2481F2AF-3377-304D-A3C8-83B5F4EA3E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11501" y="5694400"/>
              <a:ext cx="960437" cy="666750"/>
            </a:xfrm>
            <a:custGeom>
              <a:avLst/>
              <a:gdLst>
                <a:gd name="T0" fmla="*/ 602 w 605"/>
                <a:gd name="T1" fmla="*/ 417 h 420"/>
                <a:gd name="T2" fmla="*/ 604 w 605"/>
                <a:gd name="T3" fmla="*/ 416 h 420"/>
                <a:gd name="T4" fmla="*/ 602 w 605"/>
                <a:gd name="T5" fmla="*/ 417 h 420"/>
                <a:gd name="T6" fmla="*/ 490 w 605"/>
                <a:gd name="T7" fmla="*/ 3 h 420"/>
                <a:gd name="T8" fmla="*/ 489 w 605"/>
                <a:gd name="T9" fmla="*/ 3 h 420"/>
                <a:gd name="T10" fmla="*/ 489 w 605"/>
                <a:gd name="T11" fmla="*/ 15 h 420"/>
                <a:gd name="T12" fmla="*/ 486 w 605"/>
                <a:gd name="T13" fmla="*/ 4 h 420"/>
                <a:gd name="T14" fmla="*/ 486 w 605"/>
                <a:gd name="T15" fmla="*/ 4 h 420"/>
                <a:gd name="T16" fmla="*/ 599 w 605"/>
                <a:gd name="T17" fmla="*/ 413 h 420"/>
                <a:gd name="T18" fmla="*/ 6 w 605"/>
                <a:gd name="T19" fmla="*/ 246 h 420"/>
                <a:gd name="T20" fmla="*/ 272 w 605"/>
                <a:gd name="T21" fmla="*/ 112 h 420"/>
                <a:gd name="T22" fmla="*/ 2 w 605"/>
                <a:gd name="T23" fmla="*/ 248 h 420"/>
                <a:gd name="T24" fmla="*/ 2 w 605"/>
                <a:gd name="T25" fmla="*/ 249 h 420"/>
                <a:gd name="T26" fmla="*/ 1 w 605"/>
                <a:gd name="T27" fmla="*/ 249 h 420"/>
                <a:gd name="T28" fmla="*/ 0 w 605"/>
                <a:gd name="T29" fmla="*/ 249 h 420"/>
                <a:gd name="T30" fmla="*/ 605 w 605"/>
                <a:gd name="T31" fmla="*/ 420 h 420"/>
                <a:gd name="T32" fmla="*/ 604 w 605"/>
                <a:gd name="T33" fmla="*/ 416 h 420"/>
                <a:gd name="T34" fmla="*/ 490 w 605"/>
                <a:gd name="T35" fmla="*/ 3 h 420"/>
                <a:gd name="T36" fmla="*/ 484 w 605"/>
                <a:gd name="T37" fmla="*/ 0 h 420"/>
                <a:gd name="T38" fmla="*/ 4 w 605"/>
                <a:gd name="T39" fmla="*/ 242 h 420"/>
                <a:gd name="T40" fmla="*/ 4 w 605"/>
                <a:gd name="T41" fmla="*/ 242 h 420"/>
                <a:gd name="T42" fmla="*/ 484 w 605"/>
                <a:gd name="T4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5" h="420">
                  <a:moveTo>
                    <a:pt x="602" y="417"/>
                  </a:moveTo>
                  <a:lnTo>
                    <a:pt x="604" y="416"/>
                  </a:lnTo>
                  <a:lnTo>
                    <a:pt x="602" y="417"/>
                  </a:lnTo>
                  <a:close/>
                  <a:moveTo>
                    <a:pt x="490" y="3"/>
                  </a:moveTo>
                  <a:lnTo>
                    <a:pt x="489" y="3"/>
                  </a:lnTo>
                  <a:lnTo>
                    <a:pt x="489" y="15"/>
                  </a:lnTo>
                  <a:lnTo>
                    <a:pt x="486" y="4"/>
                  </a:lnTo>
                  <a:lnTo>
                    <a:pt x="486" y="4"/>
                  </a:lnTo>
                  <a:lnTo>
                    <a:pt x="599" y="413"/>
                  </a:lnTo>
                  <a:lnTo>
                    <a:pt x="6" y="246"/>
                  </a:lnTo>
                  <a:lnTo>
                    <a:pt x="272" y="112"/>
                  </a:lnTo>
                  <a:lnTo>
                    <a:pt x="2" y="248"/>
                  </a:lnTo>
                  <a:lnTo>
                    <a:pt x="2" y="249"/>
                  </a:lnTo>
                  <a:lnTo>
                    <a:pt x="1" y="249"/>
                  </a:lnTo>
                  <a:lnTo>
                    <a:pt x="0" y="249"/>
                  </a:lnTo>
                  <a:lnTo>
                    <a:pt x="605" y="420"/>
                  </a:lnTo>
                  <a:lnTo>
                    <a:pt x="604" y="416"/>
                  </a:lnTo>
                  <a:lnTo>
                    <a:pt x="490" y="3"/>
                  </a:lnTo>
                  <a:close/>
                  <a:moveTo>
                    <a:pt x="484" y="0"/>
                  </a:moveTo>
                  <a:lnTo>
                    <a:pt x="4" y="242"/>
                  </a:lnTo>
                  <a:lnTo>
                    <a:pt x="4" y="242"/>
                  </a:lnTo>
                  <a:lnTo>
                    <a:pt x="48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2" name="Freeform 515">
              <a:extLst>
                <a:ext uri="{FF2B5EF4-FFF2-40B4-BE49-F238E27FC236}">
                  <a16:creationId xmlns:a16="http://schemas.microsoft.com/office/drawing/2014/main" id="{0E2211E6-8F4D-3BB7-5BAC-940A54EAE4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11501" y="5694400"/>
              <a:ext cx="960437" cy="666750"/>
            </a:xfrm>
            <a:custGeom>
              <a:avLst/>
              <a:gdLst>
                <a:gd name="T0" fmla="*/ 602 w 605"/>
                <a:gd name="T1" fmla="*/ 417 h 420"/>
                <a:gd name="T2" fmla="*/ 604 w 605"/>
                <a:gd name="T3" fmla="*/ 416 h 420"/>
                <a:gd name="T4" fmla="*/ 602 w 605"/>
                <a:gd name="T5" fmla="*/ 417 h 420"/>
                <a:gd name="T6" fmla="*/ 490 w 605"/>
                <a:gd name="T7" fmla="*/ 3 h 420"/>
                <a:gd name="T8" fmla="*/ 489 w 605"/>
                <a:gd name="T9" fmla="*/ 3 h 420"/>
                <a:gd name="T10" fmla="*/ 489 w 605"/>
                <a:gd name="T11" fmla="*/ 15 h 420"/>
                <a:gd name="T12" fmla="*/ 486 w 605"/>
                <a:gd name="T13" fmla="*/ 4 h 420"/>
                <a:gd name="T14" fmla="*/ 486 w 605"/>
                <a:gd name="T15" fmla="*/ 4 h 420"/>
                <a:gd name="T16" fmla="*/ 599 w 605"/>
                <a:gd name="T17" fmla="*/ 413 h 420"/>
                <a:gd name="T18" fmla="*/ 6 w 605"/>
                <a:gd name="T19" fmla="*/ 246 h 420"/>
                <a:gd name="T20" fmla="*/ 272 w 605"/>
                <a:gd name="T21" fmla="*/ 112 h 420"/>
                <a:gd name="T22" fmla="*/ 2 w 605"/>
                <a:gd name="T23" fmla="*/ 248 h 420"/>
                <a:gd name="T24" fmla="*/ 2 w 605"/>
                <a:gd name="T25" fmla="*/ 249 h 420"/>
                <a:gd name="T26" fmla="*/ 1 w 605"/>
                <a:gd name="T27" fmla="*/ 249 h 420"/>
                <a:gd name="T28" fmla="*/ 0 w 605"/>
                <a:gd name="T29" fmla="*/ 249 h 420"/>
                <a:gd name="T30" fmla="*/ 605 w 605"/>
                <a:gd name="T31" fmla="*/ 420 h 420"/>
                <a:gd name="T32" fmla="*/ 604 w 605"/>
                <a:gd name="T33" fmla="*/ 416 h 420"/>
                <a:gd name="T34" fmla="*/ 490 w 605"/>
                <a:gd name="T35" fmla="*/ 3 h 420"/>
                <a:gd name="T36" fmla="*/ 484 w 605"/>
                <a:gd name="T37" fmla="*/ 0 h 420"/>
                <a:gd name="T38" fmla="*/ 4 w 605"/>
                <a:gd name="T39" fmla="*/ 242 h 420"/>
                <a:gd name="T40" fmla="*/ 4 w 605"/>
                <a:gd name="T41" fmla="*/ 242 h 420"/>
                <a:gd name="T42" fmla="*/ 484 w 605"/>
                <a:gd name="T4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5" h="420">
                  <a:moveTo>
                    <a:pt x="602" y="417"/>
                  </a:moveTo>
                  <a:lnTo>
                    <a:pt x="604" y="416"/>
                  </a:lnTo>
                  <a:lnTo>
                    <a:pt x="602" y="417"/>
                  </a:lnTo>
                  <a:moveTo>
                    <a:pt x="490" y="3"/>
                  </a:moveTo>
                  <a:lnTo>
                    <a:pt x="489" y="3"/>
                  </a:lnTo>
                  <a:lnTo>
                    <a:pt x="489" y="15"/>
                  </a:lnTo>
                  <a:lnTo>
                    <a:pt x="486" y="4"/>
                  </a:lnTo>
                  <a:lnTo>
                    <a:pt x="486" y="4"/>
                  </a:lnTo>
                  <a:lnTo>
                    <a:pt x="599" y="413"/>
                  </a:lnTo>
                  <a:lnTo>
                    <a:pt x="6" y="246"/>
                  </a:lnTo>
                  <a:lnTo>
                    <a:pt x="272" y="112"/>
                  </a:lnTo>
                  <a:lnTo>
                    <a:pt x="2" y="248"/>
                  </a:lnTo>
                  <a:lnTo>
                    <a:pt x="2" y="249"/>
                  </a:lnTo>
                  <a:lnTo>
                    <a:pt x="1" y="249"/>
                  </a:lnTo>
                  <a:lnTo>
                    <a:pt x="0" y="249"/>
                  </a:lnTo>
                  <a:lnTo>
                    <a:pt x="605" y="420"/>
                  </a:lnTo>
                  <a:lnTo>
                    <a:pt x="604" y="416"/>
                  </a:lnTo>
                  <a:lnTo>
                    <a:pt x="490" y="3"/>
                  </a:lnTo>
                  <a:moveTo>
                    <a:pt x="484" y="0"/>
                  </a:moveTo>
                  <a:lnTo>
                    <a:pt x="4" y="242"/>
                  </a:lnTo>
                  <a:lnTo>
                    <a:pt x="4" y="242"/>
                  </a:lnTo>
                  <a:lnTo>
                    <a:pt x="48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3" name="Freeform 516">
              <a:extLst>
                <a:ext uri="{FF2B5EF4-FFF2-40B4-BE49-F238E27FC236}">
                  <a16:creationId xmlns:a16="http://schemas.microsoft.com/office/drawing/2014/main" id="{DCE46024-5A76-1E9D-3F44-B30D6AE981F5}"/>
                </a:ext>
              </a:extLst>
            </p:cNvPr>
            <p:cNvSpPr/>
            <p:nvPr/>
          </p:nvSpPr>
          <p:spPr bwMode="auto">
            <a:xfrm>
              <a:off x="3387789" y="569757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4" name="Freeform 517">
              <a:extLst>
                <a:ext uri="{FF2B5EF4-FFF2-40B4-BE49-F238E27FC236}">
                  <a16:creationId xmlns:a16="http://schemas.microsoft.com/office/drawing/2014/main" id="{051298E1-56F2-92F7-2F6B-DBBC66CDA41C}"/>
                </a:ext>
              </a:extLst>
            </p:cNvPr>
            <p:cNvSpPr/>
            <p:nvPr/>
          </p:nvSpPr>
          <p:spPr bwMode="auto">
            <a:xfrm>
              <a:off x="3387789" y="569757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5" name="Freeform 518">
              <a:extLst>
                <a:ext uri="{FF2B5EF4-FFF2-40B4-BE49-F238E27FC236}">
                  <a16:creationId xmlns:a16="http://schemas.microsoft.com/office/drawing/2014/main" id="{73D42398-92C9-18E6-A24C-768113B421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5689" y="4616487"/>
              <a:ext cx="307975" cy="793750"/>
            </a:xfrm>
            <a:custGeom>
              <a:avLst/>
              <a:gdLst>
                <a:gd name="T0" fmla="*/ 190 w 194"/>
                <a:gd name="T1" fmla="*/ 7 h 500"/>
                <a:gd name="T2" fmla="*/ 2 w 194"/>
                <a:gd name="T3" fmla="*/ 103 h 500"/>
                <a:gd name="T4" fmla="*/ 2 w 194"/>
                <a:gd name="T5" fmla="*/ 103 h 500"/>
                <a:gd name="T6" fmla="*/ 190 w 194"/>
                <a:gd name="T7" fmla="*/ 7 h 500"/>
                <a:gd name="T8" fmla="*/ 183 w 194"/>
                <a:gd name="T9" fmla="*/ 500 h 500"/>
                <a:gd name="T10" fmla="*/ 190 w 194"/>
                <a:gd name="T11" fmla="*/ 7 h 500"/>
                <a:gd name="T12" fmla="*/ 186 w 194"/>
                <a:gd name="T13" fmla="*/ 4 h 500"/>
                <a:gd name="T14" fmla="*/ 0 w 194"/>
                <a:gd name="T15" fmla="*/ 98 h 500"/>
                <a:gd name="T16" fmla="*/ 0 w 194"/>
                <a:gd name="T17" fmla="*/ 98 h 500"/>
                <a:gd name="T18" fmla="*/ 186 w 194"/>
                <a:gd name="T19" fmla="*/ 4 h 500"/>
                <a:gd name="T20" fmla="*/ 194 w 194"/>
                <a:gd name="T21" fmla="*/ 0 h 500"/>
                <a:gd name="T22" fmla="*/ 192 w 194"/>
                <a:gd name="T23" fmla="*/ 0 h 500"/>
                <a:gd name="T24" fmla="*/ 192 w 194"/>
                <a:gd name="T25" fmla="*/ 1 h 500"/>
                <a:gd name="T26" fmla="*/ 194 w 194"/>
                <a:gd name="T27" fmla="*/ 0 h 500"/>
                <a:gd name="T28" fmla="*/ 194 w 194"/>
                <a:gd name="T29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4" h="500">
                  <a:moveTo>
                    <a:pt x="190" y="7"/>
                  </a:moveTo>
                  <a:lnTo>
                    <a:pt x="2" y="103"/>
                  </a:lnTo>
                  <a:lnTo>
                    <a:pt x="2" y="103"/>
                  </a:lnTo>
                  <a:lnTo>
                    <a:pt x="190" y="7"/>
                  </a:lnTo>
                  <a:lnTo>
                    <a:pt x="183" y="500"/>
                  </a:lnTo>
                  <a:lnTo>
                    <a:pt x="190" y="7"/>
                  </a:lnTo>
                  <a:close/>
                  <a:moveTo>
                    <a:pt x="186" y="4"/>
                  </a:moveTo>
                  <a:lnTo>
                    <a:pt x="0" y="98"/>
                  </a:lnTo>
                  <a:lnTo>
                    <a:pt x="0" y="98"/>
                  </a:lnTo>
                  <a:lnTo>
                    <a:pt x="186" y="4"/>
                  </a:lnTo>
                  <a:close/>
                  <a:moveTo>
                    <a:pt x="194" y="0"/>
                  </a:moveTo>
                  <a:lnTo>
                    <a:pt x="192" y="0"/>
                  </a:lnTo>
                  <a:lnTo>
                    <a:pt x="192" y="1"/>
                  </a:lnTo>
                  <a:lnTo>
                    <a:pt x="194" y="0"/>
                  </a:lnTo>
                  <a:lnTo>
                    <a:pt x="1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6" name="Freeform 519">
              <a:extLst>
                <a:ext uri="{FF2B5EF4-FFF2-40B4-BE49-F238E27FC236}">
                  <a16:creationId xmlns:a16="http://schemas.microsoft.com/office/drawing/2014/main" id="{2748A467-FF6C-534A-992E-99F3B9B652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5689" y="4616487"/>
              <a:ext cx="307975" cy="793750"/>
            </a:xfrm>
            <a:custGeom>
              <a:avLst/>
              <a:gdLst>
                <a:gd name="T0" fmla="*/ 190 w 194"/>
                <a:gd name="T1" fmla="*/ 7 h 500"/>
                <a:gd name="T2" fmla="*/ 2 w 194"/>
                <a:gd name="T3" fmla="*/ 103 h 500"/>
                <a:gd name="T4" fmla="*/ 2 w 194"/>
                <a:gd name="T5" fmla="*/ 103 h 500"/>
                <a:gd name="T6" fmla="*/ 190 w 194"/>
                <a:gd name="T7" fmla="*/ 7 h 500"/>
                <a:gd name="T8" fmla="*/ 183 w 194"/>
                <a:gd name="T9" fmla="*/ 500 h 500"/>
                <a:gd name="T10" fmla="*/ 190 w 194"/>
                <a:gd name="T11" fmla="*/ 7 h 500"/>
                <a:gd name="T12" fmla="*/ 186 w 194"/>
                <a:gd name="T13" fmla="*/ 4 h 500"/>
                <a:gd name="T14" fmla="*/ 0 w 194"/>
                <a:gd name="T15" fmla="*/ 98 h 500"/>
                <a:gd name="T16" fmla="*/ 0 w 194"/>
                <a:gd name="T17" fmla="*/ 98 h 500"/>
                <a:gd name="T18" fmla="*/ 186 w 194"/>
                <a:gd name="T19" fmla="*/ 4 h 500"/>
                <a:gd name="T20" fmla="*/ 194 w 194"/>
                <a:gd name="T21" fmla="*/ 0 h 500"/>
                <a:gd name="T22" fmla="*/ 192 w 194"/>
                <a:gd name="T23" fmla="*/ 0 h 500"/>
                <a:gd name="T24" fmla="*/ 192 w 194"/>
                <a:gd name="T25" fmla="*/ 1 h 500"/>
                <a:gd name="T26" fmla="*/ 194 w 194"/>
                <a:gd name="T27" fmla="*/ 0 h 500"/>
                <a:gd name="T28" fmla="*/ 194 w 194"/>
                <a:gd name="T29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4" h="500">
                  <a:moveTo>
                    <a:pt x="190" y="7"/>
                  </a:moveTo>
                  <a:lnTo>
                    <a:pt x="2" y="103"/>
                  </a:lnTo>
                  <a:lnTo>
                    <a:pt x="2" y="103"/>
                  </a:lnTo>
                  <a:lnTo>
                    <a:pt x="190" y="7"/>
                  </a:lnTo>
                  <a:lnTo>
                    <a:pt x="183" y="500"/>
                  </a:lnTo>
                  <a:lnTo>
                    <a:pt x="190" y="7"/>
                  </a:lnTo>
                  <a:moveTo>
                    <a:pt x="186" y="4"/>
                  </a:moveTo>
                  <a:lnTo>
                    <a:pt x="0" y="98"/>
                  </a:lnTo>
                  <a:lnTo>
                    <a:pt x="0" y="98"/>
                  </a:lnTo>
                  <a:lnTo>
                    <a:pt x="186" y="4"/>
                  </a:lnTo>
                  <a:moveTo>
                    <a:pt x="194" y="0"/>
                  </a:moveTo>
                  <a:lnTo>
                    <a:pt x="192" y="0"/>
                  </a:lnTo>
                  <a:lnTo>
                    <a:pt x="192" y="1"/>
                  </a:lnTo>
                  <a:lnTo>
                    <a:pt x="194" y="0"/>
                  </a:lnTo>
                  <a:lnTo>
                    <a:pt x="1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7" name="Freeform 520">
              <a:extLst>
                <a:ext uri="{FF2B5EF4-FFF2-40B4-BE49-F238E27FC236}">
                  <a16:creationId xmlns:a16="http://schemas.microsoft.com/office/drawing/2014/main" id="{6A6F3D0F-F46D-D8BA-7320-694549D2B03F}"/>
                </a:ext>
              </a:extLst>
            </p:cNvPr>
            <p:cNvSpPr/>
            <p:nvPr/>
          </p:nvSpPr>
          <p:spPr bwMode="auto">
            <a:xfrm>
              <a:off x="3095689" y="4622837"/>
              <a:ext cx="301625" cy="157163"/>
            </a:xfrm>
            <a:custGeom>
              <a:avLst/>
              <a:gdLst>
                <a:gd name="T0" fmla="*/ 186 w 190"/>
                <a:gd name="T1" fmla="*/ 0 h 99"/>
                <a:gd name="T2" fmla="*/ 0 w 190"/>
                <a:gd name="T3" fmla="*/ 94 h 99"/>
                <a:gd name="T4" fmla="*/ 0 w 190"/>
                <a:gd name="T5" fmla="*/ 94 h 99"/>
                <a:gd name="T6" fmla="*/ 1 w 190"/>
                <a:gd name="T7" fmla="*/ 97 h 99"/>
                <a:gd name="T8" fmla="*/ 2 w 190"/>
                <a:gd name="T9" fmla="*/ 99 h 99"/>
                <a:gd name="T10" fmla="*/ 190 w 190"/>
                <a:gd name="T11" fmla="*/ 3 h 99"/>
                <a:gd name="T12" fmla="*/ 190 w 190"/>
                <a:gd name="T13" fmla="*/ 1 h 99"/>
                <a:gd name="T14" fmla="*/ 186 w 190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99">
                  <a:moveTo>
                    <a:pt x="186" y="0"/>
                  </a:moveTo>
                  <a:lnTo>
                    <a:pt x="0" y="94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190" y="3"/>
                  </a:lnTo>
                  <a:lnTo>
                    <a:pt x="190" y="1"/>
                  </a:lnTo>
                  <a:lnTo>
                    <a:pt x="18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8" name="Freeform 521">
              <a:extLst>
                <a:ext uri="{FF2B5EF4-FFF2-40B4-BE49-F238E27FC236}">
                  <a16:creationId xmlns:a16="http://schemas.microsoft.com/office/drawing/2014/main" id="{D0D51D1F-F1AC-1671-D654-F42564F4F93B}"/>
                </a:ext>
              </a:extLst>
            </p:cNvPr>
            <p:cNvSpPr/>
            <p:nvPr/>
          </p:nvSpPr>
          <p:spPr bwMode="auto">
            <a:xfrm>
              <a:off x="3095689" y="4622837"/>
              <a:ext cx="301625" cy="157163"/>
            </a:xfrm>
            <a:custGeom>
              <a:avLst/>
              <a:gdLst>
                <a:gd name="T0" fmla="*/ 186 w 190"/>
                <a:gd name="T1" fmla="*/ 0 h 99"/>
                <a:gd name="T2" fmla="*/ 0 w 190"/>
                <a:gd name="T3" fmla="*/ 94 h 99"/>
                <a:gd name="T4" fmla="*/ 0 w 190"/>
                <a:gd name="T5" fmla="*/ 94 h 99"/>
                <a:gd name="T6" fmla="*/ 1 w 190"/>
                <a:gd name="T7" fmla="*/ 97 h 99"/>
                <a:gd name="T8" fmla="*/ 2 w 190"/>
                <a:gd name="T9" fmla="*/ 99 h 99"/>
                <a:gd name="T10" fmla="*/ 190 w 190"/>
                <a:gd name="T11" fmla="*/ 3 h 99"/>
                <a:gd name="T12" fmla="*/ 190 w 190"/>
                <a:gd name="T13" fmla="*/ 1 h 99"/>
                <a:gd name="T14" fmla="*/ 186 w 190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99">
                  <a:moveTo>
                    <a:pt x="186" y="0"/>
                  </a:moveTo>
                  <a:lnTo>
                    <a:pt x="0" y="94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190" y="3"/>
                  </a:lnTo>
                  <a:lnTo>
                    <a:pt x="190" y="1"/>
                  </a:lnTo>
                  <a:lnTo>
                    <a:pt x="18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9" name="Freeform 522">
              <a:extLst>
                <a:ext uri="{FF2B5EF4-FFF2-40B4-BE49-F238E27FC236}">
                  <a16:creationId xmlns:a16="http://schemas.microsoft.com/office/drawing/2014/main" id="{4209D6C0-F5DA-816B-275F-DF01AAF5B77D}"/>
                </a:ext>
              </a:extLst>
            </p:cNvPr>
            <p:cNvSpPr/>
            <p:nvPr/>
          </p:nvSpPr>
          <p:spPr bwMode="auto">
            <a:xfrm>
              <a:off x="3390964" y="4621250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1 h 2"/>
                <a:gd name="T4" fmla="*/ 0 w 4"/>
                <a:gd name="T5" fmla="*/ 1 h 2"/>
                <a:gd name="T6" fmla="*/ 4 w 4"/>
                <a:gd name="T7" fmla="*/ 2 h 2"/>
                <a:gd name="T8" fmla="*/ 4 w 4"/>
                <a:gd name="T9" fmla="*/ 2 h 2"/>
                <a:gd name="T10" fmla="*/ 1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0" name="Freeform 523">
              <a:extLst>
                <a:ext uri="{FF2B5EF4-FFF2-40B4-BE49-F238E27FC236}">
                  <a16:creationId xmlns:a16="http://schemas.microsoft.com/office/drawing/2014/main" id="{91B796A1-2588-0EDA-BEC4-8CCE26E64BD3}"/>
                </a:ext>
              </a:extLst>
            </p:cNvPr>
            <p:cNvSpPr/>
            <p:nvPr/>
          </p:nvSpPr>
          <p:spPr bwMode="auto">
            <a:xfrm>
              <a:off x="3390964" y="4621250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1 h 2"/>
                <a:gd name="T4" fmla="*/ 0 w 4"/>
                <a:gd name="T5" fmla="*/ 1 h 2"/>
                <a:gd name="T6" fmla="*/ 4 w 4"/>
                <a:gd name="T7" fmla="*/ 2 h 2"/>
                <a:gd name="T8" fmla="*/ 4 w 4"/>
                <a:gd name="T9" fmla="*/ 2 h 2"/>
                <a:gd name="T10" fmla="*/ 1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1" name="Freeform 524">
              <a:extLst>
                <a:ext uri="{FF2B5EF4-FFF2-40B4-BE49-F238E27FC236}">
                  <a16:creationId xmlns:a16="http://schemas.microsoft.com/office/drawing/2014/main" id="{7E55CFD9-F1DF-AE2B-C07D-30302153B337}"/>
                </a:ext>
              </a:extLst>
            </p:cNvPr>
            <p:cNvSpPr/>
            <p:nvPr/>
          </p:nvSpPr>
          <p:spPr bwMode="auto">
            <a:xfrm>
              <a:off x="3392551" y="4621250"/>
              <a:ext cx="4762" cy="317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0 h 2"/>
                <a:gd name="T4" fmla="*/ 3 w 3"/>
                <a:gd name="T5" fmla="*/ 2 h 2"/>
                <a:gd name="T6" fmla="*/ 3 w 3"/>
                <a:gd name="T7" fmla="*/ 1 h 2"/>
                <a:gd name="T8" fmla="*/ 1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2" name="Freeform 525">
              <a:extLst>
                <a:ext uri="{FF2B5EF4-FFF2-40B4-BE49-F238E27FC236}">
                  <a16:creationId xmlns:a16="http://schemas.microsoft.com/office/drawing/2014/main" id="{14F32837-FC62-10AC-D195-01645F2595C7}"/>
                </a:ext>
              </a:extLst>
            </p:cNvPr>
            <p:cNvSpPr/>
            <p:nvPr/>
          </p:nvSpPr>
          <p:spPr bwMode="auto">
            <a:xfrm>
              <a:off x="3392551" y="4621250"/>
              <a:ext cx="4762" cy="317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0 h 2"/>
                <a:gd name="T4" fmla="*/ 3 w 3"/>
                <a:gd name="T5" fmla="*/ 2 h 2"/>
                <a:gd name="T6" fmla="*/ 3 w 3"/>
                <a:gd name="T7" fmla="*/ 1 h 2"/>
                <a:gd name="T8" fmla="*/ 1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3" name="Freeform 526">
              <a:extLst>
                <a:ext uri="{FF2B5EF4-FFF2-40B4-BE49-F238E27FC236}">
                  <a16:creationId xmlns:a16="http://schemas.microsoft.com/office/drawing/2014/main" id="{971EAD8C-2508-2D8A-5CA8-D7E8B7A0B36F}"/>
                </a:ext>
              </a:extLst>
            </p:cNvPr>
            <p:cNvSpPr/>
            <p:nvPr/>
          </p:nvSpPr>
          <p:spPr bwMode="auto">
            <a:xfrm>
              <a:off x="3095689" y="47720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4" name="Freeform 527">
              <a:extLst>
                <a:ext uri="{FF2B5EF4-FFF2-40B4-BE49-F238E27FC236}">
                  <a16:creationId xmlns:a16="http://schemas.microsoft.com/office/drawing/2014/main" id="{B11A5A91-D8AA-6119-EDD3-90788DD8D250}"/>
                </a:ext>
              </a:extLst>
            </p:cNvPr>
            <p:cNvSpPr/>
            <p:nvPr/>
          </p:nvSpPr>
          <p:spPr bwMode="auto">
            <a:xfrm>
              <a:off x="3095689" y="47720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5" name="Freeform 528">
              <a:extLst>
                <a:ext uri="{FF2B5EF4-FFF2-40B4-BE49-F238E27FC236}">
                  <a16:creationId xmlns:a16="http://schemas.microsoft.com/office/drawing/2014/main" id="{001A672F-8C00-B022-27C8-18883D8B24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70326" y="4756187"/>
              <a:ext cx="31750" cy="935038"/>
            </a:xfrm>
            <a:custGeom>
              <a:avLst/>
              <a:gdLst>
                <a:gd name="T0" fmla="*/ 0 w 20"/>
                <a:gd name="T1" fmla="*/ 557 h 589"/>
                <a:gd name="T2" fmla="*/ 7 w 20"/>
                <a:gd name="T3" fmla="*/ 578 h 589"/>
                <a:gd name="T4" fmla="*/ 7 w 20"/>
                <a:gd name="T5" fmla="*/ 578 h 589"/>
                <a:gd name="T6" fmla="*/ 0 w 20"/>
                <a:gd name="T7" fmla="*/ 557 h 589"/>
                <a:gd name="T8" fmla="*/ 20 w 20"/>
                <a:gd name="T9" fmla="*/ 0 h 589"/>
                <a:gd name="T10" fmla="*/ 11 w 20"/>
                <a:gd name="T11" fmla="*/ 589 h 589"/>
                <a:gd name="T12" fmla="*/ 20 w 20"/>
                <a:gd name="T13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89">
                  <a:moveTo>
                    <a:pt x="0" y="557"/>
                  </a:moveTo>
                  <a:lnTo>
                    <a:pt x="7" y="578"/>
                  </a:lnTo>
                  <a:lnTo>
                    <a:pt x="7" y="578"/>
                  </a:lnTo>
                  <a:lnTo>
                    <a:pt x="0" y="557"/>
                  </a:lnTo>
                  <a:close/>
                  <a:moveTo>
                    <a:pt x="20" y="0"/>
                  </a:moveTo>
                  <a:lnTo>
                    <a:pt x="11" y="589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6" name="Freeform 529">
              <a:extLst>
                <a:ext uri="{FF2B5EF4-FFF2-40B4-BE49-F238E27FC236}">
                  <a16:creationId xmlns:a16="http://schemas.microsoft.com/office/drawing/2014/main" id="{256E4A65-A9A1-878E-29C9-C3577CDFC8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70326" y="4756187"/>
              <a:ext cx="31750" cy="935038"/>
            </a:xfrm>
            <a:custGeom>
              <a:avLst/>
              <a:gdLst>
                <a:gd name="T0" fmla="*/ 0 w 20"/>
                <a:gd name="T1" fmla="*/ 557 h 589"/>
                <a:gd name="T2" fmla="*/ 7 w 20"/>
                <a:gd name="T3" fmla="*/ 578 h 589"/>
                <a:gd name="T4" fmla="*/ 7 w 20"/>
                <a:gd name="T5" fmla="*/ 578 h 589"/>
                <a:gd name="T6" fmla="*/ 0 w 20"/>
                <a:gd name="T7" fmla="*/ 557 h 589"/>
                <a:gd name="T8" fmla="*/ 20 w 20"/>
                <a:gd name="T9" fmla="*/ 0 h 589"/>
                <a:gd name="T10" fmla="*/ 11 w 20"/>
                <a:gd name="T11" fmla="*/ 589 h 589"/>
                <a:gd name="T12" fmla="*/ 20 w 20"/>
                <a:gd name="T13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89">
                  <a:moveTo>
                    <a:pt x="0" y="557"/>
                  </a:moveTo>
                  <a:lnTo>
                    <a:pt x="7" y="578"/>
                  </a:lnTo>
                  <a:lnTo>
                    <a:pt x="7" y="578"/>
                  </a:lnTo>
                  <a:lnTo>
                    <a:pt x="0" y="557"/>
                  </a:lnTo>
                  <a:moveTo>
                    <a:pt x="20" y="0"/>
                  </a:moveTo>
                  <a:lnTo>
                    <a:pt x="11" y="589"/>
                  </a:lnTo>
                  <a:lnTo>
                    <a:pt x="2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7" name="Freeform 530">
              <a:extLst>
                <a:ext uri="{FF2B5EF4-FFF2-40B4-BE49-F238E27FC236}">
                  <a16:creationId xmlns:a16="http://schemas.microsoft.com/office/drawing/2014/main" id="{EA150881-D0A2-B5B4-DD98-ED675585EC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1439" y="4616487"/>
              <a:ext cx="22225" cy="1077913"/>
            </a:xfrm>
            <a:custGeom>
              <a:avLst/>
              <a:gdLst>
                <a:gd name="T0" fmla="*/ 11 w 14"/>
                <a:gd name="T1" fmla="*/ 6 h 679"/>
                <a:gd name="T2" fmla="*/ 10 w 14"/>
                <a:gd name="T3" fmla="*/ 7 h 679"/>
                <a:gd name="T4" fmla="*/ 3 w 14"/>
                <a:gd name="T5" fmla="*/ 500 h 679"/>
                <a:gd name="T6" fmla="*/ 0 w 14"/>
                <a:gd name="T7" fmla="*/ 666 h 679"/>
                <a:gd name="T8" fmla="*/ 0 w 14"/>
                <a:gd name="T9" fmla="*/ 666 h 679"/>
                <a:gd name="T10" fmla="*/ 4 w 14"/>
                <a:gd name="T11" fmla="*/ 677 h 679"/>
                <a:gd name="T12" fmla="*/ 4 w 14"/>
                <a:gd name="T13" fmla="*/ 677 h 679"/>
                <a:gd name="T14" fmla="*/ 4 w 14"/>
                <a:gd name="T15" fmla="*/ 679 h 679"/>
                <a:gd name="T16" fmla="*/ 4 w 14"/>
                <a:gd name="T17" fmla="*/ 679 h 679"/>
                <a:gd name="T18" fmla="*/ 4 w 14"/>
                <a:gd name="T19" fmla="*/ 677 h 679"/>
                <a:gd name="T20" fmla="*/ 4 w 14"/>
                <a:gd name="T21" fmla="*/ 677 h 679"/>
                <a:gd name="T22" fmla="*/ 13 w 14"/>
                <a:gd name="T23" fmla="*/ 88 h 679"/>
                <a:gd name="T24" fmla="*/ 14 w 14"/>
                <a:gd name="T25" fmla="*/ 10 h 679"/>
                <a:gd name="T26" fmla="*/ 11 w 14"/>
                <a:gd name="T27" fmla="*/ 6 h 679"/>
                <a:gd name="T28" fmla="*/ 12 w 14"/>
                <a:gd name="T29" fmla="*/ 0 h 679"/>
                <a:gd name="T30" fmla="*/ 12 w 14"/>
                <a:gd name="T31" fmla="*/ 1 h 679"/>
                <a:gd name="T32" fmla="*/ 12 w 14"/>
                <a:gd name="T33" fmla="*/ 1 h 679"/>
                <a:gd name="T34" fmla="*/ 12 w 14"/>
                <a:gd name="T35" fmla="*/ 1 h 679"/>
                <a:gd name="T36" fmla="*/ 12 w 14"/>
                <a:gd name="T37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679">
                  <a:moveTo>
                    <a:pt x="11" y="6"/>
                  </a:moveTo>
                  <a:lnTo>
                    <a:pt x="10" y="7"/>
                  </a:lnTo>
                  <a:lnTo>
                    <a:pt x="3" y="500"/>
                  </a:lnTo>
                  <a:lnTo>
                    <a:pt x="0" y="666"/>
                  </a:lnTo>
                  <a:lnTo>
                    <a:pt x="0" y="666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4" y="679"/>
                  </a:lnTo>
                  <a:lnTo>
                    <a:pt x="4" y="679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13" y="88"/>
                  </a:lnTo>
                  <a:lnTo>
                    <a:pt x="14" y="10"/>
                  </a:lnTo>
                  <a:lnTo>
                    <a:pt x="11" y="6"/>
                  </a:lnTo>
                  <a:close/>
                  <a:moveTo>
                    <a:pt x="12" y="0"/>
                  </a:moveTo>
                  <a:lnTo>
                    <a:pt x="12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8" name="Freeform 531">
              <a:extLst>
                <a:ext uri="{FF2B5EF4-FFF2-40B4-BE49-F238E27FC236}">
                  <a16:creationId xmlns:a16="http://schemas.microsoft.com/office/drawing/2014/main" id="{023243EA-3745-BA98-BF8F-2985FE69DF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1439" y="4616487"/>
              <a:ext cx="22225" cy="1077913"/>
            </a:xfrm>
            <a:custGeom>
              <a:avLst/>
              <a:gdLst>
                <a:gd name="T0" fmla="*/ 11 w 14"/>
                <a:gd name="T1" fmla="*/ 6 h 679"/>
                <a:gd name="T2" fmla="*/ 10 w 14"/>
                <a:gd name="T3" fmla="*/ 7 h 679"/>
                <a:gd name="T4" fmla="*/ 3 w 14"/>
                <a:gd name="T5" fmla="*/ 500 h 679"/>
                <a:gd name="T6" fmla="*/ 0 w 14"/>
                <a:gd name="T7" fmla="*/ 666 h 679"/>
                <a:gd name="T8" fmla="*/ 0 w 14"/>
                <a:gd name="T9" fmla="*/ 666 h 679"/>
                <a:gd name="T10" fmla="*/ 4 w 14"/>
                <a:gd name="T11" fmla="*/ 677 h 679"/>
                <a:gd name="T12" fmla="*/ 4 w 14"/>
                <a:gd name="T13" fmla="*/ 677 h 679"/>
                <a:gd name="T14" fmla="*/ 4 w 14"/>
                <a:gd name="T15" fmla="*/ 679 h 679"/>
                <a:gd name="T16" fmla="*/ 4 w 14"/>
                <a:gd name="T17" fmla="*/ 679 h 679"/>
                <a:gd name="T18" fmla="*/ 4 w 14"/>
                <a:gd name="T19" fmla="*/ 677 h 679"/>
                <a:gd name="T20" fmla="*/ 4 w 14"/>
                <a:gd name="T21" fmla="*/ 677 h 679"/>
                <a:gd name="T22" fmla="*/ 13 w 14"/>
                <a:gd name="T23" fmla="*/ 88 h 679"/>
                <a:gd name="T24" fmla="*/ 14 w 14"/>
                <a:gd name="T25" fmla="*/ 10 h 679"/>
                <a:gd name="T26" fmla="*/ 11 w 14"/>
                <a:gd name="T27" fmla="*/ 6 h 679"/>
                <a:gd name="T28" fmla="*/ 12 w 14"/>
                <a:gd name="T29" fmla="*/ 0 h 679"/>
                <a:gd name="T30" fmla="*/ 12 w 14"/>
                <a:gd name="T31" fmla="*/ 1 h 679"/>
                <a:gd name="T32" fmla="*/ 12 w 14"/>
                <a:gd name="T33" fmla="*/ 1 h 679"/>
                <a:gd name="T34" fmla="*/ 12 w 14"/>
                <a:gd name="T35" fmla="*/ 1 h 679"/>
                <a:gd name="T36" fmla="*/ 12 w 14"/>
                <a:gd name="T37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679">
                  <a:moveTo>
                    <a:pt x="11" y="6"/>
                  </a:moveTo>
                  <a:lnTo>
                    <a:pt x="10" y="7"/>
                  </a:lnTo>
                  <a:lnTo>
                    <a:pt x="3" y="500"/>
                  </a:lnTo>
                  <a:lnTo>
                    <a:pt x="0" y="666"/>
                  </a:lnTo>
                  <a:lnTo>
                    <a:pt x="0" y="666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4" y="679"/>
                  </a:lnTo>
                  <a:lnTo>
                    <a:pt x="4" y="679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13" y="88"/>
                  </a:lnTo>
                  <a:lnTo>
                    <a:pt x="14" y="10"/>
                  </a:lnTo>
                  <a:lnTo>
                    <a:pt x="11" y="6"/>
                  </a:lnTo>
                  <a:moveTo>
                    <a:pt x="12" y="0"/>
                  </a:moveTo>
                  <a:lnTo>
                    <a:pt x="12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9" name="Freeform 532">
              <a:extLst>
                <a:ext uri="{FF2B5EF4-FFF2-40B4-BE49-F238E27FC236}">
                  <a16:creationId xmlns:a16="http://schemas.microsoft.com/office/drawing/2014/main" id="{5C669963-E6D2-46CC-3CC3-152CC777EE1E}"/>
                </a:ext>
              </a:extLst>
            </p:cNvPr>
            <p:cNvSpPr/>
            <p:nvPr/>
          </p:nvSpPr>
          <p:spPr bwMode="auto">
            <a:xfrm>
              <a:off x="3397314" y="4624425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0" name="Freeform 533">
              <a:extLst>
                <a:ext uri="{FF2B5EF4-FFF2-40B4-BE49-F238E27FC236}">
                  <a16:creationId xmlns:a16="http://schemas.microsoft.com/office/drawing/2014/main" id="{632D1336-FD28-1CBE-0D59-126831A39154}"/>
                </a:ext>
              </a:extLst>
            </p:cNvPr>
            <p:cNvSpPr/>
            <p:nvPr/>
          </p:nvSpPr>
          <p:spPr bwMode="auto">
            <a:xfrm>
              <a:off x="3397314" y="4624425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1" name="Rectangle 534">
              <a:extLst>
                <a:ext uri="{FF2B5EF4-FFF2-40B4-BE49-F238E27FC236}">
                  <a16:creationId xmlns:a16="http://schemas.microsoft.com/office/drawing/2014/main" id="{99EB044D-36F0-4E60-C8B2-6833280E7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2" name="Rectangle 535">
              <a:extLst>
                <a:ext uri="{FF2B5EF4-FFF2-40B4-BE49-F238E27FC236}">
                  <a16:creationId xmlns:a16="http://schemas.microsoft.com/office/drawing/2014/main" id="{823B3AE6-6671-2154-716B-A81224E0D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3" name="Freeform 536">
              <a:extLst>
                <a:ext uri="{FF2B5EF4-FFF2-40B4-BE49-F238E27FC236}">
                  <a16:creationId xmlns:a16="http://schemas.microsoft.com/office/drawing/2014/main" id="{6B7798B2-4399-BC71-577B-9A17990AF1C4}"/>
                </a:ext>
              </a:extLst>
            </p:cNvPr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4" name="Freeform 537">
              <a:extLst>
                <a:ext uri="{FF2B5EF4-FFF2-40B4-BE49-F238E27FC236}">
                  <a16:creationId xmlns:a16="http://schemas.microsoft.com/office/drawing/2014/main" id="{61402F2D-6FE8-62E0-EFA2-CD59B0569D3E}"/>
                </a:ext>
              </a:extLst>
            </p:cNvPr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5" name="Rectangle 538">
              <a:extLst>
                <a:ext uri="{FF2B5EF4-FFF2-40B4-BE49-F238E27FC236}">
                  <a16:creationId xmlns:a16="http://schemas.microsoft.com/office/drawing/2014/main" id="{B3777498-6FEB-23F9-21F1-2DD54F2D1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7789" y="5691225"/>
              <a:ext cx="1587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6" name="Rectangle 539">
              <a:extLst>
                <a:ext uri="{FF2B5EF4-FFF2-40B4-BE49-F238E27FC236}">
                  <a16:creationId xmlns:a16="http://schemas.microsoft.com/office/drawing/2014/main" id="{796E35AA-63E6-7F18-6067-C641E9411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7789" y="5691225"/>
              <a:ext cx="1587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7" name="Rectangle 540">
              <a:extLst>
                <a:ext uri="{FF2B5EF4-FFF2-40B4-BE49-F238E27FC236}">
                  <a16:creationId xmlns:a16="http://schemas.microsoft.com/office/drawing/2014/main" id="{10E5006A-732A-B8D0-75DF-B8D840094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8" name="Rectangle 541">
              <a:extLst>
                <a:ext uri="{FF2B5EF4-FFF2-40B4-BE49-F238E27FC236}">
                  <a16:creationId xmlns:a16="http://schemas.microsoft.com/office/drawing/2014/main" id="{254DA6BD-E9E6-C455-D7F1-405918167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9" name="Rectangle 542">
              <a:extLst>
                <a:ext uri="{FF2B5EF4-FFF2-40B4-BE49-F238E27FC236}">
                  <a16:creationId xmlns:a16="http://schemas.microsoft.com/office/drawing/2014/main" id="{E407828A-53D0-D27F-D154-B5FE86FD0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0" name="Rectangle 543">
              <a:extLst>
                <a:ext uri="{FF2B5EF4-FFF2-40B4-BE49-F238E27FC236}">
                  <a16:creationId xmlns:a16="http://schemas.microsoft.com/office/drawing/2014/main" id="{B8841D97-21C8-AEA4-EC52-A21FB083D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1" name="Freeform 544">
              <a:extLst>
                <a:ext uri="{FF2B5EF4-FFF2-40B4-BE49-F238E27FC236}">
                  <a16:creationId xmlns:a16="http://schemas.microsoft.com/office/drawing/2014/main" id="{8F83243D-0848-73AB-81E6-BF263E2C484A}"/>
                </a:ext>
              </a:extLst>
            </p:cNvPr>
            <p:cNvSpPr/>
            <p:nvPr/>
          </p:nvSpPr>
          <p:spPr bwMode="auto">
            <a:xfrm>
              <a:off x="3089339" y="47752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2" name="Freeform 545">
              <a:extLst>
                <a:ext uri="{FF2B5EF4-FFF2-40B4-BE49-F238E27FC236}">
                  <a16:creationId xmlns:a16="http://schemas.microsoft.com/office/drawing/2014/main" id="{E0C6F60A-BA11-7BE5-8A40-17E9000D15FF}"/>
                </a:ext>
              </a:extLst>
            </p:cNvPr>
            <p:cNvSpPr/>
            <p:nvPr/>
          </p:nvSpPr>
          <p:spPr bwMode="auto">
            <a:xfrm>
              <a:off x="3089339" y="47752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3" name="Freeform 546">
              <a:extLst>
                <a:ext uri="{FF2B5EF4-FFF2-40B4-BE49-F238E27FC236}">
                  <a16:creationId xmlns:a16="http://schemas.microsoft.com/office/drawing/2014/main" id="{D828448C-B396-87DD-346A-8C2343A3462A}"/>
                </a:ext>
              </a:extLst>
            </p:cNvPr>
            <p:cNvSpPr/>
            <p:nvPr/>
          </p:nvSpPr>
          <p:spPr bwMode="auto">
            <a:xfrm>
              <a:off x="3092514" y="4784762"/>
              <a:ext cx="276225" cy="869950"/>
            </a:xfrm>
            <a:custGeom>
              <a:avLst/>
              <a:gdLst>
                <a:gd name="T0" fmla="*/ 0 w 174"/>
                <a:gd name="T1" fmla="*/ 0 h 548"/>
                <a:gd name="T2" fmla="*/ 0 w 174"/>
                <a:gd name="T3" fmla="*/ 0 h 548"/>
                <a:gd name="T4" fmla="*/ 174 w 174"/>
                <a:gd name="T5" fmla="*/ 548 h 548"/>
                <a:gd name="T6" fmla="*/ 174 w 174"/>
                <a:gd name="T7" fmla="*/ 548 h 548"/>
                <a:gd name="T8" fmla="*/ 0 w 174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548">
                  <a:moveTo>
                    <a:pt x="0" y="0"/>
                  </a:moveTo>
                  <a:lnTo>
                    <a:pt x="0" y="0"/>
                  </a:lnTo>
                  <a:lnTo>
                    <a:pt x="174" y="548"/>
                  </a:lnTo>
                  <a:lnTo>
                    <a:pt x="174" y="54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4" name="Freeform 547">
              <a:extLst>
                <a:ext uri="{FF2B5EF4-FFF2-40B4-BE49-F238E27FC236}">
                  <a16:creationId xmlns:a16="http://schemas.microsoft.com/office/drawing/2014/main" id="{9ACC06DF-80CD-F981-6AD8-959B0C52CA23}"/>
                </a:ext>
              </a:extLst>
            </p:cNvPr>
            <p:cNvSpPr/>
            <p:nvPr/>
          </p:nvSpPr>
          <p:spPr bwMode="auto">
            <a:xfrm>
              <a:off x="3092514" y="4784762"/>
              <a:ext cx="276225" cy="869950"/>
            </a:xfrm>
            <a:custGeom>
              <a:avLst/>
              <a:gdLst>
                <a:gd name="T0" fmla="*/ 0 w 174"/>
                <a:gd name="T1" fmla="*/ 0 h 548"/>
                <a:gd name="T2" fmla="*/ 0 w 174"/>
                <a:gd name="T3" fmla="*/ 0 h 548"/>
                <a:gd name="T4" fmla="*/ 174 w 174"/>
                <a:gd name="T5" fmla="*/ 548 h 548"/>
                <a:gd name="T6" fmla="*/ 174 w 174"/>
                <a:gd name="T7" fmla="*/ 548 h 548"/>
                <a:gd name="T8" fmla="*/ 0 w 174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548">
                  <a:moveTo>
                    <a:pt x="0" y="0"/>
                  </a:moveTo>
                  <a:lnTo>
                    <a:pt x="0" y="0"/>
                  </a:lnTo>
                  <a:lnTo>
                    <a:pt x="174" y="548"/>
                  </a:lnTo>
                  <a:lnTo>
                    <a:pt x="174" y="54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5" name="Freeform 548">
              <a:extLst>
                <a:ext uri="{FF2B5EF4-FFF2-40B4-BE49-F238E27FC236}">
                  <a16:creationId xmlns:a16="http://schemas.microsoft.com/office/drawing/2014/main" id="{7EF8CB16-6A50-8DDC-4246-42E36C8F43B3}"/>
                </a:ext>
              </a:extLst>
            </p:cNvPr>
            <p:cNvSpPr/>
            <p:nvPr/>
          </p:nvSpPr>
          <p:spPr bwMode="auto">
            <a:xfrm>
              <a:off x="3383026" y="5699162"/>
              <a:ext cx="4762" cy="19050"/>
            </a:xfrm>
            <a:custGeom>
              <a:avLst/>
              <a:gdLst>
                <a:gd name="T0" fmla="*/ 3 w 3"/>
                <a:gd name="T1" fmla="*/ 0 h 12"/>
                <a:gd name="T2" fmla="*/ 2 w 3"/>
                <a:gd name="T3" fmla="*/ 0 h 12"/>
                <a:gd name="T4" fmla="*/ 0 w 3"/>
                <a:gd name="T5" fmla="*/ 1 h 12"/>
                <a:gd name="T6" fmla="*/ 3 w 3"/>
                <a:gd name="T7" fmla="*/ 12 h 12"/>
                <a:gd name="T8" fmla="*/ 3 w 3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2">
                  <a:moveTo>
                    <a:pt x="3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3" y="12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6" name="Freeform 549">
              <a:extLst>
                <a:ext uri="{FF2B5EF4-FFF2-40B4-BE49-F238E27FC236}">
                  <a16:creationId xmlns:a16="http://schemas.microsoft.com/office/drawing/2014/main" id="{0B49BEC2-FC1D-3E78-893A-B13E39C3E11E}"/>
                </a:ext>
              </a:extLst>
            </p:cNvPr>
            <p:cNvSpPr/>
            <p:nvPr/>
          </p:nvSpPr>
          <p:spPr bwMode="auto">
            <a:xfrm>
              <a:off x="3383026" y="5699162"/>
              <a:ext cx="4762" cy="19050"/>
            </a:xfrm>
            <a:custGeom>
              <a:avLst/>
              <a:gdLst>
                <a:gd name="T0" fmla="*/ 3 w 3"/>
                <a:gd name="T1" fmla="*/ 0 h 12"/>
                <a:gd name="T2" fmla="*/ 2 w 3"/>
                <a:gd name="T3" fmla="*/ 0 h 12"/>
                <a:gd name="T4" fmla="*/ 0 w 3"/>
                <a:gd name="T5" fmla="*/ 1 h 12"/>
                <a:gd name="T6" fmla="*/ 3 w 3"/>
                <a:gd name="T7" fmla="*/ 12 h 12"/>
                <a:gd name="T8" fmla="*/ 3 w 3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2">
                  <a:moveTo>
                    <a:pt x="3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3" y="12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7" name="Freeform 550">
              <a:extLst>
                <a:ext uri="{FF2B5EF4-FFF2-40B4-BE49-F238E27FC236}">
                  <a16:creationId xmlns:a16="http://schemas.microsoft.com/office/drawing/2014/main" id="{00BDD12D-7A94-AC75-9BA1-EAD66B675711}"/>
                </a:ext>
              </a:extLst>
            </p:cNvPr>
            <p:cNvSpPr/>
            <p:nvPr/>
          </p:nvSpPr>
          <p:spPr bwMode="auto">
            <a:xfrm>
              <a:off x="3386201" y="5699162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8" name="Freeform 551">
              <a:extLst>
                <a:ext uri="{FF2B5EF4-FFF2-40B4-BE49-F238E27FC236}">
                  <a16:creationId xmlns:a16="http://schemas.microsoft.com/office/drawing/2014/main" id="{A1C3F303-CA57-0C8D-3D21-AE6C946BDC66}"/>
                </a:ext>
              </a:extLst>
            </p:cNvPr>
            <p:cNvSpPr/>
            <p:nvPr/>
          </p:nvSpPr>
          <p:spPr bwMode="auto">
            <a:xfrm>
              <a:off x="3386201" y="5699162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9" name="Freeform 552">
              <a:extLst>
                <a:ext uri="{FF2B5EF4-FFF2-40B4-BE49-F238E27FC236}">
                  <a16:creationId xmlns:a16="http://schemas.microsoft.com/office/drawing/2014/main" id="{06819285-86CA-E469-DE11-8B136138283C}"/>
                </a:ext>
              </a:extLst>
            </p:cNvPr>
            <p:cNvSpPr/>
            <p:nvPr/>
          </p:nvSpPr>
          <p:spPr bwMode="auto">
            <a:xfrm>
              <a:off x="3090926" y="47704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3 w 3"/>
                <a:gd name="T5" fmla="*/ 1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0" name="Freeform 553">
              <a:extLst>
                <a:ext uri="{FF2B5EF4-FFF2-40B4-BE49-F238E27FC236}">
                  <a16:creationId xmlns:a16="http://schemas.microsoft.com/office/drawing/2014/main" id="{08F85045-CAF3-3B78-E103-C2A8A72EF6AF}"/>
                </a:ext>
              </a:extLst>
            </p:cNvPr>
            <p:cNvSpPr/>
            <p:nvPr/>
          </p:nvSpPr>
          <p:spPr bwMode="auto">
            <a:xfrm>
              <a:off x="3090926" y="47704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3 w 3"/>
                <a:gd name="T5" fmla="*/ 1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1" name="Freeform 554">
              <a:extLst>
                <a:ext uri="{FF2B5EF4-FFF2-40B4-BE49-F238E27FC236}">
                  <a16:creationId xmlns:a16="http://schemas.microsoft.com/office/drawing/2014/main" id="{F839F125-DCF8-624E-353A-31774D7E41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86151" y="4776825"/>
              <a:ext cx="106362" cy="115888"/>
            </a:xfrm>
            <a:custGeom>
              <a:avLst/>
              <a:gdLst>
                <a:gd name="T0" fmla="*/ 67 w 67"/>
                <a:gd name="T1" fmla="*/ 5 h 73"/>
                <a:gd name="T2" fmla="*/ 39 w 67"/>
                <a:gd name="T3" fmla="*/ 36 h 73"/>
                <a:gd name="T4" fmla="*/ 67 w 67"/>
                <a:gd name="T5" fmla="*/ 5 h 73"/>
                <a:gd name="T6" fmla="*/ 67 w 67"/>
                <a:gd name="T7" fmla="*/ 5 h 73"/>
                <a:gd name="T8" fmla="*/ 65 w 67"/>
                <a:gd name="T9" fmla="*/ 0 h 73"/>
                <a:gd name="T10" fmla="*/ 0 w 67"/>
                <a:gd name="T11" fmla="*/ 73 h 73"/>
                <a:gd name="T12" fmla="*/ 0 w 67"/>
                <a:gd name="T13" fmla="*/ 73 h 73"/>
                <a:gd name="T14" fmla="*/ 65 w 67"/>
                <a:gd name="T15" fmla="*/ 0 h 73"/>
                <a:gd name="T16" fmla="*/ 65 w 67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73">
                  <a:moveTo>
                    <a:pt x="67" y="5"/>
                  </a:moveTo>
                  <a:lnTo>
                    <a:pt x="39" y="36"/>
                  </a:lnTo>
                  <a:lnTo>
                    <a:pt x="67" y="5"/>
                  </a:lnTo>
                  <a:lnTo>
                    <a:pt x="67" y="5"/>
                  </a:lnTo>
                  <a:close/>
                  <a:moveTo>
                    <a:pt x="65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65" y="0"/>
                  </a:lnTo>
                  <a:lnTo>
                    <a:pt x="6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2" name="Freeform 555">
              <a:extLst>
                <a:ext uri="{FF2B5EF4-FFF2-40B4-BE49-F238E27FC236}">
                  <a16:creationId xmlns:a16="http://schemas.microsoft.com/office/drawing/2014/main" id="{38026E7B-2AED-1A8E-2B9D-269484612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86151" y="4776825"/>
              <a:ext cx="106362" cy="115888"/>
            </a:xfrm>
            <a:custGeom>
              <a:avLst/>
              <a:gdLst>
                <a:gd name="T0" fmla="*/ 67 w 67"/>
                <a:gd name="T1" fmla="*/ 5 h 73"/>
                <a:gd name="T2" fmla="*/ 39 w 67"/>
                <a:gd name="T3" fmla="*/ 36 h 73"/>
                <a:gd name="T4" fmla="*/ 67 w 67"/>
                <a:gd name="T5" fmla="*/ 5 h 73"/>
                <a:gd name="T6" fmla="*/ 67 w 67"/>
                <a:gd name="T7" fmla="*/ 5 h 73"/>
                <a:gd name="T8" fmla="*/ 65 w 67"/>
                <a:gd name="T9" fmla="*/ 0 h 73"/>
                <a:gd name="T10" fmla="*/ 0 w 67"/>
                <a:gd name="T11" fmla="*/ 73 h 73"/>
                <a:gd name="T12" fmla="*/ 0 w 67"/>
                <a:gd name="T13" fmla="*/ 73 h 73"/>
                <a:gd name="T14" fmla="*/ 65 w 67"/>
                <a:gd name="T15" fmla="*/ 0 h 73"/>
                <a:gd name="T16" fmla="*/ 65 w 67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73">
                  <a:moveTo>
                    <a:pt x="67" y="5"/>
                  </a:moveTo>
                  <a:lnTo>
                    <a:pt x="39" y="36"/>
                  </a:lnTo>
                  <a:lnTo>
                    <a:pt x="67" y="5"/>
                  </a:lnTo>
                  <a:lnTo>
                    <a:pt x="67" y="5"/>
                  </a:lnTo>
                  <a:moveTo>
                    <a:pt x="65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65" y="0"/>
                  </a:lnTo>
                  <a:lnTo>
                    <a:pt x="6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3" name="Freeform 556">
              <a:extLst>
                <a:ext uri="{FF2B5EF4-FFF2-40B4-BE49-F238E27FC236}">
                  <a16:creationId xmlns:a16="http://schemas.microsoft.com/office/drawing/2014/main" id="{AAF98D97-2122-F427-7C8B-F3484D9462AE}"/>
                </a:ext>
              </a:extLst>
            </p:cNvPr>
            <p:cNvSpPr/>
            <p:nvPr/>
          </p:nvSpPr>
          <p:spPr bwMode="auto">
            <a:xfrm>
              <a:off x="2984564" y="4776825"/>
              <a:ext cx="107950" cy="125413"/>
            </a:xfrm>
            <a:custGeom>
              <a:avLst/>
              <a:gdLst>
                <a:gd name="T0" fmla="*/ 66 w 68"/>
                <a:gd name="T1" fmla="*/ 0 h 79"/>
                <a:gd name="T2" fmla="*/ 1 w 68"/>
                <a:gd name="T3" fmla="*/ 73 h 79"/>
                <a:gd name="T4" fmla="*/ 1 w 68"/>
                <a:gd name="T5" fmla="*/ 73 h 79"/>
                <a:gd name="T6" fmla="*/ 1 w 68"/>
                <a:gd name="T7" fmla="*/ 74 h 79"/>
                <a:gd name="T8" fmla="*/ 2 w 68"/>
                <a:gd name="T9" fmla="*/ 72 h 79"/>
                <a:gd name="T10" fmla="*/ 0 w 68"/>
                <a:gd name="T11" fmla="*/ 79 h 79"/>
                <a:gd name="T12" fmla="*/ 1 w 68"/>
                <a:gd name="T13" fmla="*/ 79 h 79"/>
                <a:gd name="T14" fmla="*/ 40 w 68"/>
                <a:gd name="T15" fmla="*/ 36 h 79"/>
                <a:gd name="T16" fmla="*/ 68 w 68"/>
                <a:gd name="T17" fmla="*/ 5 h 79"/>
                <a:gd name="T18" fmla="*/ 67 w 68"/>
                <a:gd name="T19" fmla="*/ 4 h 79"/>
                <a:gd name="T20" fmla="*/ 67 w 68"/>
                <a:gd name="T21" fmla="*/ 4 h 79"/>
                <a:gd name="T22" fmla="*/ 67 w 68"/>
                <a:gd name="T23" fmla="*/ 1 h 79"/>
                <a:gd name="T24" fmla="*/ 66 w 68"/>
                <a:gd name="T2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79">
                  <a:moveTo>
                    <a:pt x="66" y="0"/>
                  </a:moveTo>
                  <a:lnTo>
                    <a:pt x="1" y="73"/>
                  </a:lnTo>
                  <a:lnTo>
                    <a:pt x="1" y="73"/>
                  </a:lnTo>
                  <a:lnTo>
                    <a:pt x="1" y="74"/>
                  </a:lnTo>
                  <a:lnTo>
                    <a:pt x="2" y="72"/>
                  </a:lnTo>
                  <a:lnTo>
                    <a:pt x="0" y="79"/>
                  </a:lnTo>
                  <a:lnTo>
                    <a:pt x="1" y="79"/>
                  </a:lnTo>
                  <a:lnTo>
                    <a:pt x="40" y="36"/>
                  </a:lnTo>
                  <a:lnTo>
                    <a:pt x="68" y="5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7" y="1"/>
                  </a:lnTo>
                  <a:lnTo>
                    <a:pt x="6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4" name="Freeform 557">
              <a:extLst>
                <a:ext uri="{FF2B5EF4-FFF2-40B4-BE49-F238E27FC236}">
                  <a16:creationId xmlns:a16="http://schemas.microsoft.com/office/drawing/2014/main" id="{4CB2CC3B-9AAB-F5B3-C52E-410A14662270}"/>
                </a:ext>
              </a:extLst>
            </p:cNvPr>
            <p:cNvSpPr/>
            <p:nvPr/>
          </p:nvSpPr>
          <p:spPr bwMode="auto">
            <a:xfrm>
              <a:off x="2984564" y="4776825"/>
              <a:ext cx="107950" cy="125413"/>
            </a:xfrm>
            <a:custGeom>
              <a:avLst/>
              <a:gdLst>
                <a:gd name="T0" fmla="*/ 66 w 68"/>
                <a:gd name="T1" fmla="*/ 0 h 79"/>
                <a:gd name="T2" fmla="*/ 1 w 68"/>
                <a:gd name="T3" fmla="*/ 73 h 79"/>
                <a:gd name="T4" fmla="*/ 1 w 68"/>
                <a:gd name="T5" fmla="*/ 73 h 79"/>
                <a:gd name="T6" fmla="*/ 1 w 68"/>
                <a:gd name="T7" fmla="*/ 74 h 79"/>
                <a:gd name="T8" fmla="*/ 2 w 68"/>
                <a:gd name="T9" fmla="*/ 72 h 79"/>
                <a:gd name="T10" fmla="*/ 0 w 68"/>
                <a:gd name="T11" fmla="*/ 79 h 79"/>
                <a:gd name="T12" fmla="*/ 1 w 68"/>
                <a:gd name="T13" fmla="*/ 79 h 79"/>
                <a:gd name="T14" fmla="*/ 40 w 68"/>
                <a:gd name="T15" fmla="*/ 36 h 79"/>
                <a:gd name="T16" fmla="*/ 68 w 68"/>
                <a:gd name="T17" fmla="*/ 5 h 79"/>
                <a:gd name="T18" fmla="*/ 67 w 68"/>
                <a:gd name="T19" fmla="*/ 4 h 79"/>
                <a:gd name="T20" fmla="*/ 67 w 68"/>
                <a:gd name="T21" fmla="*/ 4 h 79"/>
                <a:gd name="T22" fmla="*/ 67 w 68"/>
                <a:gd name="T23" fmla="*/ 1 h 79"/>
                <a:gd name="T24" fmla="*/ 66 w 68"/>
                <a:gd name="T2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79">
                  <a:moveTo>
                    <a:pt x="66" y="0"/>
                  </a:moveTo>
                  <a:lnTo>
                    <a:pt x="1" y="73"/>
                  </a:lnTo>
                  <a:lnTo>
                    <a:pt x="1" y="73"/>
                  </a:lnTo>
                  <a:lnTo>
                    <a:pt x="1" y="74"/>
                  </a:lnTo>
                  <a:lnTo>
                    <a:pt x="2" y="72"/>
                  </a:lnTo>
                  <a:lnTo>
                    <a:pt x="0" y="79"/>
                  </a:lnTo>
                  <a:lnTo>
                    <a:pt x="1" y="79"/>
                  </a:lnTo>
                  <a:lnTo>
                    <a:pt x="40" y="36"/>
                  </a:lnTo>
                  <a:lnTo>
                    <a:pt x="68" y="5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7" y="1"/>
                  </a:lnTo>
                  <a:lnTo>
                    <a:pt x="6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5" name="Freeform 558">
              <a:extLst>
                <a:ext uri="{FF2B5EF4-FFF2-40B4-BE49-F238E27FC236}">
                  <a16:creationId xmlns:a16="http://schemas.microsoft.com/office/drawing/2014/main" id="{3419053E-AB21-4268-35F3-F1ED34A36AA8}"/>
                </a:ext>
              </a:extLst>
            </p:cNvPr>
            <p:cNvSpPr/>
            <p:nvPr/>
          </p:nvSpPr>
          <p:spPr bwMode="auto">
            <a:xfrm>
              <a:off x="2981389" y="4892712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6" name="Freeform 559">
              <a:extLst>
                <a:ext uri="{FF2B5EF4-FFF2-40B4-BE49-F238E27FC236}">
                  <a16:creationId xmlns:a16="http://schemas.microsoft.com/office/drawing/2014/main" id="{9234624D-5559-6BA6-B4A4-158F8B99418F}"/>
                </a:ext>
              </a:extLst>
            </p:cNvPr>
            <p:cNvSpPr/>
            <p:nvPr/>
          </p:nvSpPr>
          <p:spPr bwMode="auto">
            <a:xfrm>
              <a:off x="2981389" y="4892712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7" name="Rectangle 560">
              <a:extLst>
                <a:ext uri="{FF2B5EF4-FFF2-40B4-BE49-F238E27FC236}">
                  <a16:creationId xmlns:a16="http://schemas.microsoft.com/office/drawing/2014/main" id="{0DDC809A-146F-5C65-9E2A-77BDF1FF1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926" y="4778412"/>
              <a:ext cx="1587" cy="4763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8" name="Freeform 561">
              <a:extLst>
                <a:ext uri="{FF2B5EF4-FFF2-40B4-BE49-F238E27FC236}">
                  <a16:creationId xmlns:a16="http://schemas.microsoft.com/office/drawing/2014/main" id="{A1C3CED7-5FE7-D047-C463-DBB6B470083D}"/>
                </a:ext>
              </a:extLst>
            </p:cNvPr>
            <p:cNvSpPr/>
            <p:nvPr/>
          </p:nvSpPr>
          <p:spPr bwMode="auto">
            <a:xfrm flipH="1">
              <a:off x="3090926" y="4778412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9" name="Freeform 562">
              <a:extLst>
                <a:ext uri="{FF2B5EF4-FFF2-40B4-BE49-F238E27FC236}">
                  <a16:creationId xmlns:a16="http://schemas.microsoft.com/office/drawing/2014/main" id="{FCB0BE3F-2981-365F-02C1-426036DAC152}"/>
                </a:ext>
              </a:extLst>
            </p:cNvPr>
            <p:cNvSpPr/>
            <p:nvPr/>
          </p:nvSpPr>
          <p:spPr bwMode="auto">
            <a:xfrm>
              <a:off x="3098864" y="4780000"/>
              <a:ext cx="271462" cy="860425"/>
            </a:xfrm>
            <a:custGeom>
              <a:avLst/>
              <a:gdLst>
                <a:gd name="T0" fmla="*/ 0 w 171"/>
                <a:gd name="T1" fmla="*/ 0 h 542"/>
                <a:gd name="T2" fmla="*/ 0 w 171"/>
                <a:gd name="T3" fmla="*/ 0 h 542"/>
                <a:gd name="T4" fmla="*/ 171 w 171"/>
                <a:gd name="T5" fmla="*/ 542 h 542"/>
                <a:gd name="T6" fmla="*/ 0 w 17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" h="542">
                  <a:moveTo>
                    <a:pt x="0" y="0"/>
                  </a:moveTo>
                  <a:lnTo>
                    <a:pt x="0" y="0"/>
                  </a:lnTo>
                  <a:lnTo>
                    <a:pt x="171" y="54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0" name="Freeform 563">
              <a:extLst>
                <a:ext uri="{FF2B5EF4-FFF2-40B4-BE49-F238E27FC236}">
                  <a16:creationId xmlns:a16="http://schemas.microsoft.com/office/drawing/2014/main" id="{E028A8C6-3F78-216A-A911-9D29ABCF6FD8}"/>
                </a:ext>
              </a:extLst>
            </p:cNvPr>
            <p:cNvSpPr/>
            <p:nvPr/>
          </p:nvSpPr>
          <p:spPr bwMode="auto">
            <a:xfrm>
              <a:off x="3098864" y="4780000"/>
              <a:ext cx="271462" cy="860425"/>
            </a:xfrm>
            <a:custGeom>
              <a:avLst/>
              <a:gdLst>
                <a:gd name="T0" fmla="*/ 0 w 171"/>
                <a:gd name="T1" fmla="*/ 0 h 542"/>
                <a:gd name="T2" fmla="*/ 0 w 171"/>
                <a:gd name="T3" fmla="*/ 0 h 542"/>
                <a:gd name="T4" fmla="*/ 171 w 171"/>
                <a:gd name="T5" fmla="*/ 542 h 542"/>
                <a:gd name="T6" fmla="*/ 0 w 17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" h="542">
                  <a:moveTo>
                    <a:pt x="0" y="0"/>
                  </a:moveTo>
                  <a:lnTo>
                    <a:pt x="0" y="0"/>
                  </a:lnTo>
                  <a:lnTo>
                    <a:pt x="171" y="54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1" name="Freeform 564">
              <a:extLst>
                <a:ext uri="{FF2B5EF4-FFF2-40B4-BE49-F238E27FC236}">
                  <a16:creationId xmlns:a16="http://schemas.microsoft.com/office/drawing/2014/main" id="{0FC13956-766D-0E0F-BB63-E19C1A937C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6825"/>
              <a:ext cx="292100" cy="904875"/>
            </a:xfrm>
            <a:custGeom>
              <a:avLst/>
              <a:gdLst>
                <a:gd name="T0" fmla="*/ 6 w 184"/>
                <a:gd name="T1" fmla="*/ 2 h 570"/>
                <a:gd name="T2" fmla="*/ 4 w 184"/>
                <a:gd name="T3" fmla="*/ 2 h 570"/>
                <a:gd name="T4" fmla="*/ 2 w 184"/>
                <a:gd name="T5" fmla="*/ 5 h 570"/>
                <a:gd name="T6" fmla="*/ 2 w 184"/>
                <a:gd name="T7" fmla="*/ 5 h 570"/>
                <a:gd name="T8" fmla="*/ 2 w 184"/>
                <a:gd name="T9" fmla="*/ 5 h 570"/>
                <a:gd name="T10" fmla="*/ 176 w 184"/>
                <a:gd name="T11" fmla="*/ 553 h 570"/>
                <a:gd name="T12" fmla="*/ 184 w 184"/>
                <a:gd name="T13" fmla="*/ 570 h 570"/>
                <a:gd name="T14" fmla="*/ 184 w 184"/>
                <a:gd name="T15" fmla="*/ 565 h 570"/>
                <a:gd name="T16" fmla="*/ 177 w 184"/>
                <a:gd name="T17" fmla="*/ 544 h 570"/>
                <a:gd name="T18" fmla="*/ 6 w 184"/>
                <a:gd name="T19" fmla="*/ 2 h 570"/>
                <a:gd name="T20" fmla="*/ 6 w 184"/>
                <a:gd name="T21" fmla="*/ 2 h 570"/>
                <a:gd name="T22" fmla="*/ 0 w 184"/>
                <a:gd name="T23" fmla="*/ 0 h 570"/>
                <a:gd name="T24" fmla="*/ 0 w 184"/>
                <a:gd name="T25" fmla="*/ 0 h 570"/>
                <a:gd name="T26" fmla="*/ 0 w 184"/>
                <a:gd name="T27" fmla="*/ 0 h 570"/>
                <a:gd name="T28" fmla="*/ 0 w 184"/>
                <a:gd name="T29" fmla="*/ 0 h 570"/>
                <a:gd name="T30" fmla="*/ 0 w 184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4" h="570">
                  <a:moveTo>
                    <a:pt x="6" y="2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76" y="553"/>
                  </a:lnTo>
                  <a:lnTo>
                    <a:pt x="184" y="570"/>
                  </a:lnTo>
                  <a:lnTo>
                    <a:pt x="184" y="565"/>
                  </a:lnTo>
                  <a:lnTo>
                    <a:pt x="177" y="544"/>
                  </a:lnTo>
                  <a:lnTo>
                    <a:pt x="6" y="2"/>
                  </a:lnTo>
                  <a:lnTo>
                    <a:pt x="6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2" name="Freeform 565">
              <a:extLst>
                <a:ext uri="{FF2B5EF4-FFF2-40B4-BE49-F238E27FC236}">
                  <a16:creationId xmlns:a16="http://schemas.microsoft.com/office/drawing/2014/main" id="{B86E7823-31A8-0647-8AF3-ADAA8EEF94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6825"/>
              <a:ext cx="292100" cy="904875"/>
            </a:xfrm>
            <a:custGeom>
              <a:avLst/>
              <a:gdLst>
                <a:gd name="T0" fmla="*/ 6 w 184"/>
                <a:gd name="T1" fmla="*/ 2 h 570"/>
                <a:gd name="T2" fmla="*/ 4 w 184"/>
                <a:gd name="T3" fmla="*/ 2 h 570"/>
                <a:gd name="T4" fmla="*/ 2 w 184"/>
                <a:gd name="T5" fmla="*/ 5 h 570"/>
                <a:gd name="T6" fmla="*/ 2 w 184"/>
                <a:gd name="T7" fmla="*/ 5 h 570"/>
                <a:gd name="T8" fmla="*/ 2 w 184"/>
                <a:gd name="T9" fmla="*/ 5 h 570"/>
                <a:gd name="T10" fmla="*/ 176 w 184"/>
                <a:gd name="T11" fmla="*/ 553 h 570"/>
                <a:gd name="T12" fmla="*/ 184 w 184"/>
                <a:gd name="T13" fmla="*/ 570 h 570"/>
                <a:gd name="T14" fmla="*/ 184 w 184"/>
                <a:gd name="T15" fmla="*/ 565 h 570"/>
                <a:gd name="T16" fmla="*/ 177 w 184"/>
                <a:gd name="T17" fmla="*/ 544 h 570"/>
                <a:gd name="T18" fmla="*/ 6 w 184"/>
                <a:gd name="T19" fmla="*/ 2 h 570"/>
                <a:gd name="T20" fmla="*/ 6 w 184"/>
                <a:gd name="T21" fmla="*/ 2 h 570"/>
                <a:gd name="T22" fmla="*/ 0 w 184"/>
                <a:gd name="T23" fmla="*/ 0 h 570"/>
                <a:gd name="T24" fmla="*/ 0 w 184"/>
                <a:gd name="T25" fmla="*/ 0 h 570"/>
                <a:gd name="T26" fmla="*/ 0 w 184"/>
                <a:gd name="T27" fmla="*/ 0 h 570"/>
                <a:gd name="T28" fmla="*/ 0 w 184"/>
                <a:gd name="T29" fmla="*/ 0 h 570"/>
                <a:gd name="T30" fmla="*/ 0 w 184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4" h="570">
                  <a:moveTo>
                    <a:pt x="6" y="2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76" y="553"/>
                  </a:lnTo>
                  <a:lnTo>
                    <a:pt x="184" y="570"/>
                  </a:lnTo>
                  <a:lnTo>
                    <a:pt x="184" y="565"/>
                  </a:lnTo>
                  <a:lnTo>
                    <a:pt x="177" y="544"/>
                  </a:lnTo>
                  <a:lnTo>
                    <a:pt x="6" y="2"/>
                  </a:lnTo>
                  <a:lnTo>
                    <a:pt x="6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3" name="Freeform 566">
              <a:extLst>
                <a:ext uri="{FF2B5EF4-FFF2-40B4-BE49-F238E27FC236}">
                  <a16:creationId xmlns:a16="http://schemas.microsoft.com/office/drawing/2014/main" id="{A5B9C288-F4A9-862A-B34A-2F43F13411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6825"/>
              <a:ext cx="9525" cy="3175"/>
            </a:xfrm>
            <a:custGeom>
              <a:avLst/>
              <a:gdLst>
                <a:gd name="T0" fmla="*/ 5 w 6"/>
                <a:gd name="T1" fmla="*/ 0 h 2"/>
                <a:gd name="T2" fmla="*/ 5 w 6"/>
                <a:gd name="T3" fmla="*/ 1 h 2"/>
                <a:gd name="T4" fmla="*/ 4 w 6"/>
                <a:gd name="T5" fmla="*/ 2 h 2"/>
                <a:gd name="T6" fmla="*/ 6 w 6"/>
                <a:gd name="T7" fmla="*/ 2 h 2"/>
                <a:gd name="T8" fmla="*/ 5 w 6"/>
                <a:gd name="T9" fmla="*/ 0 h 2"/>
                <a:gd name="T10" fmla="*/ 0 w 6"/>
                <a:gd name="T11" fmla="*/ 0 h 2"/>
                <a:gd name="T12" fmla="*/ 0 w 6"/>
                <a:gd name="T13" fmla="*/ 0 h 2"/>
                <a:gd name="T14" fmla="*/ 0 w 6"/>
                <a:gd name="T15" fmla="*/ 0 h 2"/>
                <a:gd name="T16" fmla="*/ 0 w 6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">
                  <a:moveTo>
                    <a:pt x="5" y="0"/>
                  </a:moveTo>
                  <a:lnTo>
                    <a:pt x="5" y="1"/>
                  </a:lnTo>
                  <a:lnTo>
                    <a:pt x="4" y="2"/>
                  </a:lnTo>
                  <a:lnTo>
                    <a:pt x="6" y="2"/>
                  </a:lnTo>
                  <a:lnTo>
                    <a:pt x="5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4" name="Freeform 567">
              <a:extLst>
                <a:ext uri="{FF2B5EF4-FFF2-40B4-BE49-F238E27FC236}">
                  <a16:creationId xmlns:a16="http://schemas.microsoft.com/office/drawing/2014/main" id="{2CF7C5E3-1B62-5878-8990-ADFA3F9EA9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6825"/>
              <a:ext cx="9525" cy="3175"/>
            </a:xfrm>
            <a:custGeom>
              <a:avLst/>
              <a:gdLst>
                <a:gd name="T0" fmla="*/ 5 w 6"/>
                <a:gd name="T1" fmla="*/ 0 h 2"/>
                <a:gd name="T2" fmla="*/ 5 w 6"/>
                <a:gd name="T3" fmla="*/ 1 h 2"/>
                <a:gd name="T4" fmla="*/ 4 w 6"/>
                <a:gd name="T5" fmla="*/ 2 h 2"/>
                <a:gd name="T6" fmla="*/ 6 w 6"/>
                <a:gd name="T7" fmla="*/ 2 h 2"/>
                <a:gd name="T8" fmla="*/ 5 w 6"/>
                <a:gd name="T9" fmla="*/ 0 h 2"/>
                <a:gd name="T10" fmla="*/ 0 w 6"/>
                <a:gd name="T11" fmla="*/ 0 h 2"/>
                <a:gd name="T12" fmla="*/ 0 w 6"/>
                <a:gd name="T13" fmla="*/ 0 h 2"/>
                <a:gd name="T14" fmla="*/ 0 w 6"/>
                <a:gd name="T15" fmla="*/ 0 h 2"/>
                <a:gd name="T16" fmla="*/ 0 w 6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">
                  <a:moveTo>
                    <a:pt x="5" y="0"/>
                  </a:moveTo>
                  <a:lnTo>
                    <a:pt x="5" y="1"/>
                  </a:lnTo>
                  <a:lnTo>
                    <a:pt x="4" y="2"/>
                  </a:lnTo>
                  <a:lnTo>
                    <a:pt x="6" y="2"/>
                  </a:lnTo>
                  <a:lnTo>
                    <a:pt x="5" y="0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5" name="Freeform 568">
              <a:extLst>
                <a:ext uri="{FF2B5EF4-FFF2-40B4-BE49-F238E27FC236}">
                  <a16:creationId xmlns:a16="http://schemas.microsoft.com/office/drawing/2014/main" id="{0C0E70BC-194E-8B92-0428-2C5F58C1E2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6825"/>
              <a:ext cx="6350" cy="7938"/>
            </a:xfrm>
            <a:custGeom>
              <a:avLst/>
              <a:gdLst>
                <a:gd name="T0" fmla="*/ 4 w 4"/>
                <a:gd name="T1" fmla="*/ 2 h 5"/>
                <a:gd name="T2" fmla="*/ 1 w 4"/>
                <a:gd name="T3" fmla="*/ 4 h 5"/>
                <a:gd name="T4" fmla="*/ 2 w 4"/>
                <a:gd name="T5" fmla="*/ 5 h 5"/>
                <a:gd name="T6" fmla="*/ 4 w 4"/>
                <a:gd name="T7" fmla="*/ 2 h 5"/>
                <a:gd name="T8" fmla="*/ 0 w 4"/>
                <a:gd name="T9" fmla="*/ 0 h 5"/>
                <a:gd name="T10" fmla="*/ 0 w 4"/>
                <a:gd name="T11" fmla="*/ 0 h 5"/>
                <a:gd name="T12" fmla="*/ 1 w 4"/>
                <a:gd name="T13" fmla="*/ 1 h 5"/>
                <a:gd name="T14" fmla="*/ 0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lnTo>
                    <a:pt x="1" y="4"/>
                  </a:lnTo>
                  <a:lnTo>
                    <a:pt x="2" y="5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6" name="Freeform 569">
              <a:extLst>
                <a:ext uri="{FF2B5EF4-FFF2-40B4-BE49-F238E27FC236}">
                  <a16:creationId xmlns:a16="http://schemas.microsoft.com/office/drawing/2014/main" id="{C7894BE0-941D-A5D2-8E05-DC615DAC2B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6825"/>
              <a:ext cx="6350" cy="7938"/>
            </a:xfrm>
            <a:custGeom>
              <a:avLst/>
              <a:gdLst>
                <a:gd name="T0" fmla="*/ 4 w 4"/>
                <a:gd name="T1" fmla="*/ 2 h 5"/>
                <a:gd name="T2" fmla="*/ 1 w 4"/>
                <a:gd name="T3" fmla="*/ 4 h 5"/>
                <a:gd name="T4" fmla="*/ 2 w 4"/>
                <a:gd name="T5" fmla="*/ 5 h 5"/>
                <a:gd name="T6" fmla="*/ 4 w 4"/>
                <a:gd name="T7" fmla="*/ 2 h 5"/>
                <a:gd name="T8" fmla="*/ 0 w 4"/>
                <a:gd name="T9" fmla="*/ 0 h 5"/>
                <a:gd name="T10" fmla="*/ 0 w 4"/>
                <a:gd name="T11" fmla="*/ 0 h 5"/>
                <a:gd name="T12" fmla="*/ 1 w 4"/>
                <a:gd name="T13" fmla="*/ 1 h 5"/>
                <a:gd name="T14" fmla="*/ 0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lnTo>
                    <a:pt x="1" y="4"/>
                  </a:lnTo>
                  <a:lnTo>
                    <a:pt x="2" y="5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7" name="Freeform 570">
              <a:extLst>
                <a:ext uri="{FF2B5EF4-FFF2-40B4-BE49-F238E27FC236}">
                  <a16:creationId xmlns:a16="http://schemas.microsoft.com/office/drawing/2014/main" id="{88F212D4-9513-2C89-5674-D087535AB4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2062"/>
              <a:ext cx="7937" cy="11113"/>
            </a:xfrm>
            <a:custGeom>
              <a:avLst/>
              <a:gdLst>
                <a:gd name="T0" fmla="*/ 1 w 5"/>
                <a:gd name="T1" fmla="*/ 4 h 7"/>
                <a:gd name="T2" fmla="*/ 3 w 5"/>
                <a:gd name="T3" fmla="*/ 4 h 7"/>
                <a:gd name="T4" fmla="*/ 1 w 5"/>
                <a:gd name="T5" fmla="*/ 4 h 7"/>
                <a:gd name="T6" fmla="*/ 4 w 5"/>
                <a:gd name="T7" fmla="*/ 0 h 7"/>
                <a:gd name="T8" fmla="*/ 1 w 5"/>
                <a:gd name="T9" fmla="*/ 2 h 7"/>
                <a:gd name="T10" fmla="*/ 1 w 5"/>
                <a:gd name="T11" fmla="*/ 2 h 7"/>
                <a:gd name="T12" fmla="*/ 0 w 5"/>
                <a:gd name="T13" fmla="*/ 3 h 7"/>
                <a:gd name="T14" fmla="*/ 0 w 5"/>
                <a:gd name="T15" fmla="*/ 3 h 7"/>
                <a:gd name="T16" fmla="*/ 1 w 5"/>
                <a:gd name="T17" fmla="*/ 4 h 7"/>
                <a:gd name="T18" fmla="*/ 1 w 5"/>
                <a:gd name="T19" fmla="*/ 7 h 7"/>
                <a:gd name="T20" fmla="*/ 4 w 5"/>
                <a:gd name="T21" fmla="*/ 5 h 7"/>
                <a:gd name="T22" fmla="*/ 5 w 5"/>
                <a:gd name="T23" fmla="*/ 4 h 7"/>
                <a:gd name="T24" fmla="*/ 5 w 5"/>
                <a:gd name="T25" fmla="*/ 3 h 7"/>
                <a:gd name="T26" fmla="*/ 4 w 5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" h="7">
                  <a:moveTo>
                    <a:pt x="1" y="4"/>
                  </a:moveTo>
                  <a:lnTo>
                    <a:pt x="3" y="4"/>
                  </a:lnTo>
                  <a:lnTo>
                    <a:pt x="1" y="4"/>
                  </a:lnTo>
                  <a:close/>
                  <a:moveTo>
                    <a:pt x="4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7"/>
                  </a:lnTo>
                  <a:lnTo>
                    <a:pt x="4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8" name="Freeform 571">
              <a:extLst>
                <a:ext uri="{FF2B5EF4-FFF2-40B4-BE49-F238E27FC236}">
                  <a16:creationId xmlns:a16="http://schemas.microsoft.com/office/drawing/2014/main" id="{1B1DB0B2-7876-3940-E2AF-04ADBFC105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2062"/>
              <a:ext cx="7937" cy="11113"/>
            </a:xfrm>
            <a:custGeom>
              <a:avLst/>
              <a:gdLst>
                <a:gd name="T0" fmla="*/ 1 w 5"/>
                <a:gd name="T1" fmla="*/ 4 h 7"/>
                <a:gd name="T2" fmla="*/ 3 w 5"/>
                <a:gd name="T3" fmla="*/ 4 h 7"/>
                <a:gd name="T4" fmla="*/ 1 w 5"/>
                <a:gd name="T5" fmla="*/ 4 h 7"/>
                <a:gd name="T6" fmla="*/ 4 w 5"/>
                <a:gd name="T7" fmla="*/ 0 h 7"/>
                <a:gd name="T8" fmla="*/ 1 w 5"/>
                <a:gd name="T9" fmla="*/ 2 h 7"/>
                <a:gd name="T10" fmla="*/ 1 w 5"/>
                <a:gd name="T11" fmla="*/ 2 h 7"/>
                <a:gd name="T12" fmla="*/ 0 w 5"/>
                <a:gd name="T13" fmla="*/ 3 h 7"/>
                <a:gd name="T14" fmla="*/ 0 w 5"/>
                <a:gd name="T15" fmla="*/ 3 h 7"/>
                <a:gd name="T16" fmla="*/ 1 w 5"/>
                <a:gd name="T17" fmla="*/ 4 h 7"/>
                <a:gd name="T18" fmla="*/ 1 w 5"/>
                <a:gd name="T19" fmla="*/ 7 h 7"/>
                <a:gd name="T20" fmla="*/ 4 w 5"/>
                <a:gd name="T21" fmla="*/ 5 h 7"/>
                <a:gd name="T22" fmla="*/ 5 w 5"/>
                <a:gd name="T23" fmla="*/ 4 h 7"/>
                <a:gd name="T24" fmla="*/ 5 w 5"/>
                <a:gd name="T25" fmla="*/ 3 h 7"/>
                <a:gd name="T26" fmla="*/ 4 w 5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" h="7">
                  <a:moveTo>
                    <a:pt x="1" y="4"/>
                  </a:moveTo>
                  <a:lnTo>
                    <a:pt x="3" y="4"/>
                  </a:lnTo>
                  <a:lnTo>
                    <a:pt x="1" y="4"/>
                  </a:lnTo>
                  <a:moveTo>
                    <a:pt x="4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7"/>
                  </a:lnTo>
                  <a:lnTo>
                    <a:pt x="4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3" name="Freeform 573">
              <a:extLst>
                <a:ext uri="{FF2B5EF4-FFF2-40B4-BE49-F238E27FC236}">
                  <a16:creationId xmlns:a16="http://schemas.microsoft.com/office/drawing/2014/main" id="{E4D9D9EF-54F3-701E-1595-9A8640F68FDC}"/>
                </a:ext>
              </a:extLst>
            </p:cNvPr>
            <p:cNvSpPr/>
            <p:nvPr/>
          </p:nvSpPr>
          <p:spPr bwMode="auto">
            <a:xfrm>
              <a:off x="3381439" y="5673762"/>
              <a:ext cx="6350" cy="17463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5 h 11"/>
                <a:gd name="T4" fmla="*/ 3 w 4"/>
                <a:gd name="T5" fmla="*/ 11 h 11"/>
                <a:gd name="T6" fmla="*/ 4 w 4"/>
                <a:gd name="T7" fmla="*/ 11 h 11"/>
                <a:gd name="T8" fmla="*/ 0 w 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4" name="Freeform 574">
              <a:extLst>
                <a:ext uri="{FF2B5EF4-FFF2-40B4-BE49-F238E27FC236}">
                  <a16:creationId xmlns:a16="http://schemas.microsoft.com/office/drawing/2014/main" id="{4237CA31-99FE-E2F5-E89F-A09ACFAF9B3A}"/>
                </a:ext>
              </a:extLst>
            </p:cNvPr>
            <p:cNvSpPr/>
            <p:nvPr/>
          </p:nvSpPr>
          <p:spPr bwMode="auto">
            <a:xfrm>
              <a:off x="3381439" y="5673762"/>
              <a:ext cx="6350" cy="17463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5 h 11"/>
                <a:gd name="T4" fmla="*/ 3 w 4"/>
                <a:gd name="T5" fmla="*/ 11 h 11"/>
                <a:gd name="T6" fmla="*/ 4 w 4"/>
                <a:gd name="T7" fmla="*/ 11 h 11"/>
                <a:gd name="T8" fmla="*/ 0 w 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5" name="Freeform 575">
              <a:extLst>
                <a:ext uri="{FF2B5EF4-FFF2-40B4-BE49-F238E27FC236}">
                  <a16:creationId xmlns:a16="http://schemas.microsoft.com/office/drawing/2014/main" id="{854CAA34-957D-0354-0475-6D5AAD29E627}"/>
                </a:ext>
              </a:extLst>
            </p:cNvPr>
            <p:cNvSpPr/>
            <p:nvPr/>
          </p:nvSpPr>
          <p:spPr bwMode="auto">
            <a:xfrm>
              <a:off x="3386201" y="56912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0 h 2"/>
                <a:gd name="T4" fmla="*/ 1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6" name="Freeform 576">
              <a:extLst>
                <a:ext uri="{FF2B5EF4-FFF2-40B4-BE49-F238E27FC236}">
                  <a16:creationId xmlns:a16="http://schemas.microsoft.com/office/drawing/2014/main" id="{CB6F1608-283F-4680-FDE8-3C0022AAB054}"/>
                </a:ext>
              </a:extLst>
            </p:cNvPr>
            <p:cNvSpPr/>
            <p:nvPr/>
          </p:nvSpPr>
          <p:spPr bwMode="auto">
            <a:xfrm>
              <a:off x="3386201" y="56912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0 h 2"/>
                <a:gd name="T4" fmla="*/ 1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7" name="Freeform 577">
              <a:extLst>
                <a:ext uri="{FF2B5EF4-FFF2-40B4-BE49-F238E27FC236}">
                  <a16:creationId xmlns:a16="http://schemas.microsoft.com/office/drawing/2014/main" id="{6673117E-E8C6-B15C-A5E6-D96F5B19379A}"/>
                </a:ext>
              </a:extLst>
            </p:cNvPr>
            <p:cNvSpPr/>
            <p:nvPr/>
          </p:nvSpPr>
          <p:spPr bwMode="auto">
            <a:xfrm>
              <a:off x="2978214" y="4894300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1 w 2"/>
                <a:gd name="T5" fmla="*/ 4 h 4"/>
                <a:gd name="T6" fmla="*/ 2 w 2"/>
                <a:gd name="T7" fmla="*/ 2 h 4"/>
                <a:gd name="T8" fmla="*/ 1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8" name="Freeform 578">
              <a:extLst>
                <a:ext uri="{FF2B5EF4-FFF2-40B4-BE49-F238E27FC236}">
                  <a16:creationId xmlns:a16="http://schemas.microsoft.com/office/drawing/2014/main" id="{F0D7BB46-FEB2-E4DA-9E04-E483B0D6CE26}"/>
                </a:ext>
              </a:extLst>
            </p:cNvPr>
            <p:cNvSpPr/>
            <p:nvPr/>
          </p:nvSpPr>
          <p:spPr bwMode="auto">
            <a:xfrm>
              <a:off x="2978214" y="4894300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1 w 2"/>
                <a:gd name="T5" fmla="*/ 4 h 4"/>
                <a:gd name="T6" fmla="*/ 2 w 2"/>
                <a:gd name="T7" fmla="*/ 2 h 4"/>
                <a:gd name="T8" fmla="*/ 1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9" name="Freeform 579">
              <a:extLst>
                <a:ext uri="{FF2B5EF4-FFF2-40B4-BE49-F238E27FC236}">
                  <a16:creationId xmlns:a16="http://schemas.microsoft.com/office/drawing/2014/main" id="{CE99F974-A0F8-9018-F00B-60C56E4D29A5}"/>
                </a:ext>
              </a:extLst>
            </p:cNvPr>
            <p:cNvSpPr/>
            <p:nvPr/>
          </p:nvSpPr>
          <p:spPr bwMode="auto">
            <a:xfrm>
              <a:off x="2979801" y="489747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0" name="Freeform 580">
              <a:extLst>
                <a:ext uri="{FF2B5EF4-FFF2-40B4-BE49-F238E27FC236}">
                  <a16:creationId xmlns:a16="http://schemas.microsoft.com/office/drawing/2014/main" id="{4852B45B-BBAA-4EFA-D31F-F4BD7A860D18}"/>
                </a:ext>
              </a:extLst>
            </p:cNvPr>
            <p:cNvSpPr/>
            <p:nvPr/>
          </p:nvSpPr>
          <p:spPr bwMode="auto">
            <a:xfrm>
              <a:off x="2979801" y="489747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1" name="Freeform 581">
              <a:extLst>
                <a:ext uri="{FF2B5EF4-FFF2-40B4-BE49-F238E27FC236}">
                  <a16:creationId xmlns:a16="http://schemas.microsoft.com/office/drawing/2014/main" id="{05C8D4A6-BC8E-E213-44E5-E17220C211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17851" y="4905412"/>
              <a:ext cx="765175" cy="1173163"/>
            </a:xfrm>
            <a:custGeom>
              <a:avLst/>
              <a:gdLst>
                <a:gd name="T0" fmla="*/ 482 w 482"/>
                <a:gd name="T1" fmla="*/ 501 h 739"/>
                <a:gd name="T2" fmla="*/ 268 w 482"/>
                <a:gd name="T3" fmla="*/ 609 h 739"/>
                <a:gd name="T4" fmla="*/ 482 w 482"/>
                <a:gd name="T5" fmla="*/ 501 h 739"/>
                <a:gd name="T6" fmla="*/ 482 w 482"/>
                <a:gd name="T7" fmla="*/ 501 h 739"/>
                <a:gd name="T8" fmla="*/ 229 w 482"/>
                <a:gd name="T9" fmla="*/ 5 h 739"/>
                <a:gd name="T10" fmla="*/ 0 w 482"/>
                <a:gd name="T11" fmla="*/ 739 h 739"/>
                <a:gd name="T12" fmla="*/ 0 w 482"/>
                <a:gd name="T13" fmla="*/ 739 h 739"/>
                <a:gd name="T14" fmla="*/ 229 w 482"/>
                <a:gd name="T15" fmla="*/ 5 h 739"/>
                <a:gd name="T16" fmla="*/ 480 w 482"/>
                <a:gd name="T17" fmla="*/ 497 h 739"/>
                <a:gd name="T18" fmla="*/ 480 w 482"/>
                <a:gd name="T19" fmla="*/ 497 h 739"/>
                <a:gd name="T20" fmla="*/ 229 w 482"/>
                <a:gd name="T21" fmla="*/ 5 h 739"/>
                <a:gd name="T22" fmla="*/ 231 w 482"/>
                <a:gd name="T23" fmla="*/ 0 h 739"/>
                <a:gd name="T24" fmla="*/ 231 w 482"/>
                <a:gd name="T25" fmla="*/ 0 h 739"/>
                <a:gd name="T26" fmla="*/ 473 w 482"/>
                <a:gd name="T27" fmla="*/ 472 h 739"/>
                <a:gd name="T28" fmla="*/ 473 w 482"/>
                <a:gd name="T29" fmla="*/ 472 h 739"/>
                <a:gd name="T30" fmla="*/ 231 w 482"/>
                <a:gd name="T31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739">
                  <a:moveTo>
                    <a:pt x="482" y="501"/>
                  </a:moveTo>
                  <a:lnTo>
                    <a:pt x="268" y="609"/>
                  </a:lnTo>
                  <a:lnTo>
                    <a:pt x="482" y="501"/>
                  </a:lnTo>
                  <a:lnTo>
                    <a:pt x="482" y="501"/>
                  </a:lnTo>
                  <a:close/>
                  <a:moveTo>
                    <a:pt x="229" y="5"/>
                  </a:moveTo>
                  <a:lnTo>
                    <a:pt x="0" y="739"/>
                  </a:lnTo>
                  <a:lnTo>
                    <a:pt x="0" y="739"/>
                  </a:lnTo>
                  <a:lnTo>
                    <a:pt x="229" y="5"/>
                  </a:lnTo>
                  <a:lnTo>
                    <a:pt x="480" y="497"/>
                  </a:lnTo>
                  <a:lnTo>
                    <a:pt x="480" y="497"/>
                  </a:lnTo>
                  <a:lnTo>
                    <a:pt x="229" y="5"/>
                  </a:lnTo>
                  <a:close/>
                  <a:moveTo>
                    <a:pt x="231" y="0"/>
                  </a:moveTo>
                  <a:lnTo>
                    <a:pt x="231" y="0"/>
                  </a:lnTo>
                  <a:lnTo>
                    <a:pt x="473" y="472"/>
                  </a:lnTo>
                  <a:lnTo>
                    <a:pt x="473" y="472"/>
                  </a:lnTo>
                  <a:lnTo>
                    <a:pt x="23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6" name="Freeform 582">
              <a:extLst>
                <a:ext uri="{FF2B5EF4-FFF2-40B4-BE49-F238E27FC236}">
                  <a16:creationId xmlns:a16="http://schemas.microsoft.com/office/drawing/2014/main" id="{60B97946-3A98-25A6-89FC-87BB5D6516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17851" y="4905412"/>
              <a:ext cx="765175" cy="1173163"/>
            </a:xfrm>
            <a:custGeom>
              <a:avLst/>
              <a:gdLst>
                <a:gd name="T0" fmla="*/ 482 w 482"/>
                <a:gd name="T1" fmla="*/ 501 h 739"/>
                <a:gd name="T2" fmla="*/ 268 w 482"/>
                <a:gd name="T3" fmla="*/ 609 h 739"/>
                <a:gd name="T4" fmla="*/ 482 w 482"/>
                <a:gd name="T5" fmla="*/ 501 h 739"/>
                <a:gd name="T6" fmla="*/ 482 w 482"/>
                <a:gd name="T7" fmla="*/ 501 h 739"/>
                <a:gd name="T8" fmla="*/ 229 w 482"/>
                <a:gd name="T9" fmla="*/ 5 h 739"/>
                <a:gd name="T10" fmla="*/ 0 w 482"/>
                <a:gd name="T11" fmla="*/ 739 h 739"/>
                <a:gd name="T12" fmla="*/ 0 w 482"/>
                <a:gd name="T13" fmla="*/ 739 h 739"/>
                <a:gd name="T14" fmla="*/ 229 w 482"/>
                <a:gd name="T15" fmla="*/ 5 h 739"/>
                <a:gd name="T16" fmla="*/ 480 w 482"/>
                <a:gd name="T17" fmla="*/ 497 h 739"/>
                <a:gd name="T18" fmla="*/ 480 w 482"/>
                <a:gd name="T19" fmla="*/ 497 h 739"/>
                <a:gd name="T20" fmla="*/ 229 w 482"/>
                <a:gd name="T21" fmla="*/ 5 h 739"/>
                <a:gd name="T22" fmla="*/ 231 w 482"/>
                <a:gd name="T23" fmla="*/ 0 h 739"/>
                <a:gd name="T24" fmla="*/ 231 w 482"/>
                <a:gd name="T25" fmla="*/ 0 h 739"/>
                <a:gd name="T26" fmla="*/ 473 w 482"/>
                <a:gd name="T27" fmla="*/ 472 h 739"/>
                <a:gd name="T28" fmla="*/ 473 w 482"/>
                <a:gd name="T29" fmla="*/ 472 h 739"/>
                <a:gd name="T30" fmla="*/ 231 w 482"/>
                <a:gd name="T31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739">
                  <a:moveTo>
                    <a:pt x="482" y="501"/>
                  </a:moveTo>
                  <a:lnTo>
                    <a:pt x="268" y="609"/>
                  </a:lnTo>
                  <a:lnTo>
                    <a:pt x="482" y="501"/>
                  </a:lnTo>
                  <a:lnTo>
                    <a:pt x="482" y="501"/>
                  </a:lnTo>
                  <a:moveTo>
                    <a:pt x="229" y="5"/>
                  </a:moveTo>
                  <a:lnTo>
                    <a:pt x="0" y="739"/>
                  </a:lnTo>
                  <a:lnTo>
                    <a:pt x="0" y="739"/>
                  </a:lnTo>
                  <a:lnTo>
                    <a:pt x="229" y="5"/>
                  </a:lnTo>
                  <a:lnTo>
                    <a:pt x="480" y="497"/>
                  </a:lnTo>
                  <a:lnTo>
                    <a:pt x="480" y="497"/>
                  </a:lnTo>
                  <a:lnTo>
                    <a:pt x="229" y="5"/>
                  </a:lnTo>
                  <a:moveTo>
                    <a:pt x="231" y="0"/>
                  </a:moveTo>
                  <a:lnTo>
                    <a:pt x="231" y="0"/>
                  </a:lnTo>
                  <a:lnTo>
                    <a:pt x="473" y="472"/>
                  </a:lnTo>
                  <a:lnTo>
                    <a:pt x="473" y="472"/>
                  </a:lnTo>
                  <a:lnTo>
                    <a:pt x="23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7" name="Freeform 583">
              <a:extLst>
                <a:ext uri="{FF2B5EF4-FFF2-40B4-BE49-F238E27FC236}">
                  <a16:creationId xmlns:a16="http://schemas.microsoft.com/office/drawing/2014/main" id="{6585DC8D-4EDB-C8AE-C674-7B52792F4926}"/>
                </a:ext>
              </a:extLst>
            </p:cNvPr>
            <p:cNvSpPr/>
            <p:nvPr/>
          </p:nvSpPr>
          <p:spPr bwMode="auto">
            <a:xfrm>
              <a:off x="2614676" y="5694400"/>
              <a:ext cx="768350" cy="393700"/>
            </a:xfrm>
            <a:custGeom>
              <a:avLst/>
              <a:gdLst>
                <a:gd name="T0" fmla="*/ 482 w 484"/>
                <a:gd name="T1" fmla="*/ 0 h 248"/>
                <a:gd name="T2" fmla="*/ 482 w 484"/>
                <a:gd name="T3" fmla="*/ 0 h 248"/>
                <a:gd name="T4" fmla="*/ 482 w 484"/>
                <a:gd name="T5" fmla="*/ 0 h 248"/>
                <a:gd name="T6" fmla="*/ 2 w 484"/>
                <a:gd name="T7" fmla="*/ 242 h 248"/>
                <a:gd name="T8" fmla="*/ 2 w 484"/>
                <a:gd name="T9" fmla="*/ 242 h 248"/>
                <a:gd name="T10" fmla="*/ 1 w 484"/>
                <a:gd name="T11" fmla="*/ 244 h 248"/>
                <a:gd name="T12" fmla="*/ 4 w 484"/>
                <a:gd name="T13" fmla="*/ 244 h 248"/>
                <a:gd name="T14" fmla="*/ 0 w 484"/>
                <a:gd name="T15" fmla="*/ 248 h 248"/>
                <a:gd name="T16" fmla="*/ 0 w 484"/>
                <a:gd name="T17" fmla="*/ 248 h 248"/>
                <a:gd name="T18" fmla="*/ 270 w 484"/>
                <a:gd name="T19" fmla="*/ 112 h 248"/>
                <a:gd name="T20" fmla="*/ 484 w 484"/>
                <a:gd name="T21" fmla="*/ 4 h 248"/>
                <a:gd name="T22" fmla="*/ 484 w 484"/>
                <a:gd name="T23" fmla="*/ 4 h 248"/>
                <a:gd name="T24" fmla="*/ 483 w 484"/>
                <a:gd name="T25" fmla="*/ 4 h 248"/>
                <a:gd name="T26" fmla="*/ 483 w 484"/>
                <a:gd name="T27" fmla="*/ 4 h 248"/>
                <a:gd name="T28" fmla="*/ 483 w 484"/>
                <a:gd name="T29" fmla="*/ 1 h 248"/>
                <a:gd name="T30" fmla="*/ 482 w 484"/>
                <a:gd name="T3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248">
                  <a:moveTo>
                    <a:pt x="482" y="0"/>
                  </a:moveTo>
                  <a:lnTo>
                    <a:pt x="482" y="0"/>
                  </a:lnTo>
                  <a:lnTo>
                    <a:pt x="482" y="0"/>
                  </a:lnTo>
                  <a:lnTo>
                    <a:pt x="2" y="242"/>
                  </a:lnTo>
                  <a:lnTo>
                    <a:pt x="2" y="242"/>
                  </a:lnTo>
                  <a:lnTo>
                    <a:pt x="1" y="244"/>
                  </a:lnTo>
                  <a:lnTo>
                    <a:pt x="4" y="244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270" y="112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3" y="4"/>
                  </a:lnTo>
                  <a:lnTo>
                    <a:pt x="483" y="4"/>
                  </a:lnTo>
                  <a:lnTo>
                    <a:pt x="483" y="1"/>
                  </a:lnTo>
                  <a:lnTo>
                    <a:pt x="48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0" name="Freeform 584">
              <a:extLst>
                <a:ext uri="{FF2B5EF4-FFF2-40B4-BE49-F238E27FC236}">
                  <a16:creationId xmlns:a16="http://schemas.microsoft.com/office/drawing/2014/main" id="{2DC8B654-6151-E748-A56E-4F2616A75234}"/>
                </a:ext>
              </a:extLst>
            </p:cNvPr>
            <p:cNvSpPr/>
            <p:nvPr/>
          </p:nvSpPr>
          <p:spPr bwMode="auto">
            <a:xfrm>
              <a:off x="2614676" y="5694400"/>
              <a:ext cx="768350" cy="393700"/>
            </a:xfrm>
            <a:custGeom>
              <a:avLst/>
              <a:gdLst>
                <a:gd name="T0" fmla="*/ 482 w 484"/>
                <a:gd name="T1" fmla="*/ 0 h 248"/>
                <a:gd name="T2" fmla="*/ 482 w 484"/>
                <a:gd name="T3" fmla="*/ 0 h 248"/>
                <a:gd name="T4" fmla="*/ 482 w 484"/>
                <a:gd name="T5" fmla="*/ 0 h 248"/>
                <a:gd name="T6" fmla="*/ 2 w 484"/>
                <a:gd name="T7" fmla="*/ 242 h 248"/>
                <a:gd name="T8" fmla="*/ 2 w 484"/>
                <a:gd name="T9" fmla="*/ 242 h 248"/>
                <a:gd name="T10" fmla="*/ 1 w 484"/>
                <a:gd name="T11" fmla="*/ 244 h 248"/>
                <a:gd name="T12" fmla="*/ 4 w 484"/>
                <a:gd name="T13" fmla="*/ 244 h 248"/>
                <a:gd name="T14" fmla="*/ 0 w 484"/>
                <a:gd name="T15" fmla="*/ 248 h 248"/>
                <a:gd name="T16" fmla="*/ 0 w 484"/>
                <a:gd name="T17" fmla="*/ 248 h 248"/>
                <a:gd name="T18" fmla="*/ 270 w 484"/>
                <a:gd name="T19" fmla="*/ 112 h 248"/>
                <a:gd name="T20" fmla="*/ 484 w 484"/>
                <a:gd name="T21" fmla="*/ 4 h 248"/>
                <a:gd name="T22" fmla="*/ 484 w 484"/>
                <a:gd name="T23" fmla="*/ 4 h 248"/>
                <a:gd name="T24" fmla="*/ 483 w 484"/>
                <a:gd name="T25" fmla="*/ 4 h 248"/>
                <a:gd name="T26" fmla="*/ 483 w 484"/>
                <a:gd name="T27" fmla="*/ 4 h 248"/>
                <a:gd name="T28" fmla="*/ 483 w 484"/>
                <a:gd name="T29" fmla="*/ 1 h 248"/>
                <a:gd name="T30" fmla="*/ 482 w 484"/>
                <a:gd name="T3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248">
                  <a:moveTo>
                    <a:pt x="482" y="0"/>
                  </a:moveTo>
                  <a:lnTo>
                    <a:pt x="482" y="0"/>
                  </a:lnTo>
                  <a:lnTo>
                    <a:pt x="482" y="0"/>
                  </a:lnTo>
                  <a:lnTo>
                    <a:pt x="2" y="242"/>
                  </a:lnTo>
                  <a:lnTo>
                    <a:pt x="2" y="242"/>
                  </a:lnTo>
                  <a:lnTo>
                    <a:pt x="1" y="244"/>
                  </a:lnTo>
                  <a:lnTo>
                    <a:pt x="4" y="244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270" y="112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3" y="4"/>
                  </a:lnTo>
                  <a:lnTo>
                    <a:pt x="483" y="4"/>
                  </a:lnTo>
                  <a:lnTo>
                    <a:pt x="483" y="1"/>
                  </a:lnTo>
                  <a:lnTo>
                    <a:pt x="48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1" name="Freeform 585">
              <a:extLst>
                <a:ext uri="{FF2B5EF4-FFF2-40B4-BE49-F238E27FC236}">
                  <a16:creationId xmlns:a16="http://schemas.microsoft.com/office/drawing/2014/main" id="{D40284D9-E80B-4D2E-CD9C-B095993B5690}"/>
                </a:ext>
              </a:extLst>
            </p:cNvPr>
            <p:cNvSpPr/>
            <p:nvPr/>
          </p:nvSpPr>
          <p:spPr bwMode="auto">
            <a:xfrm flipH="1">
              <a:off x="3381439" y="5695987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1 h 3"/>
                <a:gd name="T4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2" name="Freeform 586">
              <a:extLst>
                <a:ext uri="{FF2B5EF4-FFF2-40B4-BE49-F238E27FC236}">
                  <a16:creationId xmlns:a16="http://schemas.microsoft.com/office/drawing/2014/main" id="{8931115C-41FC-8C85-3B47-0488B70193A7}"/>
                </a:ext>
              </a:extLst>
            </p:cNvPr>
            <p:cNvSpPr/>
            <p:nvPr/>
          </p:nvSpPr>
          <p:spPr bwMode="auto">
            <a:xfrm flipH="1">
              <a:off x="3381439" y="5695987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1 h 3"/>
                <a:gd name="T4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3" name="Freeform 587">
              <a:extLst>
                <a:ext uri="{FF2B5EF4-FFF2-40B4-BE49-F238E27FC236}">
                  <a16:creationId xmlns:a16="http://schemas.microsoft.com/office/drawing/2014/main" id="{27EDD745-67A4-71C2-7E3E-F9C1F982DAAF}"/>
                </a:ext>
              </a:extLst>
            </p:cNvPr>
            <p:cNvSpPr/>
            <p:nvPr/>
          </p:nvSpPr>
          <p:spPr bwMode="auto">
            <a:xfrm>
              <a:off x="3387789" y="5694400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2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4" name="Freeform 588">
              <a:extLst>
                <a:ext uri="{FF2B5EF4-FFF2-40B4-BE49-F238E27FC236}">
                  <a16:creationId xmlns:a16="http://schemas.microsoft.com/office/drawing/2014/main" id="{B10CA6D3-6F55-942C-424D-2EA763C8847F}"/>
                </a:ext>
              </a:extLst>
            </p:cNvPr>
            <p:cNvSpPr/>
            <p:nvPr/>
          </p:nvSpPr>
          <p:spPr bwMode="auto">
            <a:xfrm>
              <a:off x="3387789" y="5694400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2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5" name="Freeform 589">
              <a:extLst>
                <a:ext uri="{FF2B5EF4-FFF2-40B4-BE49-F238E27FC236}">
                  <a16:creationId xmlns:a16="http://schemas.microsoft.com/office/drawing/2014/main" id="{7FEC1D3B-09CE-7170-7FC3-C53C4E183871}"/>
                </a:ext>
              </a:extLst>
            </p:cNvPr>
            <p:cNvSpPr/>
            <p:nvPr/>
          </p:nvSpPr>
          <p:spPr bwMode="auto">
            <a:xfrm>
              <a:off x="3387789" y="569598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6" name="Freeform 590">
              <a:extLst>
                <a:ext uri="{FF2B5EF4-FFF2-40B4-BE49-F238E27FC236}">
                  <a16:creationId xmlns:a16="http://schemas.microsoft.com/office/drawing/2014/main" id="{BBD4EB13-E7D3-B7C2-63BC-A10E041F6013}"/>
                </a:ext>
              </a:extLst>
            </p:cNvPr>
            <p:cNvSpPr/>
            <p:nvPr/>
          </p:nvSpPr>
          <p:spPr bwMode="auto">
            <a:xfrm>
              <a:off x="3387789" y="569598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7" name="Rectangle 591">
              <a:extLst>
                <a:ext uri="{FF2B5EF4-FFF2-40B4-BE49-F238E27FC236}">
                  <a16:creationId xmlns:a16="http://schemas.microsoft.com/office/drawing/2014/main" id="{5EA19A15-A7D4-A3CA-5D1D-89E3DE35C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739" y="56547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8" name="Freeform 592">
              <a:extLst>
                <a:ext uri="{FF2B5EF4-FFF2-40B4-BE49-F238E27FC236}">
                  <a16:creationId xmlns:a16="http://schemas.microsoft.com/office/drawing/2014/main" id="{66936390-F8D0-F6F2-738A-BB860EF0C165}"/>
                </a:ext>
              </a:extLst>
            </p:cNvPr>
            <p:cNvSpPr/>
            <p:nvPr/>
          </p:nvSpPr>
          <p:spPr bwMode="auto">
            <a:xfrm flipH="1">
              <a:off x="3368739" y="565471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9" name="Freeform 593">
              <a:extLst>
                <a:ext uri="{FF2B5EF4-FFF2-40B4-BE49-F238E27FC236}">
                  <a16:creationId xmlns:a16="http://schemas.microsoft.com/office/drawing/2014/main" id="{C1D729B2-9BC6-2CBA-F469-D5F1A88D71B1}"/>
                </a:ext>
              </a:extLst>
            </p:cNvPr>
            <p:cNvSpPr/>
            <p:nvPr/>
          </p:nvSpPr>
          <p:spPr bwMode="auto">
            <a:xfrm flipH="1">
              <a:off x="3387789" y="56944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0" name="Freeform 594">
              <a:extLst>
                <a:ext uri="{FF2B5EF4-FFF2-40B4-BE49-F238E27FC236}">
                  <a16:creationId xmlns:a16="http://schemas.microsoft.com/office/drawing/2014/main" id="{46560337-10A6-2895-627D-E8B39A66D778}"/>
                </a:ext>
              </a:extLst>
            </p:cNvPr>
            <p:cNvSpPr/>
            <p:nvPr/>
          </p:nvSpPr>
          <p:spPr bwMode="auto">
            <a:xfrm flipH="1">
              <a:off x="3387789" y="56944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1" name="Freeform 595">
              <a:extLst>
                <a:ext uri="{FF2B5EF4-FFF2-40B4-BE49-F238E27FC236}">
                  <a16:creationId xmlns:a16="http://schemas.microsoft.com/office/drawing/2014/main" id="{067673B8-6CB5-85FE-3420-EC2A3042C72F}"/>
                </a:ext>
              </a:extLst>
            </p:cNvPr>
            <p:cNvSpPr/>
            <p:nvPr/>
          </p:nvSpPr>
          <p:spPr bwMode="auto">
            <a:xfrm>
              <a:off x="3381439" y="5699162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1 h 1"/>
                <a:gd name="T4" fmla="*/ 1 w 3"/>
                <a:gd name="T5" fmla="*/ 1 h 1"/>
                <a:gd name="T6" fmla="*/ 3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2" name="Freeform 596">
              <a:extLst>
                <a:ext uri="{FF2B5EF4-FFF2-40B4-BE49-F238E27FC236}">
                  <a16:creationId xmlns:a16="http://schemas.microsoft.com/office/drawing/2014/main" id="{7C401CD7-277C-9F2F-AD8C-9BC1EFAAD70B}"/>
                </a:ext>
              </a:extLst>
            </p:cNvPr>
            <p:cNvSpPr/>
            <p:nvPr/>
          </p:nvSpPr>
          <p:spPr bwMode="auto">
            <a:xfrm>
              <a:off x="3381439" y="5699162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1 h 1"/>
                <a:gd name="T4" fmla="*/ 1 w 3"/>
                <a:gd name="T5" fmla="*/ 1 h 1"/>
                <a:gd name="T6" fmla="*/ 3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3" name="Freeform 597">
              <a:extLst>
                <a:ext uri="{FF2B5EF4-FFF2-40B4-BE49-F238E27FC236}">
                  <a16:creationId xmlns:a16="http://schemas.microsoft.com/office/drawing/2014/main" id="{D50BD765-E80D-6CD2-1AF8-2E72C3D38CC4}"/>
                </a:ext>
              </a:extLst>
            </p:cNvPr>
            <p:cNvSpPr/>
            <p:nvPr/>
          </p:nvSpPr>
          <p:spPr bwMode="auto">
            <a:xfrm>
              <a:off x="3381439" y="5694400"/>
              <a:ext cx="6350" cy="6350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0 w 4"/>
                <a:gd name="T5" fmla="*/ 2 h 4"/>
                <a:gd name="T6" fmla="*/ 0 w 4"/>
                <a:gd name="T7" fmla="*/ 2 h 4"/>
                <a:gd name="T8" fmla="*/ 0 w 4"/>
                <a:gd name="T9" fmla="*/ 4 h 4"/>
                <a:gd name="T10" fmla="*/ 3 w 4"/>
                <a:gd name="T11" fmla="*/ 3 h 4"/>
                <a:gd name="T12" fmla="*/ 4 w 4"/>
                <a:gd name="T13" fmla="*/ 3 h 4"/>
                <a:gd name="T14" fmla="*/ 4 w 4"/>
                <a:gd name="T15" fmla="*/ 1 h 4"/>
                <a:gd name="T16" fmla="*/ 4 w 4"/>
                <a:gd name="T17" fmla="*/ 0 h 4"/>
                <a:gd name="T18" fmla="*/ 4 w 4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4" name="Freeform 598">
              <a:extLst>
                <a:ext uri="{FF2B5EF4-FFF2-40B4-BE49-F238E27FC236}">
                  <a16:creationId xmlns:a16="http://schemas.microsoft.com/office/drawing/2014/main" id="{5CA13327-EB36-9A92-49B9-9AA828253144}"/>
                </a:ext>
              </a:extLst>
            </p:cNvPr>
            <p:cNvSpPr/>
            <p:nvPr/>
          </p:nvSpPr>
          <p:spPr bwMode="auto">
            <a:xfrm>
              <a:off x="3381439" y="5694400"/>
              <a:ext cx="6350" cy="6350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0 w 4"/>
                <a:gd name="T5" fmla="*/ 2 h 4"/>
                <a:gd name="T6" fmla="*/ 0 w 4"/>
                <a:gd name="T7" fmla="*/ 2 h 4"/>
                <a:gd name="T8" fmla="*/ 0 w 4"/>
                <a:gd name="T9" fmla="*/ 4 h 4"/>
                <a:gd name="T10" fmla="*/ 3 w 4"/>
                <a:gd name="T11" fmla="*/ 3 h 4"/>
                <a:gd name="T12" fmla="*/ 4 w 4"/>
                <a:gd name="T13" fmla="*/ 3 h 4"/>
                <a:gd name="T14" fmla="*/ 4 w 4"/>
                <a:gd name="T15" fmla="*/ 1 h 4"/>
                <a:gd name="T16" fmla="*/ 4 w 4"/>
                <a:gd name="T17" fmla="*/ 0 h 4"/>
                <a:gd name="T18" fmla="*/ 4 w 4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5" name="Freeform 599">
              <a:extLst>
                <a:ext uri="{FF2B5EF4-FFF2-40B4-BE49-F238E27FC236}">
                  <a16:creationId xmlns:a16="http://schemas.microsoft.com/office/drawing/2014/main" id="{6E1B8D88-B17C-5768-CE02-DDC822AD11CB}"/>
                </a:ext>
              </a:extLst>
            </p:cNvPr>
            <p:cNvSpPr/>
            <p:nvPr/>
          </p:nvSpPr>
          <p:spPr bwMode="auto">
            <a:xfrm>
              <a:off x="2981389" y="4905412"/>
              <a:ext cx="398463" cy="788988"/>
            </a:xfrm>
            <a:custGeom>
              <a:avLst/>
              <a:gdLst>
                <a:gd name="T0" fmla="*/ 2 w 251"/>
                <a:gd name="T1" fmla="*/ 0 h 497"/>
                <a:gd name="T2" fmla="*/ 1 w 251"/>
                <a:gd name="T3" fmla="*/ 1 h 497"/>
                <a:gd name="T4" fmla="*/ 1 w 251"/>
                <a:gd name="T5" fmla="*/ 3 h 497"/>
                <a:gd name="T6" fmla="*/ 1 w 251"/>
                <a:gd name="T7" fmla="*/ 2 h 497"/>
                <a:gd name="T8" fmla="*/ 0 w 251"/>
                <a:gd name="T9" fmla="*/ 5 h 497"/>
                <a:gd name="T10" fmla="*/ 251 w 251"/>
                <a:gd name="T11" fmla="*/ 497 h 497"/>
                <a:gd name="T12" fmla="*/ 251 w 251"/>
                <a:gd name="T13" fmla="*/ 497 h 497"/>
                <a:gd name="T14" fmla="*/ 244 w 251"/>
                <a:gd name="T15" fmla="*/ 472 h 497"/>
                <a:gd name="T16" fmla="*/ 2 w 251"/>
                <a:gd name="T17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1" h="497">
                  <a:moveTo>
                    <a:pt x="2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5"/>
                  </a:lnTo>
                  <a:lnTo>
                    <a:pt x="251" y="497"/>
                  </a:lnTo>
                  <a:lnTo>
                    <a:pt x="251" y="497"/>
                  </a:lnTo>
                  <a:lnTo>
                    <a:pt x="244" y="47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6" name="Freeform 600">
              <a:extLst>
                <a:ext uri="{FF2B5EF4-FFF2-40B4-BE49-F238E27FC236}">
                  <a16:creationId xmlns:a16="http://schemas.microsoft.com/office/drawing/2014/main" id="{59C1493D-4526-8D7A-5F55-FD28E6C63ACB}"/>
                </a:ext>
              </a:extLst>
            </p:cNvPr>
            <p:cNvSpPr/>
            <p:nvPr/>
          </p:nvSpPr>
          <p:spPr bwMode="auto">
            <a:xfrm>
              <a:off x="2981389" y="4905412"/>
              <a:ext cx="398463" cy="788988"/>
            </a:xfrm>
            <a:custGeom>
              <a:avLst/>
              <a:gdLst>
                <a:gd name="T0" fmla="*/ 2 w 251"/>
                <a:gd name="T1" fmla="*/ 0 h 497"/>
                <a:gd name="T2" fmla="*/ 1 w 251"/>
                <a:gd name="T3" fmla="*/ 1 h 497"/>
                <a:gd name="T4" fmla="*/ 1 w 251"/>
                <a:gd name="T5" fmla="*/ 3 h 497"/>
                <a:gd name="T6" fmla="*/ 1 w 251"/>
                <a:gd name="T7" fmla="*/ 2 h 497"/>
                <a:gd name="T8" fmla="*/ 0 w 251"/>
                <a:gd name="T9" fmla="*/ 5 h 497"/>
                <a:gd name="T10" fmla="*/ 251 w 251"/>
                <a:gd name="T11" fmla="*/ 497 h 497"/>
                <a:gd name="T12" fmla="*/ 251 w 251"/>
                <a:gd name="T13" fmla="*/ 497 h 497"/>
                <a:gd name="T14" fmla="*/ 244 w 251"/>
                <a:gd name="T15" fmla="*/ 472 h 497"/>
                <a:gd name="T16" fmla="*/ 2 w 251"/>
                <a:gd name="T17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1" h="497">
                  <a:moveTo>
                    <a:pt x="2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5"/>
                  </a:lnTo>
                  <a:lnTo>
                    <a:pt x="251" y="497"/>
                  </a:lnTo>
                  <a:lnTo>
                    <a:pt x="251" y="497"/>
                  </a:lnTo>
                  <a:lnTo>
                    <a:pt x="244" y="47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7" name="Freeform 601">
              <a:extLst>
                <a:ext uri="{FF2B5EF4-FFF2-40B4-BE49-F238E27FC236}">
                  <a16:creationId xmlns:a16="http://schemas.microsoft.com/office/drawing/2014/main" id="{5610B5B1-345F-404A-64FE-B6BE5FBBC7C7}"/>
                </a:ext>
              </a:extLst>
            </p:cNvPr>
            <p:cNvSpPr/>
            <p:nvPr/>
          </p:nvSpPr>
          <p:spPr bwMode="auto">
            <a:xfrm flipH="1">
              <a:off x="2982976" y="4907000"/>
              <a:ext cx="0" cy="3175"/>
            </a:xfrm>
            <a:custGeom>
              <a:avLst/>
              <a:gdLst>
                <a:gd name="T0" fmla="*/ 0 h 2"/>
                <a:gd name="T1" fmla="*/ 0 h 2"/>
                <a:gd name="T2" fmla="*/ 1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8" name="Freeform 602">
              <a:extLst>
                <a:ext uri="{FF2B5EF4-FFF2-40B4-BE49-F238E27FC236}">
                  <a16:creationId xmlns:a16="http://schemas.microsoft.com/office/drawing/2014/main" id="{E0BD0706-E4A5-FC1C-9AD8-1E624EB011EC}"/>
                </a:ext>
              </a:extLst>
            </p:cNvPr>
            <p:cNvSpPr/>
            <p:nvPr/>
          </p:nvSpPr>
          <p:spPr bwMode="auto">
            <a:xfrm flipH="1">
              <a:off x="2982976" y="4907000"/>
              <a:ext cx="0" cy="3175"/>
            </a:xfrm>
            <a:custGeom>
              <a:avLst/>
              <a:gdLst>
                <a:gd name="T0" fmla="*/ 0 h 2"/>
                <a:gd name="T1" fmla="*/ 0 h 2"/>
                <a:gd name="T2" fmla="*/ 1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9" name="Freeform 603">
              <a:extLst>
                <a:ext uri="{FF2B5EF4-FFF2-40B4-BE49-F238E27FC236}">
                  <a16:creationId xmlns:a16="http://schemas.microsoft.com/office/drawing/2014/main" id="{1FB92238-787F-6815-A2F3-07D806E4FAD2}"/>
                </a:ext>
              </a:extLst>
            </p:cNvPr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0" name="Freeform 604">
              <a:extLst>
                <a:ext uri="{FF2B5EF4-FFF2-40B4-BE49-F238E27FC236}">
                  <a16:creationId xmlns:a16="http://schemas.microsoft.com/office/drawing/2014/main" id="{A5D21C57-9CBA-0FDC-D980-11F7B0E4731C}"/>
                </a:ext>
              </a:extLst>
            </p:cNvPr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1" name="Freeform 605">
              <a:extLst>
                <a:ext uri="{FF2B5EF4-FFF2-40B4-BE49-F238E27FC236}">
                  <a16:creationId xmlns:a16="http://schemas.microsoft.com/office/drawing/2014/main" id="{252C9518-BAB9-B4C1-9CEF-0D7B8C750A54}"/>
                </a:ext>
              </a:extLst>
            </p:cNvPr>
            <p:cNvSpPr/>
            <p:nvPr/>
          </p:nvSpPr>
          <p:spPr bwMode="auto">
            <a:xfrm flipH="1">
              <a:off x="3381439" y="569598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2" name="Freeform 606">
              <a:extLst>
                <a:ext uri="{FF2B5EF4-FFF2-40B4-BE49-F238E27FC236}">
                  <a16:creationId xmlns:a16="http://schemas.microsoft.com/office/drawing/2014/main" id="{7293C1B5-825D-0FBD-9CFB-D935E42F1393}"/>
                </a:ext>
              </a:extLst>
            </p:cNvPr>
            <p:cNvSpPr/>
            <p:nvPr/>
          </p:nvSpPr>
          <p:spPr bwMode="auto">
            <a:xfrm flipH="1">
              <a:off x="3381439" y="569598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3" name="Freeform 607">
              <a:extLst>
                <a:ext uri="{FF2B5EF4-FFF2-40B4-BE49-F238E27FC236}">
                  <a16:creationId xmlns:a16="http://schemas.microsoft.com/office/drawing/2014/main" id="{7A41BE19-2823-C5FC-B0C6-7727BDAF6B0D}"/>
                </a:ext>
              </a:extLst>
            </p:cNvPr>
            <p:cNvSpPr/>
            <p:nvPr/>
          </p:nvSpPr>
          <p:spPr bwMode="auto">
            <a:xfrm>
              <a:off x="3368739" y="5654712"/>
              <a:ext cx="12700" cy="39688"/>
            </a:xfrm>
            <a:custGeom>
              <a:avLst/>
              <a:gdLst>
                <a:gd name="T0" fmla="*/ 0 w 8"/>
                <a:gd name="T1" fmla="*/ 0 h 25"/>
                <a:gd name="T2" fmla="*/ 7 w 8"/>
                <a:gd name="T3" fmla="*/ 25 h 25"/>
                <a:gd name="T4" fmla="*/ 8 w 8"/>
                <a:gd name="T5" fmla="*/ 25 h 25"/>
                <a:gd name="T6" fmla="*/ 8 w 8"/>
                <a:gd name="T7" fmla="*/ 17 h 25"/>
                <a:gd name="T8" fmla="*/ 0 w 8"/>
                <a:gd name="T9" fmla="*/ 0 h 25"/>
                <a:gd name="T10" fmla="*/ 0 w 8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5">
                  <a:moveTo>
                    <a:pt x="0" y="0"/>
                  </a:moveTo>
                  <a:lnTo>
                    <a:pt x="7" y="25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4" name="Freeform 608">
              <a:extLst>
                <a:ext uri="{FF2B5EF4-FFF2-40B4-BE49-F238E27FC236}">
                  <a16:creationId xmlns:a16="http://schemas.microsoft.com/office/drawing/2014/main" id="{8690CC80-A7E2-920D-A3FF-FF9A7B58E20B}"/>
                </a:ext>
              </a:extLst>
            </p:cNvPr>
            <p:cNvSpPr/>
            <p:nvPr/>
          </p:nvSpPr>
          <p:spPr bwMode="auto">
            <a:xfrm>
              <a:off x="3368739" y="5654712"/>
              <a:ext cx="12700" cy="39688"/>
            </a:xfrm>
            <a:custGeom>
              <a:avLst/>
              <a:gdLst>
                <a:gd name="T0" fmla="*/ 0 w 8"/>
                <a:gd name="T1" fmla="*/ 0 h 25"/>
                <a:gd name="T2" fmla="*/ 7 w 8"/>
                <a:gd name="T3" fmla="*/ 25 h 25"/>
                <a:gd name="T4" fmla="*/ 8 w 8"/>
                <a:gd name="T5" fmla="*/ 25 h 25"/>
                <a:gd name="T6" fmla="*/ 8 w 8"/>
                <a:gd name="T7" fmla="*/ 17 h 25"/>
                <a:gd name="T8" fmla="*/ 0 w 8"/>
                <a:gd name="T9" fmla="*/ 0 h 25"/>
                <a:gd name="T10" fmla="*/ 0 w 8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5">
                  <a:moveTo>
                    <a:pt x="0" y="0"/>
                  </a:moveTo>
                  <a:lnTo>
                    <a:pt x="7" y="25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5" name="Freeform 609">
              <a:extLst>
                <a:ext uri="{FF2B5EF4-FFF2-40B4-BE49-F238E27FC236}">
                  <a16:creationId xmlns:a16="http://schemas.microsoft.com/office/drawing/2014/main" id="{961FED23-FC9C-2137-EB7F-0F039926D7A5}"/>
                </a:ext>
              </a:extLst>
            </p:cNvPr>
            <p:cNvSpPr/>
            <p:nvPr/>
          </p:nvSpPr>
          <p:spPr bwMode="auto">
            <a:xfrm>
              <a:off x="3381439" y="5681700"/>
              <a:ext cx="4763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3 w 3"/>
                <a:gd name="T5" fmla="*/ 6 h 8"/>
                <a:gd name="T6" fmla="*/ 0 w 3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3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6" name="Freeform 610">
              <a:extLst>
                <a:ext uri="{FF2B5EF4-FFF2-40B4-BE49-F238E27FC236}">
                  <a16:creationId xmlns:a16="http://schemas.microsoft.com/office/drawing/2014/main" id="{72D897FA-03F6-477C-E175-AE3086A7B8FE}"/>
                </a:ext>
              </a:extLst>
            </p:cNvPr>
            <p:cNvSpPr/>
            <p:nvPr/>
          </p:nvSpPr>
          <p:spPr bwMode="auto">
            <a:xfrm>
              <a:off x="3381439" y="5681700"/>
              <a:ext cx="4763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3 w 3"/>
                <a:gd name="T5" fmla="*/ 6 h 8"/>
                <a:gd name="T6" fmla="*/ 0 w 3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3" y="6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7" name="Freeform 611">
              <a:extLst>
                <a:ext uri="{FF2B5EF4-FFF2-40B4-BE49-F238E27FC236}">
                  <a16:creationId xmlns:a16="http://schemas.microsoft.com/office/drawing/2014/main" id="{293696A8-1575-D025-C07E-3A5C0C851CEA}"/>
                </a:ext>
              </a:extLst>
            </p:cNvPr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8" name="Freeform 612">
              <a:extLst>
                <a:ext uri="{FF2B5EF4-FFF2-40B4-BE49-F238E27FC236}">
                  <a16:creationId xmlns:a16="http://schemas.microsoft.com/office/drawing/2014/main" id="{7157C6AC-28C4-243F-50BD-631CA04BC673}"/>
                </a:ext>
              </a:extLst>
            </p:cNvPr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9" name="Freeform 613">
              <a:extLst>
                <a:ext uri="{FF2B5EF4-FFF2-40B4-BE49-F238E27FC236}">
                  <a16:creationId xmlns:a16="http://schemas.microsoft.com/office/drawing/2014/main" id="{3CCF10BE-3356-50C7-D055-2D4FAD94EE6B}"/>
                </a:ext>
              </a:extLst>
            </p:cNvPr>
            <p:cNvSpPr/>
            <p:nvPr/>
          </p:nvSpPr>
          <p:spPr bwMode="auto">
            <a:xfrm>
              <a:off x="3381439" y="5691225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2 h 4"/>
                <a:gd name="T4" fmla="*/ 0 w 4"/>
                <a:gd name="T5" fmla="*/ 3 h 4"/>
                <a:gd name="T6" fmla="*/ 0 w 4"/>
                <a:gd name="T7" fmla="*/ 4 h 4"/>
                <a:gd name="T8" fmla="*/ 0 w 4"/>
                <a:gd name="T9" fmla="*/ 4 h 4"/>
                <a:gd name="T10" fmla="*/ 4 w 4"/>
                <a:gd name="T11" fmla="*/ 2 h 4"/>
                <a:gd name="T12" fmla="*/ 4 w 4"/>
                <a:gd name="T13" fmla="*/ 2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0" name="Freeform 614">
              <a:extLst>
                <a:ext uri="{FF2B5EF4-FFF2-40B4-BE49-F238E27FC236}">
                  <a16:creationId xmlns:a16="http://schemas.microsoft.com/office/drawing/2014/main" id="{60FD9979-5E87-F58C-E126-472EFE3C4EA9}"/>
                </a:ext>
              </a:extLst>
            </p:cNvPr>
            <p:cNvSpPr/>
            <p:nvPr/>
          </p:nvSpPr>
          <p:spPr bwMode="auto">
            <a:xfrm>
              <a:off x="3381439" y="5691225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2 h 4"/>
                <a:gd name="T4" fmla="*/ 0 w 4"/>
                <a:gd name="T5" fmla="*/ 3 h 4"/>
                <a:gd name="T6" fmla="*/ 0 w 4"/>
                <a:gd name="T7" fmla="*/ 4 h 4"/>
                <a:gd name="T8" fmla="*/ 0 w 4"/>
                <a:gd name="T9" fmla="*/ 4 h 4"/>
                <a:gd name="T10" fmla="*/ 4 w 4"/>
                <a:gd name="T11" fmla="*/ 2 h 4"/>
                <a:gd name="T12" fmla="*/ 4 w 4"/>
                <a:gd name="T13" fmla="*/ 2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1" name="Freeform 615">
              <a:extLst>
                <a:ext uri="{FF2B5EF4-FFF2-40B4-BE49-F238E27FC236}">
                  <a16:creationId xmlns:a16="http://schemas.microsoft.com/office/drawing/2014/main" id="{F72AB648-DB22-26A8-9881-E81EA01A8E68}"/>
                </a:ext>
              </a:extLst>
            </p:cNvPr>
            <p:cNvSpPr/>
            <p:nvPr/>
          </p:nvSpPr>
          <p:spPr bwMode="auto">
            <a:xfrm>
              <a:off x="2984564" y="4891125"/>
              <a:ext cx="3175" cy="11113"/>
            </a:xfrm>
            <a:custGeom>
              <a:avLst/>
              <a:gdLst>
                <a:gd name="T0" fmla="*/ 2 w 2"/>
                <a:gd name="T1" fmla="*/ 0 h 7"/>
                <a:gd name="T2" fmla="*/ 1 w 2"/>
                <a:gd name="T3" fmla="*/ 2 h 7"/>
                <a:gd name="T4" fmla="*/ 0 w 2"/>
                <a:gd name="T5" fmla="*/ 7 h 7"/>
                <a:gd name="T6" fmla="*/ 0 w 2"/>
                <a:gd name="T7" fmla="*/ 7 h 7"/>
                <a:gd name="T8" fmla="*/ 2 w 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7">
                  <a:moveTo>
                    <a:pt x="2" y="0"/>
                  </a:moveTo>
                  <a:lnTo>
                    <a:pt x="1" y="2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2" name="Freeform 616">
              <a:extLst>
                <a:ext uri="{FF2B5EF4-FFF2-40B4-BE49-F238E27FC236}">
                  <a16:creationId xmlns:a16="http://schemas.microsoft.com/office/drawing/2014/main" id="{6CCCB564-2A87-0037-0F1D-74E5BCDD3031}"/>
                </a:ext>
              </a:extLst>
            </p:cNvPr>
            <p:cNvSpPr/>
            <p:nvPr/>
          </p:nvSpPr>
          <p:spPr bwMode="auto">
            <a:xfrm>
              <a:off x="2984564" y="4891125"/>
              <a:ext cx="3175" cy="11113"/>
            </a:xfrm>
            <a:custGeom>
              <a:avLst/>
              <a:gdLst>
                <a:gd name="T0" fmla="*/ 2 w 2"/>
                <a:gd name="T1" fmla="*/ 0 h 7"/>
                <a:gd name="T2" fmla="*/ 1 w 2"/>
                <a:gd name="T3" fmla="*/ 2 h 7"/>
                <a:gd name="T4" fmla="*/ 0 w 2"/>
                <a:gd name="T5" fmla="*/ 7 h 7"/>
                <a:gd name="T6" fmla="*/ 0 w 2"/>
                <a:gd name="T7" fmla="*/ 7 h 7"/>
                <a:gd name="T8" fmla="*/ 2 w 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7">
                  <a:moveTo>
                    <a:pt x="2" y="0"/>
                  </a:moveTo>
                  <a:lnTo>
                    <a:pt x="1" y="2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3" name="Freeform 617">
              <a:extLst>
                <a:ext uri="{FF2B5EF4-FFF2-40B4-BE49-F238E27FC236}">
                  <a16:creationId xmlns:a16="http://schemas.microsoft.com/office/drawing/2014/main" id="{978C5CAD-56C3-C323-A0A7-B2871683446D}"/>
                </a:ext>
              </a:extLst>
            </p:cNvPr>
            <p:cNvSpPr/>
            <p:nvPr/>
          </p:nvSpPr>
          <p:spPr bwMode="auto">
            <a:xfrm>
              <a:off x="2981389" y="4894300"/>
              <a:ext cx="4763" cy="7938"/>
            </a:xfrm>
            <a:custGeom>
              <a:avLst/>
              <a:gdLst>
                <a:gd name="T0" fmla="*/ 3 w 3"/>
                <a:gd name="T1" fmla="*/ 0 h 5"/>
                <a:gd name="T2" fmla="*/ 0 w 3"/>
                <a:gd name="T3" fmla="*/ 2 h 5"/>
                <a:gd name="T4" fmla="*/ 1 w 3"/>
                <a:gd name="T5" fmla="*/ 5 h 5"/>
                <a:gd name="T6" fmla="*/ 2 w 3"/>
                <a:gd name="T7" fmla="*/ 5 h 5"/>
                <a:gd name="T8" fmla="*/ 3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0" y="2"/>
                  </a:lnTo>
                  <a:lnTo>
                    <a:pt x="1" y="5"/>
                  </a:lnTo>
                  <a:lnTo>
                    <a:pt x="2" y="5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4" name="Freeform 618">
              <a:extLst>
                <a:ext uri="{FF2B5EF4-FFF2-40B4-BE49-F238E27FC236}">
                  <a16:creationId xmlns:a16="http://schemas.microsoft.com/office/drawing/2014/main" id="{7C747A65-BB01-97B9-9DBB-B206EFD9318C}"/>
                </a:ext>
              </a:extLst>
            </p:cNvPr>
            <p:cNvSpPr/>
            <p:nvPr/>
          </p:nvSpPr>
          <p:spPr bwMode="auto">
            <a:xfrm>
              <a:off x="2981389" y="4894300"/>
              <a:ext cx="4763" cy="7938"/>
            </a:xfrm>
            <a:custGeom>
              <a:avLst/>
              <a:gdLst>
                <a:gd name="T0" fmla="*/ 3 w 3"/>
                <a:gd name="T1" fmla="*/ 0 h 5"/>
                <a:gd name="T2" fmla="*/ 0 w 3"/>
                <a:gd name="T3" fmla="*/ 2 h 5"/>
                <a:gd name="T4" fmla="*/ 1 w 3"/>
                <a:gd name="T5" fmla="*/ 5 h 5"/>
                <a:gd name="T6" fmla="*/ 2 w 3"/>
                <a:gd name="T7" fmla="*/ 5 h 5"/>
                <a:gd name="T8" fmla="*/ 3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0" y="2"/>
                  </a:lnTo>
                  <a:lnTo>
                    <a:pt x="1" y="5"/>
                  </a:lnTo>
                  <a:lnTo>
                    <a:pt x="2" y="5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5" name="Freeform 619">
              <a:extLst>
                <a:ext uri="{FF2B5EF4-FFF2-40B4-BE49-F238E27FC236}">
                  <a16:creationId xmlns:a16="http://schemas.microsoft.com/office/drawing/2014/main" id="{35479D51-75E6-D8AC-F25A-7D545A088C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4426" y="4905412"/>
              <a:ext cx="1089025" cy="1176338"/>
            </a:xfrm>
            <a:custGeom>
              <a:avLst/>
              <a:gdLst>
                <a:gd name="T0" fmla="*/ 3 w 686"/>
                <a:gd name="T1" fmla="*/ 716 h 741"/>
                <a:gd name="T2" fmla="*/ 0 w 686"/>
                <a:gd name="T3" fmla="*/ 719 h 741"/>
                <a:gd name="T4" fmla="*/ 2 w 686"/>
                <a:gd name="T5" fmla="*/ 719 h 741"/>
                <a:gd name="T6" fmla="*/ 3 w 686"/>
                <a:gd name="T7" fmla="*/ 716 h 741"/>
                <a:gd name="T8" fmla="*/ 3 w 686"/>
                <a:gd name="T9" fmla="*/ 716 h 741"/>
                <a:gd name="T10" fmla="*/ 685 w 686"/>
                <a:gd name="T11" fmla="*/ 8 h 741"/>
                <a:gd name="T12" fmla="*/ 33 w 686"/>
                <a:gd name="T13" fmla="*/ 691 h 741"/>
                <a:gd name="T14" fmla="*/ 685 w 686"/>
                <a:gd name="T15" fmla="*/ 8 h 741"/>
                <a:gd name="T16" fmla="*/ 456 w 686"/>
                <a:gd name="T17" fmla="*/ 741 h 741"/>
                <a:gd name="T18" fmla="*/ 10 w 686"/>
                <a:gd name="T19" fmla="*/ 715 h 741"/>
                <a:gd name="T20" fmla="*/ 10 w 686"/>
                <a:gd name="T21" fmla="*/ 715 h 741"/>
                <a:gd name="T22" fmla="*/ 456 w 686"/>
                <a:gd name="T23" fmla="*/ 741 h 741"/>
                <a:gd name="T24" fmla="*/ 685 w 686"/>
                <a:gd name="T25" fmla="*/ 8 h 741"/>
                <a:gd name="T26" fmla="*/ 686 w 686"/>
                <a:gd name="T27" fmla="*/ 0 h 741"/>
                <a:gd name="T28" fmla="*/ 8 w 686"/>
                <a:gd name="T29" fmla="*/ 710 h 741"/>
                <a:gd name="T30" fmla="*/ 8 w 686"/>
                <a:gd name="T31" fmla="*/ 710 h 741"/>
                <a:gd name="T32" fmla="*/ 686 w 686"/>
                <a:gd name="T33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6" h="741">
                  <a:moveTo>
                    <a:pt x="3" y="716"/>
                  </a:moveTo>
                  <a:lnTo>
                    <a:pt x="0" y="719"/>
                  </a:lnTo>
                  <a:lnTo>
                    <a:pt x="2" y="719"/>
                  </a:lnTo>
                  <a:lnTo>
                    <a:pt x="3" y="716"/>
                  </a:lnTo>
                  <a:lnTo>
                    <a:pt x="3" y="716"/>
                  </a:lnTo>
                  <a:close/>
                  <a:moveTo>
                    <a:pt x="685" y="8"/>
                  </a:moveTo>
                  <a:lnTo>
                    <a:pt x="33" y="691"/>
                  </a:lnTo>
                  <a:lnTo>
                    <a:pt x="685" y="8"/>
                  </a:lnTo>
                  <a:lnTo>
                    <a:pt x="456" y="741"/>
                  </a:lnTo>
                  <a:lnTo>
                    <a:pt x="10" y="715"/>
                  </a:lnTo>
                  <a:lnTo>
                    <a:pt x="10" y="715"/>
                  </a:lnTo>
                  <a:lnTo>
                    <a:pt x="456" y="741"/>
                  </a:lnTo>
                  <a:lnTo>
                    <a:pt x="685" y="8"/>
                  </a:lnTo>
                  <a:close/>
                  <a:moveTo>
                    <a:pt x="686" y="0"/>
                  </a:moveTo>
                  <a:lnTo>
                    <a:pt x="8" y="710"/>
                  </a:lnTo>
                  <a:lnTo>
                    <a:pt x="8" y="710"/>
                  </a:lnTo>
                  <a:lnTo>
                    <a:pt x="68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6" name="Freeform 620">
              <a:extLst>
                <a:ext uri="{FF2B5EF4-FFF2-40B4-BE49-F238E27FC236}">
                  <a16:creationId xmlns:a16="http://schemas.microsoft.com/office/drawing/2014/main" id="{5E14CF2F-050A-9D99-8976-9BC991701C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4426" y="4905412"/>
              <a:ext cx="1089025" cy="1176338"/>
            </a:xfrm>
            <a:custGeom>
              <a:avLst/>
              <a:gdLst>
                <a:gd name="T0" fmla="*/ 3 w 686"/>
                <a:gd name="T1" fmla="*/ 716 h 741"/>
                <a:gd name="T2" fmla="*/ 0 w 686"/>
                <a:gd name="T3" fmla="*/ 719 h 741"/>
                <a:gd name="T4" fmla="*/ 2 w 686"/>
                <a:gd name="T5" fmla="*/ 719 h 741"/>
                <a:gd name="T6" fmla="*/ 3 w 686"/>
                <a:gd name="T7" fmla="*/ 716 h 741"/>
                <a:gd name="T8" fmla="*/ 3 w 686"/>
                <a:gd name="T9" fmla="*/ 716 h 741"/>
                <a:gd name="T10" fmla="*/ 685 w 686"/>
                <a:gd name="T11" fmla="*/ 8 h 741"/>
                <a:gd name="T12" fmla="*/ 33 w 686"/>
                <a:gd name="T13" fmla="*/ 691 h 741"/>
                <a:gd name="T14" fmla="*/ 685 w 686"/>
                <a:gd name="T15" fmla="*/ 8 h 741"/>
                <a:gd name="T16" fmla="*/ 456 w 686"/>
                <a:gd name="T17" fmla="*/ 741 h 741"/>
                <a:gd name="T18" fmla="*/ 10 w 686"/>
                <a:gd name="T19" fmla="*/ 715 h 741"/>
                <a:gd name="T20" fmla="*/ 10 w 686"/>
                <a:gd name="T21" fmla="*/ 715 h 741"/>
                <a:gd name="T22" fmla="*/ 456 w 686"/>
                <a:gd name="T23" fmla="*/ 741 h 741"/>
                <a:gd name="T24" fmla="*/ 685 w 686"/>
                <a:gd name="T25" fmla="*/ 8 h 741"/>
                <a:gd name="T26" fmla="*/ 686 w 686"/>
                <a:gd name="T27" fmla="*/ 0 h 741"/>
                <a:gd name="T28" fmla="*/ 8 w 686"/>
                <a:gd name="T29" fmla="*/ 710 h 741"/>
                <a:gd name="T30" fmla="*/ 8 w 686"/>
                <a:gd name="T31" fmla="*/ 710 h 741"/>
                <a:gd name="T32" fmla="*/ 686 w 686"/>
                <a:gd name="T33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6" h="741">
                  <a:moveTo>
                    <a:pt x="3" y="716"/>
                  </a:moveTo>
                  <a:lnTo>
                    <a:pt x="0" y="719"/>
                  </a:lnTo>
                  <a:lnTo>
                    <a:pt x="2" y="719"/>
                  </a:lnTo>
                  <a:lnTo>
                    <a:pt x="3" y="716"/>
                  </a:lnTo>
                  <a:lnTo>
                    <a:pt x="3" y="716"/>
                  </a:lnTo>
                  <a:moveTo>
                    <a:pt x="685" y="8"/>
                  </a:moveTo>
                  <a:lnTo>
                    <a:pt x="33" y="691"/>
                  </a:lnTo>
                  <a:lnTo>
                    <a:pt x="685" y="8"/>
                  </a:lnTo>
                  <a:lnTo>
                    <a:pt x="456" y="741"/>
                  </a:lnTo>
                  <a:lnTo>
                    <a:pt x="10" y="715"/>
                  </a:lnTo>
                  <a:lnTo>
                    <a:pt x="10" y="715"/>
                  </a:lnTo>
                  <a:lnTo>
                    <a:pt x="456" y="741"/>
                  </a:lnTo>
                  <a:lnTo>
                    <a:pt x="685" y="8"/>
                  </a:lnTo>
                  <a:moveTo>
                    <a:pt x="686" y="0"/>
                  </a:moveTo>
                  <a:lnTo>
                    <a:pt x="8" y="710"/>
                  </a:lnTo>
                  <a:lnTo>
                    <a:pt x="8" y="710"/>
                  </a:lnTo>
                  <a:lnTo>
                    <a:pt x="68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7" name="Freeform 621">
              <a:extLst>
                <a:ext uri="{FF2B5EF4-FFF2-40B4-BE49-F238E27FC236}">
                  <a16:creationId xmlns:a16="http://schemas.microsoft.com/office/drawing/2014/main" id="{14961BAD-9736-5A38-2D96-307A937FE307}"/>
                </a:ext>
              </a:extLst>
            </p:cNvPr>
            <p:cNvSpPr/>
            <p:nvPr/>
          </p:nvSpPr>
          <p:spPr bwMode="auto">
            <a:xfrm>
              <a:off x="2613089" y="60881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8" name="Freeform 622">
              <a:extLst>
                <a:ext uri="{FF2B5EF4-FFF2-40B4-BE49-F238E27FC236}">
                  <a16:creationId xmlns:a16="http://schemas.microsoft.com/office/drawing/2014/main" id="{734D73BD-8E2A-0D2D-AE9A-AB2DCE9318D4}"/>
                </a:ext>
              </a:extLst>
            </p:cNvPr>
            <p:cNvSpPr/>
            <p:nvPr/>
          </p:nvSpPr>
          <p:spPr bwMode="auto">
            <a:xfrm>
              <a:off x="2613089" y="60881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9" name="Freeform 623">
              <a:extLst>
                <a:ext uri="{FF2B5EF4-FFF2-40B4-BE49-F238E27FC236}">
                  <a16:creationId xmlns:a16="http://schemas.microsoft.com/office/drawing/2014/main" id="{121DAAEA-F28C-3AFD-7F26-5E0812F8F3D1}"/>
                </a:ext>
              </a:extLst>
            </p:cNvPr>
            <p:cNvSpPr/>
            <p:nvPr/>
          </p:nvSpPr>
          <p:spPr bwMode="auto">
            <a:xfrm>
              <a:off x="2608326" y="4911762"/>
              <a:ext cx="373063" cy="1169988"/>
            </a:xfrm>
            <a:custGeom>
              <a:avLst/>
              <a:gdLst>
                <a:gd name="T0" fmla="*/ 234 w 235"/>
                <a:gd name="T1" fmla="*/ 0 h 737"/>
                <a:gd name="T2" fmla="*/ 231 w 235"/>
                <a:gd name="T3" fmla="*/ 2 h 737"/>
                <a:gd name="T4" fmla="*/ 231 w 235"/>
                <a:gd name="T5" fmla="*/ 2 h 737"/>
                <a:gd name="T6" fmla="*/ 229 w 235"/>
                <a:gd name="T7" fmla="*/ 4 h 737"/>
                <a:gd name="T8" fmla="*/ 0 w 235"/>
                <a:gd name="T9" fmla="*/ 737 h 737"/>
                <a:gd name="T10" fmla="*/ 1 w 235"/>
                <a:gd name="T11" fmla="*/ 737 h 737"/>
                <a:gd name="T12" fmla="*/ 6 w 235"/>
                <a:gd name="T13" fmla="*/ 735 h 737"/>
                <a:gd name="T14" fmla="*/ 235 w 235"/>
                <a:gd name="T15" fmla="*/ 1 h 737"/>
                <a:gd name="T16" fmla="*/ 234 w 235"/>
                <a:gd name="T17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737">
                  <a:moveTo>
                    <a:pt x="234" y="0"/>
                  </a:moveTo>
                  <a:lnTo>
                    <a:pt x="231" y="2"/>
                  </a:lnTo>
                  <a:lnTo>
                    <a:pt x="231" y="2"/>
                  </a:lnTo>
                  <a:lnTo>
                    <a:pt x="229" y="4"/>
                  </a:lnTo>
                  <a:lnTo>
                    <a:pt x="0" y="737"/>
                  </a:lnTo>
                  <a:lnTo>
                    <a:pt x="1" y="737"/>
                  </a:lnTo>
                  <a:lnTo>
                    <a:pt x="6" y="735"/>
                  </a:lnTo>
                  <a:lnTo>
                    <a:pt x="235" y="1"/>
                  </a:lnTo>
                  <a:lnTo>
                    <a:pt x="23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0" name="Freeform 624">
              <a:extLst>
                <a:ext uri="{FF2B5EF4-FFF2-40B4-BE49-F238E27FC236}">
                  <a16:creationId xmlns:a16="http://schemas.microsoft.com/office/drawing/2014/main" id="{425512FF-626A-E8BB-8359-E24DE60DF750}"/>
                </a:ext>
              </a:extLst>
            </p:cNvPr>
            <p:cNvSpPr/>
            <p:nvPr/>
          </p:nvSpPr>
          <p:spPr bwMode="auto">
            <a:xfrm>
              <a:off x="2608326" y="4911762"/>
              <a:ext cx="373063" cy="1169988"/>
            </a:xfrm>
            <a:custGeom>
              <a:avLst/>
              <a:gdLst>
                <a:gd name="T0" fmla="*/ 234 w 235"/>
                <a:gd name="T1" fmla="*/ 0 h 737"/>
                <a:gd name="T2" fmla="*/ 231 w 235"/>
                <a:gd name="T3" fmla="*/ 2 h 737"/>
                <a:gd name="T4" fmla="*/ 231 w 235"/>
                <a:gd name="T5" fmla="*/ 2 h 737"/>
                <a:gd name="T6" fmla="*/ 229 w 235"/>
                <a:gd name="T7" fmla="*/ 4 h 737"/>
                <a:gd name="T8" fmla="*/ 0 w 235"/>
                <a:gd name="T9" fmla="*/ 737 h 737"/>
                <a:gd name="T10" fmla="*/ 1 w 235"/>
                <a:gd name="T11" fmla="*/ 737 h 737"/>
                <a:gd name="T12" fmla="*/ 6 w 235"/>
                <a:gd name="T13" fmla="*/ 735 h 737"/>
                <a:gd name="T14" fmla="*/ 235 w 235"/>
                <a:gd name="T15" fmla="*/ 1 h 737"/>
                <a:gd name="T16" fmla="*/ 234 w 235"/>
                <a:gd name="T17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737">
                  <a:moveTo>
                    <a:pt x="234" y="0"/>
                  </a:moveTo>
                  <a:lnTo>
                    <a:pt x="231" y="2"/>
                  </a:lnTo>
                  <a:lnTo>
                    <a:pt x="231" y="2"/>
                  </a:lnTo>
                  <a:lnTo>
                    <a:pt x="229" y="4"/>
                  </a:lnTo>
                  <a:lnTo>
                    <a:pt x="0" y="737"/>
                  </a:lnTo>
                  <a:lnTo>
                    <a:pt x="1" y="737"/>
                  </a:lnTo>
                  <a:lnTo>
                    <a:pt x="6" y="735"/>
                  </a:lnTo>
                  <a:lnTo>
                    <a:pt x="235" y="1"/>
                  </a:lnTo>
                  <a:lnTo>
                    <a:pt x="23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1" name="Freeform 625">
              <a:extLst>
                <a:ext uri="{FF2B5EF4-FFF2-40B4-BE49-F238E27FC236}">
                  <a16:creationId xmlns:a16="http://schemas.microsoft.com/office/drawing/2014/main" id="{97EC2942-4E7B-5B82-2C33-34BCE850C6DF}"/>
                </a:ext>
              </a:extLst>
            </p:cNvPr>
            <p:cNvSpPr/>
            <p:nvPr/>
          </p:nvSpPr>
          <p:spPr bwMode="auto">
            <a:xfrm>
              <a:off x="2975039" y="4910175"/>
              <a:ext cx="4763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2" name="Freeform 626">
              <a:extLst>
                <a:ext uri="{FF2B5EF4-FFF2-40B4-BE49-F238E27FC236}">
                  <a16:creationId xmlns:a16="http://schemas.microsoft.com/office/drawing/2014/main" id="{927CC4DB-78DF-1085-7EEF-FEDDCDFBBF63}"/>
                </a:ext>
              </a:extLst>
            </p:cNvPr>
            <p:cNvSpPr/>
            <p:nvPr/>
          </p:nvSpPr>
          <p:spPr bwMode="auto">
            <a:xfrm>
              <a:off x="2975039" y="4910175"/>
              <a:ext cx="4763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3" name="Freeform 627">
              <a:extLst>
                <a:ext uri="{FF2B5EF4-FFF2-40B4-BE49-F238E27FC236}">
                  <a16:creationId xmlns:a16="http://schemas.microsoft.com/office/drawing/2014/main" id="{1C5B1BF5-E6FB-2A10-E911-980471D0AC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9914" y="6078575"/>
              <a:ext cx="7938" cy="11113"/>
            </a:xfrm>
            <a:custGeom>
              <a:avLst/>
              <a:gdLst>
                <a:gd name="T0" fmla="*/ 3 w 5"/>
                <a:gd name="T1" fmla="*/ 6 h 7"/>
                <a:gd name="T2" fmla="*/ 2 w 5"/>
                <a:gd name="T3" fmla="*/ 7 h 7"/>
                <a:gd name="T4" fmla="*/ 3 w 5"/>
                <a:gd name="T5" fmla="*/ 6 h 7"/>
                <a:gd name="T6" fmla="*/ 3 w 5"/>
                <a:gd name="T7" fmla="*/ 6 h 7"/>
                <a:gd name="T8" fmla="*/ 5 w 5"/>
                <a:gd name="T9" fmla="*/ 0 h 7"/>
                <a:gd name="T10" fmla="*/ 0 w 5"/>
                <a:gd name="T11" fmla="*/ 2 h 7"/>
                <a:gd name="T12" fmla="*/ 1 w 5"/>
                <a:gd name="T13" fmla="*/ 2 h 7"/>
                <a:gd name="T14" fmla="*/ 4 w 5"/>
                <a:gd name="T15" fmla="*/ 2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3" y="6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3" y="6"/>
                  </a:lnTo>
                  <a:close/>
                  <a:moveTo>
                    <a:pt x="5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4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4" name="Freeform 628">
              <a:extLst>
                <a:ext uri="{FF2B5EF4-FFF2-40B4-BE49-F238E27FC236}">
                  <a16:creationId xmlns:a16="http://schemas.microsoft.com/office/drawing/2014/main" id="{5B54BD41-5E31-A8E3-9243-1A9E44D4AD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9914" y="6078575"/>
              <a:ext cx="7938" cy="11113"/>
            </a:xfrm>
            <a:custGeom>
              <a:avLst/>
              <a:gdLst>
                <a:gd name="T0" fmla="*/ 3 w 5"/>
                <a:gd name="T1" fmla="*/ 6 h 7"/>
                <a:gd name="T2" fmla="*/ 2 w 5"/>
                <a:gd name="T3" fmla="*/ 7 h 7"/>
                <a:gd name="T4" fmla="*/ 3 w 5"/>
                <a:gd name="T5" fmla="*/ 6 h 7"/>
                <a:gd name="T6" fmla="*/ 3 w 5"/>
                <a:gd name="T7" fmla="*/ 6 h 7"/>
                <a:gd name="T8" fmla="*/ 5 w 5"/>
                <a:gd name="T9" fmla="*/ 0 h 7"/>
                <a:gd name="T10" fmla="*/ 0 w 5"/>
                <a:gd name="T11" fmla="*/ 2 h 7"/>
                <a:gd name="T12" fmla="*/ 1 w 5"/>
                <a:gd name="T13" fmla="*/ 2 h 7"/>
                <a:gd name="T14" fmla="*/ 4 w 5"/>
                <a:gd name="T15" fmla="*/ 2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3" y="6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3" y="6"/>
                  </a:lnTo>
                  <a:moveTo>
                    <a:pt x="5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4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5" name="Freeform 629">
              <a:extLst>
                <a:ext uri="{FF2B5EF4-FFF2-40B4-BE49-F238E27FC236}">
                  <a16:creationId xmlns:a16="http://schemas.microsoft.com/office/drawing/2014/main" id="{23471C9B-6CA4-88E7-E1CE-09897A142C47}"/>
                </a:ext>
              </a:extLst>
            </p:cNvPr>
            <p:cNvSpPr/>
            <p:nvPr/>
          </p:nvSpPr>
          <p:spPr bwMode="auto">
            <a:xfrm>
              <a:off x="2979801" y="4897475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2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6" name="Freeform 630">
              <a:extLst>
                <a:ext uri="{FF2B5EF4-FFF2-40B4-BE49-F238E27FC236}">
                  <a16:creationId xmlns:a16="http://schemas.microsoft.com/office/drawing/2014/main" id="{C5113F7D-863F-9298-3E05-54BE154F6EF7}"/>
                </a:ext>
              </a:extLst>
            </p:cNvPr>
            <p:cNvSpPr/>
            <p:nvPr/>
          </p:nvSpPr>
          <p:spPr bwMode="auto">
            <a:xfrm>
              <a:off x="2979801" y="4897475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2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7" name="Freeform 631">
              <a:extLst>
                <a:ext uri="{FF2B5EF4-FFF2-40B4-BE49-F238E27FC236}">
                  <a16:creationId xmlns:a16="http://schemas.microsoft.com/office/drawing/2014/main" id="{65AA3BEB-8362-0384-9211-DB2C2F6584E5}"/>
                </a:ext>
              </a:extLst>
            </p:cNvPr>
            <p:cNvSpPr/>
            <p:nvPr/>
          </p:nvSpPr>
          <p:spPr bwMode="auto">
            <a:xfrm>
              <a:off x="2979801" y="4908587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0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8" name="Freeform 632">
              <a:extLst>
                <a:ext uri="{FF2B5EF4-FFF2-40B4-BE49-F238E27FC236}">
                  <a16:creationId xmlns:a16="http://schemas.microsoft.com/office/drawing/2014/main" id="{A2BF7FF7-A3DF-15C9-CAFD-9F0303C34D62}"/>
                </a:ext>
              </a:extLst>
            </p:cNvPr>
            <p:cNvSpPr/>
            <p:nvPr/>
          </p:nvSpPr>
          <p:spPr bwMode="auto">
            <a:xfrm>
              <a:off x="2979801" y="4908587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0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9" name="Freeform 633">
              <a:extLst>
                <a:ext uri="{FF2B5EF4-FFF2-40B4-BE49-F238E27FC236}">
                  <a16:creationId xmlns:a16="http://schemas.microsoft.com/office/drawing/2014/main" id="{151DF374-0300-9835-BE91-FBE8B7269201}"/>
                </a:ext>
              </a:extLst>
            </p:cNvPr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0" name="Freeform 634">
              <a:extLst>
                <a:ext uri="{FF2B5EF4-FFF2-40B4-BE49-F238E27FC236}">
                  <a16:creationId xmlns:a16="http://schemas.microsoft.com/office/drawing/2014/main" id="{E488179F-3C49-BD37-1DA8-98BF889DC6BD}"/>
                </a:ext>
              </a:extLst>
            </p:cNvPr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1" name="Freeform 635">
              <a:extLst>
                <a:ext uri="{FF2B5EF4-FFF2-40B4-BE49-F238E27FC236}">
                  <a16:creationId xmlns:a16="http://schemas.microsoft.com/office/drawing/2014/main" id="{B17D4F61-E4CC-4954-DE18-8DCEB054794B}"/>
                </a:ext>
              </a:extLst>
            </p:cNvPr>
            <p:cNvSpPr/>
            <p:nvPr/>
          </p:nvSpPr>
          <p:spPr bwMode="auto">
            <a:xfrm>
              <a:off x="2979801" y="490858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2" name="Freeform 636">
              <a:extLst>
                <a:ext uri="{FF2B5EF4-FFF2-40B4-BE49-F238E27FC236}">
                  <a16:creationId xmlns:a16="http://schemas.microsoft.com/office/drawing/2014/main" id="{461C707F-BA40-7F94-EA01-8CF81B2D4EE8}"/>
                </a:ext>
              </a:extLst>
            </p:cNvPr>
            <p:cNvSpPr/>
            <p:nvPr/>
          </p:nvSpPr>
          <p:spPr bwMode="auto">
            <a:xfrm>
              <a:off x="2979801" y="490858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3" name="Freeform 637">
              <a:extLst>
                <a:ext uri="{FF2B5EF4-FFF2-40B4-BE49-F238E27FC236}">
                  <a16:creationId xmlns:a16="http://schemas.microsoft.com/office/drawing/2014/main" id="{287DBBDC-2079-C0E6-A9F8-D9780F7891B0}"/>
                </a:ext>
              </a:extLst>
            </p:cNvPr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4" name="Freeform 638">
              <a:extLst>
                <a:ext uri="{FF2B5EF4-FFF2-40B4-BE49-F238E27FC236}">
                  <a16:creationId xmlns:a16="http://schemas.microsoft.com/office/drawing/2014/main" id="{68A04129-5D11-3132-067E-967F2ED4C357}"/>
                </a:ext>
              </a:extLst>
            </p:cNvPr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5" name="Freeform 639">
              <a:extLst>
                <a:ext uri="{FF2B5EF4-FFF2-40B4-BE49-F238E27FC236}">
                  <a16:creationId xmlns:a16="http://schemas.microsoft.com/office/drawing/2014/main" id="{7A7E9F00-449C-141F-5BDE-9D9F0D4E96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9189" y="4543462"/>
              <a:ext cx="1084263" cy="1498600"/>
            </a:xfrm>
            <a:custGeom>
              <a:avLst/>
              <a:gdLst>
                <a:gd name="T0" fmla="*/ 149 w 683"/>
                <a:gd name="T1" fmla="*/ 1 h 944"/>
                <a:gd name="T2" fmla="*/ 149 w 683"/>
                <a:gd name="T3" fmla="*/ 1 h 944"/>
                <a:gd name="T4" fmla="*/ 683 w 683"/>
                <a:gd name="T5" fmla="*/ 228 h 944"/>
                <a:gd name="T6" fmla="*/ 683 w 683"/>
                <a:gd name="T7" fmla="*/ 228 h 944"/>
                <a:gd name="T8" fmla="*/ 149 w 683"/>
                <a:gd name="T9" fmla="*/ 1 h 944"/>
                <a:gd name="T10" fmla="*/ 144 w 683"/>
                <a:gd name="T11" fmla="*/ 1 h 944"/>
                <a:gd name="T12" fmla="*/ 144 w 683"/>
                <a:gd name="T13" fmla="*/ 1 h 944"/>
                <a:gd name="T14" fmla="*/ 0 w 683"/>
                <a:gd name="T15" fmla="*/ 944 h 944"/>
                <a:gd name="T16" fmla="*/ 0 w 683"/>
                <a:gd name="T17" fmla="*/ 944 h 944"/>
                <a:gd name="T18" fmla="*/ 0 w 683"/>
                <a:gd name="T19" fmla="*/ 943 h 944"/>
                <a:gd name="T20" fmla="*/ 1 w 683"/>
                <a:gd name="T21" fmla="*/ 943 h 944"/>
                <a:gd name="T22" fmla="*/ 5 w 683"/>
                <a:gd name="T23" fmla="*/ 938 h 944"/>
                <a:gd name="T24" fmla="*/ 147 w 683"/>
                <a:gd name="T25" fmla="*/ 6 h 944"/>
                <a:gd name="T26" fmla="*/ 146 w 683"/>
                <a:gd name="T27" fmla="*/ 3 h 944"/>
                <a:gd name="T28" fmla="*/ 144 w 683"/>
                <a:gd name="T29" fmla="*/ 9 h 944"/>
                <a:gd name="T30" fmla="*/ 144 w 683"/>
                <a:gd name="T31" fmla="*/ 1 h 944"/>
                <a:gd name="T32" fmla="*/ 157 w 683"/>
                <a:gd name="T33" fmla="*/ 0 h 944"/>
                <a:gd name="T34" fmla="*/ 157 w 683"/>
                <a:gd name="T35" fmla="*/ 0 h 944"/>
                <a:gd name="T36" fmla="*/ 176 w 683"/>
                <a:gd name="T37" fmla="*/ 8 h 944"/>
                <a:gd name="T38" fmla="*/ 157 w 683"/>
                <a:gd name="T39" fmla="*/ 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83" h="944">
                  <a:moveTo>
                    <a:pt x="149" y="1"/>
                  </a:moveTo>
                  <a:lnTo>
                    <a:pt x="149" y="1"/>
                  </a:lnTo>
                  <a:lnTo>
                    <a:pt x="683" y="228"/>
                  </a:lnTo>
                  <a:lnTo>
                    <a:pt x="683" y="228"/>
                  </a:lnTo>
                  <a:lnTo>
                    <a:pt x="149" y="1"/>
                  </a:lnTo>
                  <a:close/>
                  <a:moveTo>
                    <a:pt x="144" y="1"/>
                  </a:moveTo>
                  <a:lnTo>
                    <a:pt x="144" y="1"/>
                  </a:lnTo>
                  <a:lnTo>
                    <a:pt x="0" y="944"/>
                  </a:lnTo>
                  <a:lnTo>
                    <a:pt x="0" y="944"/>
                  </a:lnTo>
                  <a:lnTo>
                    <a:pt x="0" y="943"/>
                  </a:lnTo>
                  <a:lnTo>
                    <a:pt x="1" y="943"/>
                  </a:lnTo>
                  <a:lnTo>
                    <a:pt x="5" y="938"/>
                  </a:lnTo>
                  <a:lnTo>
                    <a:pt x="147" y="6"/>
                  </a:lnTo>
                  <a:lnTo>
                    <a:pt x="146" y="3"/>
                  </a:lnTo>
                  <a:lnTo>
                    <a:pt x="144" y="9"/>
                  </a:lnTo>
                  <a:lnTo>
                    <a:pt x="144" y="1"/>
                  </a:lnTo>
                  <a:close/>
                  <a:moveTo>
                    <a:pt x="157" y="0"/>
                  </a:moveTo>
                  <a:lnTo>
                    <a:pt x="157" y="0"/>
                  </a:lnTo>
                  <a:lnTo>
                    <a:pt x="176" y="8"/>
                  </a:lnTo>
                  <a:lnTo>
                    <a:pt x="1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6" name="Freeform 640">
              <a:extLst>
                <a:ext uri="{FF2B5EF4-FFF2-40B4-BE49-F238E27FC236}">
                  <a16:creationId xmlns:a16="http://schemas.microsoft.com/office/drawing/2014/main" id="{9BF3FD5F-72BA-EF43-CBF3-C9A3EA478E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9189" y="4543462"/>
              <a:ext cx="1084263" cy="1498600"/>
            </a:xfrm>
            <a:custGeom>
              <a:avLst/>
              <a:gdLst>
                <a:gd name="T0" fmla="*/ 149 w 683"/>
                <a:gd name="T1" fmla="*/ 1 h 944"/>
                <a:gd name="T2" fmla="*/ 149 w 683"/>
                <a:gd name="T3" fmla="*/ 1 h 944"/>
                <a:gd name="T4" fmla="*/ 683 w 683"/>
                <a:gd name="T5" fmla="*/ 228 h 944"/>
                <a:gd name="T6" fmla="*/ 683 w 683"/>
                <a:gd name="T7" fmla="*/ 228 h 944"/>
                <a:gd name="T8" fmla="*/ 149 w 683"/>
                <a:gd name="T9" fmla="*/ 1 h 944"/>
                <a:gd name="T10" fmla="*/ 144 w 683"/>
                <a:gd name="T11" fmla="*/ 1 h 944"/>
                <a:gd name="T12" fmla="*/ 144 w 683"/>
                <a:gd name="T13" fmla="*/ 1 h 944"/>
                <a:gd name="T14" fmla="*/ 0 w 683"/>
                <a:gd name="T15" fmla="*/ 944 h 944"/>
                <a:gd name="T16" fmla="*/ 0 w 683"/>
                <a:gd name="T17" fmla="*/ 944 h 944"/>
                <a:gd name="T18" fmla="*/ 0 w 683"/>
                <a:gd name="T19" fmla="*/ 943 h 944"/>
                <a:gd name="T20" fmla="*/ 1 w 683"/>
                <a:gd name="T21" fmla="*/ 943 h 944"/>
                <a:gd name="T22" fmla="*/ 5 w 683"/>
                <a:gd name="T23" fmla="*/ 938 h 944"/>
                <a:gd name="T24" fmla="*/ 147 w 683"/>
                <a:gd name="T25" fmla="*/ 6 h 944"/>
                <a:gd name="T26" fmla="*/ 146 w 683"/>
                <a:gd name="T27" fmla="*/ 3 h 944"/>
                <a:gd name="T28" fmla="*/ 144 w 683"/>
                <a:gd name="T29" fmla="*/ 9 h 944"/>
                <a:gd name="T30" fmla="*/ 144 w 683"/>
                <a:gd name="T31" fmla="*/ 1 h 944"/>
                <a:gd name="T32" fmla="*/ 157 w 683"/>
                <a:gd name="T33" fmla="*/ 0 h 944"/>
                <a:gd name="T34" fmla="*/ 157 w 683"/>
                <a:gd name="T35" fmla="*/ 0 h 944"/>
                <a:gd name="T36" fmla="*/ 176 w 683"/>
                <a:gd name="T37" fmla="*/ 8 h 944"/>
                <a:gd name="T38" fmla="*/ 157 w 683"/>
                <a:gd name="T39" fmla="*/ 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83" h="944">
                  <a:moveTo>
                    <a:pt x="149" y="1"/>
                  </a:moveTo>
                  <a:lnTo>
                    <a:pt x="149" y="1"/>
                  </a:lnTo>
                  <a:lnTo>
                    <a:pt x="683" y="228"/>
                  </a:lnTo>
                  <a:lnTo>
                    <a:pt x="683" y="228"/>
                  </a:lnTo>
                  <a:lnTo>
                    <a:pt x="149" y="1"/>
                  </a:lnTo>
                  <a:moveTo>
                    <a:pt x="144" y="1"/>
                  </a:moveTo>
                  <a:lnTo>
                    <a:pt x="144" y="1"/>
                  </a:lnTo>
                  <a:lnTo>
                    <a:pt x="0" y="944"/>
                  </a:lnTo>
                  <a:lnTo>
                    <a:pt x="0" y="944"/>
                  </a:lnTo>
                  <a:lnTo>
                    <a:pt x="0" y="943"/>
                  </a:lnTo>
                  <a:lnTo>
                    <a:pt x="1" y="943"/>
                  </a:lnTo>
                  <a:lnTo>
                    <a:pt x="5" y="938"/>
                  </a:lnTo>
                  <a:lnTo>
                    <a:pt x="147" y="6"/>
                  </a:lnTo>
                  <a:lnTo>
                    <a:pt x="146" y="3"/>
                  </a:lnTo>
                  <a:lnTo>
                    <a:pt x="144" y="9"/>
                  </a:lnTo>
                  <a:lnTo>
                    <a:pt x="144" y="1"/>
                  </a:lnTo>
                  <a:moveTo>
                    <a:pt x="157" y="0"/>
                  </a:moveTo>
                  <a:lnTo>
                    <a:pt x="157" y="0"/>
                  </a:lnTo>
                  <a:lnTo>
                    <a:pt x="176" y="8"/>
                  </a:lnTo>
                  <a:lnTo>
                    <a:pt x="1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7" name="Freeform 641">
              <a:extLst>
                <a:ext uri="{FF2B5EF4-FFF2-40B4-BE49-F238E27FC236}">
                  <a16:creationId xmlns:a16="http://schemas.microsoft.com/office/drawing/2014/main" id="{5758E44F-993E-4F4A-63FA-96BE877CF7EB}"/>
                </a:ext>
              </a:extLst>
            </p:cNvPr>
            <p:cNvSpPr/>
            <p:nvPr/>
          </p:nvSpPr>
          <p:spPr bwMode="auto">
            <a:xfrm>
              <a:off x="2125726" y="4543462"/>
              <a:ext cx="850900" cy="361950"/>
            </a:xfrm>
            <a:custGeom>
              <a:avLst/>
              <a:gdLst>
                <a:gd name="T0" fmla="*/ 8 w 536"/>
                <a:gd name="T1" fmla="*/ 0 h 228"/>
                <a:gd name="T2" fmla="*/ 0 w 536"/>
                <a:gd name="T3" fmla="*/ 0 h 228"/>
                <a:gd name="T4" fmla="*/ 0 w 536"/>
                <a:gd name="T5" fmla="*/ 1 h 228"/>
                <a:gd name="T6" fmla="*/ 534 w 536"/>
                <a:gd name="T7" fmla="*/ 228 h 228"/>
                <a:gd name="T8" fmla="*/ 536 w 536"/>
                <a:gd name="T9" fmla="*/ 226 h 228"/>
                <a:gd name="T10" fmla="*/ 536 w 536"/>
                <a:gd name="T11" fmla="*/ 224 h 228"/>
                <a:gd name="T12" fmla="*/ 27 w 536"/>
                <a:gd name="T13" fmla="*/ 8 h 228"/>
                <a:gd name="T14" fmla="*/ 8 w 536"/>
                <a:gd name="T1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6" h="228">
                  <a:moveTo>
                    <a:pt x="8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34" y="228"/>
                  </a:lnTo>
                  <a:lnTo>
                    <a:pt x="536" y="226"/>
                  </a:lnTo>
                  <a:lnTo>
                    <a:pt x="536" y="224"/>
                  </a:lnTo>
                  <a:lnTo>
                    <a:pt x="27" y="8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8" name="Freeform 642">
              <a:extLst>
                <a:ext uri="{FF2B5EF4-FFF2-40B4-BE49-F238E27FC236}">
                  <a16:creationId xmlns:a16="http://schemas.microsoft.com/office/drawing/2014/main" id="{906D6C28-5EBA-F3CF-E268-34DC9A1E62EB}"/>
                </a:ext>
              </a:extLst>
            </p:cNvPr>
            <p:cNvSpPr/>
            <p:nvPr/>
          </p:nvSpPr>
          <p:spPr bwMode="auto">
            <a:xfrm>
              <a:off x="2125726" y="4543462"/>
              <a:ext cx="850900" cy="361950"/>
            </a:xfrm>
            <a:custGeom>
              <a:avLst/>
              <a:gdLst>
                <a:gd name="T0" fmla="*/ 8 w 536"/>
                <a:gd name="T1" fmla="*/ 0 h 228"/>
                <a:gd name="T2" fmla="*/ 0 w 536"/>
                <a:gd name="T3" fmla="*/ 0 h 228"/>
                <a:gd name="T4" fmla="*/ 0 w 536"/>
                <a:gd name="T5" fmla="*/ 1 h 228"/>
                <a:gd name="T6" fmla="*/ 534 w 536"/>
                <a:gd name="T7" fmla="*/ 228 h 228"/>
                <a:gd name="T8" fmla="*/ 536 w 536"/>
                <a:gd name="T9" fmla="*/ 226 h 228"/>
                <a:gd name="T10" fmla="*/ 536 w 536"/>
                <a:gd name="T11" fmla="*/ 224 h 228"/>
                <a:gd name="T12" fmla="*/ 27 w 536"/>
                <a:gd name="T13" fmla="*/ 8 h 228"/>
                <a:gd name="T14" fmla="*/ 8 w 536"/>
                <a:gd name="T1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6" h="228">
                  <a:moveTo>
                    <a:pt x="8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34" y="228"/>
                  </a:lnTo>
                  <a:lnTo>
                    <a:pt x="536" y="226"/>
                  </a:lnTo>
                  <a:lnTo>
                    <a:pt x="536" y="224"/>
                  </a:lnTo>
                  <a:lnTo>
                    <a:pt x="27" y="8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9" name="Freeform 643">
              <a:extLst>
                <a:ext uri="{FF2B5EF4-FFF2-40B4-BE49-F238E27FC236}">
                  <a16:creationId xmlns:a16="http://schemas.microsoft.com/office/drawing/2014/main" id="{5B94D8C0-5130-0559-6179-4E01F98EEFDF}"/>
                </a:ext>
              </a:extLst>
            </p:cNvPr>
            <p:cNvSpPr/>
            <p:nvPr/>
          </p:nvSpPr>
          <p:spPr bwMode="auto">
            <a:xfrm>
              <a:off x="2125726" y="4540287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0" name="Freeform 644">
              <a:extLst>
                <a:ext uri="{FF2B5EF4-FFF2-40B4-BE49-F238E27FC236}">
                  <a16:creationId xmlns:a16="http://schemas.microsoft.com/office/drawing/2014/main" id="{21F465D2-7721-C471-0E9E-F5386728E715}"/>
                </a:ext>
              </a:extLst>
            </p:cNvPr>
            <p:cNvSpPr/>
            <p:nvPr/>
          </p:nvSpPr>
          <p:spPr bwMode="auto">
            <a:xfrm>
              <a:off x="2125726" y="4540287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1" name="Rectangle 645">
              <a:extLst>
                <a:ext uri="{FF2B5EF4-FFF2-40B4-BE49-F238E27FC236}">
                  <a16:creationId xmlns:a16="http://schemas.microsoft.com/office/drawing/2014/main" id="{A233EB5E-6113-0BF8-A702-F4DDE9CD1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2" name="Rectangle 646">
              <a:extLst>
                <a:ext uri="{FF2B5EF4-FFF2-40B4-BE49-F238E27FC236}">
                  <a16:creationId xmlns:a16="http://schemas.microsoft.com/office/drawing/2014/main" id="{44A742F3-7097-BC3E-3E49-C59FA961E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3" name="Freeform 647">
              <a:extLst>
                <a:ext uri="{FF2B5EF4-FFF2-40B4-BE49-F238E27FC236}">
                  <a16:creationId xmlns:a16="http://schemas.microsoft.com/office/drawing/2014/main" id="{2A882922-39B3-7ABD-77BE-03F9A860CA9E}"/>
                </a:ext>
              </a:extLst>
            </p:cNvPr>
            <p:cNvSpPr/>
            <p:nvPr/>
          </p:nvSpPr>
          <p:spPr bwMode="auto">
            <a:xfrm>
              <a:off x="2125726" y="4537112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4" name="Freeform 648">
              <a:extLst>
                <a:ext uri="{FF2B5EF4-FFF2-40B4-BE49-F238E27FC236}">
                  <a16:creationId xmlns:a16="http://schemas.microsoft.com/office/drawing/2014/main" id="{3FD676E0-14A3-EDA3-E7F3-AD4CD4DECC88}"/>
                </a:ext>
              </a:extLst>
            </p:cNvPr>
            <p:cNvSpPr/>
            <p:nvPr/>
          </p:nvSpPr>
          <p:spPr bwMode="auto">
            <a:xfrm>
              <a:off x="2125726" y="4537112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5" name="Freeform 649">
              <a:extLst>
                <a:ext uri="{FF2B5EF4-FFF2-40B4-BE49-F238E27FC236}">
                  <a16:creationId xmlns:a16="http://schemas.microsoft.com/office/drawing/2014/main" id="{913F405A-5F73-76B9-6D86-7B3203299252}"/>
                </a:ext>
              </a:extLst>
            </p:cNvPr>
            <p:cNvSpPr/>
            <p:nvPr/>
          </p:nvSpPr>
          <p:spPr bwMode="auto">
            <a:xfrm>
              <a:off x="2120964" y="4543462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6" name="Freeform 650">
              <a:extLst>
                <a:ext uri="{FF2B5EF4-FFF2-40B4-BE49-F238E27FC236}">
                  <a16:creationId xmlns:a16="http://schemas.microsoft.com/office/drawing/2014/main" id="{A4D67A89-F49B-F68C-6D00-AD1444626B75}"/>
                </a:ext>
              </a:extLst>
            </p:cNvPr>
            <p:cNvSpPr/>
            <p:nvPr/>
          </p:nvSpPr>
          <p:spPr bwMode="auto">
            <a:xfrm>
              <a:off x="2120964" y="4543462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7" name="Freeform 651">
              <a:extLst>
                <a:ext uri="{FF2B5EF4-FFF2-40B4-BE49-F238E27FC236}">
                  <a16:creationId xmlns:a16="http://schemas.microsoft.com/office/drawing/2014/main" id="{5173ECC1-D4ED-C8A7-4443-3AD653EE21F5}"/>
                </a:ext>
              </a:extLst>
            </p:cNvPr>
            <p:cNvSpPr/>
            <p:nvPr/>
          </p:nvSpPr>
          <p:spPr bwMode="auto">
            <a:xfrm>
              <a:off x="212413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8" name="Freeform 652">
              <a:extLst>
                <a:ext uri="{FF2B5EF4-FFF2-40B4-BE49-F238E27FC236}">
                  <a16:creationId xmlns:a16="http://schemas.microsoft.com/office/drawing/2014/main" id="{D00E101B-2ED3-16AF-3BE9-6ED911F12F8D}"/>
                </a:ext>
              </a:extLst>
            </p:cNvPr>
            <p:cNvSpPr/>
            <p:nvPr/>
          </p:nvSpPr>
          <p:spPr bwMode="auto">
            <a:xfrm>
              <a:off x="212413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9" name="Freeform 653">
              <a:extLst>
                <a:ext uri="{FF2B5EF4-FFF2-40B4-BE49-F238E27FC236}">
                  <a16:creationId xmlns:a16="http://schemas.microsoft.com/office/drawing/2014/main" id="{B0B6D7DA-5F51-BA9B-8A54-E984AA6B6CCD}"/>
                </a:ext>
              </a:extLst>
            </p:cNvPr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0" name="Freeform 654">
              <a:extLst>
                <a:ext uri="{FF2B5EF4-FFF2-40B4-BE49-F238E27FC236}">
                  <a16:creationId xmlns:a16="http://schemas.microsoft.com/office/drawing/2014/main" id="{AE78C839-E140-54F9-6AEA-5676347A57FD}"/>
                </a:ext>
              </a:extLst>
            </p:cNvPr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1" name="Rectangle 655">
              <a:extLst>
                <a:ext uri="{FF2B5EF4-FFF2-40B4-BE49-F238E27FC236}">
                  <a16:creationId xmlns:a16="http://schemas.microsoft.com/office/drawing/2014/main" id="{0CA9A5FB-D2F2-9F74-0E01-89C97F541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2" name="Rectangle 656">
              <a:extLst>
                <a:ext uri="{FF2B5EF4-FFF2-40B4-BE49-F238E27FC236}">
                  <a16:creationId xmlns:a16="http://schemas.microsoft.com/office/drawing/2014/main" id="{E558B3F9-91C2-4389-8704-A48D136A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3" name="Rectangle 657">
              <a:extLst>
                <a:ext uri="{FF2B5EF4-FFF2-40B4-BE49-F238E27FC236}">
                  <a16:creationId xmlns:a16="http://schemas.microsoft.com/office/drawing/2014/main" id="{22E8FA5A-D4A3-41C0-9769-9E7165883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4" name="Rectangle 658">
              <a:extLst>
                <a:ext uri="{FF2B5EF4-FFF2-40B4-BE49-F238E27FC236}">
                  <a16:creationId xmlns:a16="http://schemas.microsoft.com/office/drawing/2014/main" id="{7995EEF6-A615-6045-27E0-5CDF93A91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5" name="Rectangle 659">
              <a:extLst>
                <a:ext uri="{FF2B5EF4-FFF2-40B4-BE49-F238E27FC236}">
                  <a16:creationId xmlns:a16="http://schemas.microsoft.com/office/drawing/2014/main" id="{3970315F-6D7E-6918-13F0-BCC625655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028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6" name="Rectangle 660">
              <a:extLst>
                <a:ext uri="{FF2B5EF4-FFF2-40B4-BE49-F238E27FC236}">
                  <a16:creationId xmlns:a16="http://schemas.microsoft.com/office/drawing/2014/main" id="{E51287C7-BC7D-517D-7C76-54242EB01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028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7" name="Rectangle 661">
              <a:extLst>
                <a:ext uri="{FF2B5EF4-FFF2-40B4-BE49-F238E27FC236}">
                  <a16:creationId xmlns:a16="http://schemas.microsoft.com/office/drawing/2014/main" id="{53022055-82C6-C925-E896-C954ECDB3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726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8" name="Rectangle 662">
              <a:extLst>
                <a:ext uri="{FF2B5EF4-FFF2-40B4-BE49-F238E27FC236}">
                  <a16:creationId xmlns:a16="http://schemas.microsoft.com/office/drawing/2014/main" id="{F4F921FA-3980-0A7A-29F2-7C5A607C0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726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9" name="Freeform 663">
              <a:extLst>
                <a:ext uri="{FF2B5EF4-FFF2-40B4-BE49-F238E27FC236}">
                  <a16:creationId xmlns:a16="http://schemas.microsoft.com/office/drawing/2014/main" id="{7619BC4C-DC2E-FE4D-E7B2-CADC31136C02}"/>
                </a:ext>
              </a:extLst>
            </p:cNvPr>
            <p:cNvSpPr/>
            <p:nvPr/>
          </p:nvSpPr>
          <p:spPr bwMode="auto">
            <a:xfrm flipH="1">
              <a:off x="2125726" y="4538700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0" name="Freeform 664">
              <a:extLst>
                <a:ext uri="{FF2B5EF4-FFF2-40B4-BE49-F238E27FC236}">
                  <a16:creationId xmlns:a16="http://schemas.microsoft.com/office/drawing/2014/main" id="{AF4296AF-C9D4-9A64-8D82-B5BF962C1DCD}"/>
                </a:ext>
              </a:extLst>
            </p:cNvPr>
            <p:cNvSpPr/>
            <p:nvPr/>
          </p:nvSpPr>
          <p:spPr bwMode="auto">
            <a:xfrm flipH="1">
              <a:off x="2125726" y="4538700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1" name="Freeform 665">
              <a:extLst>
                <a:ext uri="{FF2B5EF4-FFF2-40B4-BE49-F238E27FC236}">
                  <a16:creationId xmlns:a16="http://schemas.microsoft.com/office/drawing/2014/main" id="{C61368D9-DF30-70D5-9168-9788E0FA696C}"/>
                </a:ext>
              </a:extLst>
            </p:cNvPr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2" name="Freeform 666">
              <a:extLst>
                <a:ext uri="{FF2B5EF4-FFF2-40B4-BE49-F238E27FC236}">
                  <a16:creationId xmlns:a16="http://schemas.microsoft.com/office/drawing/2014/main" id="{4E2A7B50-A8E7-FDE2-647D-6F20AF79426E}"/>
                </a:ext>
              </a:extLst>
            </p:cNvPr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3" name="Freeform 667">
              <a:extLst>
                <a:ext uri="{FF2B5EF4-FFF2-40B4-BE49-F238E27FC236}">
                  <a16:creationId xmlns:a16="http://schemas.microsoft.com/office/drawing/2014/main" id="{C0502EDF-C11A-453E-8107-F3D631FD0F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7789" y="4538700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4" name="Freeform 668">
              <a:extLst>
                <a:ext uri="{FF2B5EF4-FFF2-40B4-BE49-F238E27FC236}">
                  <a16:creationId xmlns:a16="http://schemas.microsoft.com/office/drawing/2014/main" id="{EBCEFF91-59A3-B39A-D472-0821D271A1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7789" y="4538700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5" name="Freeform 669">
              <a:extLst>
                <a:ext uri="{FF2B5EF4-FFF2-40B4-BE49-F238E27FC236}">
                  <a16:creationId xmlns:a16="http://schemas.microsoft.com/office/drawing/2014/main" id="{94EC8B47-658C-BF81-9BC6-60A6DCCA4EA6}"/>
                </a:ext>
              </a:extLst>
            </p:cNvPr>
            <p:cNvSpPr/>
            <p:nvPr/>
          </p:nvSpPr>
          <p:spPr bwMode="auto">
            <a:xfrm>
              <a:off x="2976626" y="4899062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6" name="Freeform 670">
              <a:extLst>
                <a:ext uri="{FF2B5EF4-FFF2-40B4-BE49-F238E27FC236}">
                  <a16:creationId xmlns:a16="http://schemas.microsoft.com/office/drawing/2014/main" id="{4898B28E-CF90-0B13-CB67-DFF4A9943159}"/>
                </a:ext>
              </a:extLst>
            </p:cNvPr>
            <p:cNvSpPr/>
            <p:nvPr/>
          </p:nvSpPr>
          <p:spPr bwMode="auto">
            <a:xfrm>
              <a:off x="2976626" y="4899062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7" name="Freeform 671">
              <a:extLst>
                <a:ext uri="{FF2B5EF4-FFF2-40B4-BE49-F238E27FC236}">
                  <a16:creationId xmlns:a16="http://schemas.microsoft.com/office/drawing/2014/main" id="{B1E9A004-8A4C-EAB8-3939-EFA35A757F95}"/>
                </a:ext>
              </a:extLst>
            </p:cNvPr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8" name="Freeform 672">
              <a:extLst>
                <a:ext uri="{FF2B5EF4-FFF2-40B4-BE49-F238E27FC236}">
                  <a16:creationId xmlns:a16="http://schemas.microsoft.com/office/drawing/2014/main" id="{F3E539F3-D8ED-27D4-41D3-8241EA67382B}"/>
                </a:ext>
              </a:extLst>
            </p:cNvPr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9" name="Freeform 673">
              <a:extLst>
                <a:ext uri="{FF2B5EF4-FFF2-40B4-BE49-F238E27FC236}">
                  <a16:creationId xmlns:a16="http://schemas.microsoft.com/office/drawing/2014/main" id="{B895A630-6656-8561-D8B8-145566EA75F5}"/>
                </a:ext>
              </a:extLst>
            </p:cNvPr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0" name="Freeform 674">
              <a:extLst>
                <a:ext uri="{FF2B5EF4-FFF2-40B4-BE49-F238E27FC236}">
                  <a16:creationId xmlns:a16="http://schemas.microsoft.com/office/drawing/2014/main" id="{59DCFA06-2736-D930-C6C5-52573ACA6C26}"/>
                </a:ext>
              </a:extLst>
            </p:cNvPr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1" name="Freeform 675">
              <a:extLst>
                <a:ext uri="{FF2B5EF4-FFF2-40B4-BE49-F238E27FC236}">
                  <a16:creationId xmlns:a16="http://schemas.microsoft.com/office/drawing/2014/main" id="{35018BDA-A48E-2E6A-B389-9F66123AA98C}"/>
                </a:ext>
              </a:extLst>
            </p:cNvPr>
            <p:cNvSpPr/>
            <p:nvPr/>
          </p:nvSpPr>
          <p:spPr bwMode="auto">
            <a:xfrm>
              <a:off x="2117789" y="454346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2" name="Freeform 676">
              <a:extLst>
                <a:ext uri="{FF2B5EF4-FFF2-40B4-BE49-F238E27FC236}">
                  <a16:creationId xmlns:a16="http://schemas.microsoft.com/office/drawing/2014/main" id="{12CD611A-EB89-A96D-3E4E-A2CC4DB3F4C5}"/>
                </a:ext>
              </a:extLst>
            </p:cNvPr>
            <p:cNvSpPr/>
            <p:nvPr/>
          </p:nvSpPr>
          <p:spPr bwMode="auto">
            <a:xfrm>
              <a:off x="2117789" y="454346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3" name="Freeform 677">
              <a:extLst>
                <a:ext uri="{FF2B5EF4-FFF2-40B4-BE49-F238E27FC236}">
                  <a16:creationId xmlns:a16="http://schemas.microsoft.com/office/drawing/2014/main" id="{43B2C1FC-4561-B691-6249-CDCD0767F1F0}"/>
                </a:ext>
              </a:extLst>
            </p:cNvPr>
            <p:cNvSpPr/>
            <p:nvPr/>
          </p:nvSpPr>
          <p:spPr bwMode="auto">
            <a:xfrm>
              <a:off x="211778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4" name="Freeform 678">
              <a:extLst>
                <a:ext uri="{FF2B5EF4-FFF2-40B4-BE49-F238E27FC236}">
                  <a16:creationId xmlns:a16="http://schemas.microsoft.com/office/drawing/2014/main" id="{AA539957-2333-41C9-1962-1179F11D4175}"/>
                </a:ext>
              </a:extLst>
            </p:cNvPr>
            <p:cNvSpPr/>
            <p:nvPr/>
          </p:nvSpPr>
          <p:spPr bwMode="auto">
            <a:xfrm>
              <a:off x="211778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5" name="Rectangle 679">
              <a:extLst>
                <a:ext uri="{FF2B5EF4-FFF2-40B4-BE49-F238E27FC236}">
                  <a16:creationId xmlns:a16="http://schemas.microsoft.com/office/drawing/2014/main" id="{2C1EEA17-86B8-9E3F-DC49-2675DE354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726" y="45371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6" name="Rectangle 680">
              <a:extLst>
                <a:ext uri="{FF2B5EF4-FFF2-40B4-BE49-F238E27FC236}">
                  <a16:creationId xmlns:a16="http://schemas.microsoft.com/office/drawing/2014/main" id="{51BF0D43-BA44-B4D3-9B51-F9601CAB6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726" y="45371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7" name="Freeform 681">
              <a:extLst>
                <a:ext uri="{FF2B5EF4-FFF2-40B4-BE49-F238E27FC236}">
                  <a16:creationId xmlns:a16="http://schemas.microsoft.com/office/drawing/2014/main" id="{3ACD79A4-151B-0599-85FE-2C4355CE6A42}"/>
                </a:ext>
              </a:extLst>
            </p:cNvPr>
            <p:cNvSpPr/>
            <p:nvPr/>
          </p:nvSpPr>
          <p:spPr bwMode="auto">
            <a:xfrm>
              <a:off x="2119376" y="4543462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8" name="Freeform 682">
              <a:extLst>
                <a:ext uri="{FF2B5EF4-FFF2-40B4-BE49-F238E27FC236}">
                  <a16:creationId xmlns:a16="http://schemas.microsoft.com/office/drawing/2014/main" id="{7FE456D1-BE7B-2DB3-E5D5-BB242246868E}"/>
                </a:ext>
              </a:extLst>
            </p:cNvPr>
            <p:cNvSpPr/>
            <p:nvPr/>
          </p:nvSpPr>
          <p:spPr bwMode="auto">
            <a:xfrm>
              <a:off x="2119376" y="4543462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9" name="Freeform 683">
              <a:extLst>
                <a:ext uri="{FF2B5EF4-FFF2-40B4-BE49-F238E27FC236}">
                  <a16:creationId xmlns:a16="http://schemas.microsoft.com/office/drawing/2014/main" id="{07C49919-2749-3F59-4495-E051EB407DC8}"/>
                </a:ext>
              </a:extLst>
            </p:cNvPr>
            <p:cNvSpPr/>
            <p:nvPr/>
          </p:nvSpPr>
          <p:spPr bwMode="auto">
            <a:xfrm>
              <a:off x="2120964" y="4543462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0" name="Freeform 684">
              <a:extLst>
                <a:ext uri="{FF2B5EF4-FFF2-40B4-BE49-F238E27FC236}">
                  <a16:creationId xmlns:a16="http://schemas.microsoft.com/office/drawing/2014/main" id="{1BC7A0D8-2F9B-5A2C-6EAC-830185AACC81}"/>
                </a:ext>
              </a:extLst>
            </p:cNvPr>
            <p:cNvSpPr/>
            <p:nvPr/>
          </p:nvSpPr>
          <p:spPr bwMode="auto">
            <a:xfrm>
              <a:off x="2120964" y="4543462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1" name="Rectangle 685">
              <a:extLst>
                <a:ext uri="{FF2B5EF4-FFF2-40B4-BE49-F238E27FC236}">
                  <a16:creationId xmlns:a16="http://schemas.microsoft.com/office/drawing/2014/main" id="{8EB01F06-FA32-01F8-B5C4-114305C90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2" name="Rectangle 686">
              <a:extLst>
                <a:ext uri="{FF2B5EF4-FFF2-40B4-BE49-F238E27FC236}">
                  <a16:creationId xmlns:a16="http://schemas.microsoft.com/office/drawing/2014/main" id="{71F44C2F-2E7F-870B-D874-6A5EF7463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3" name="Rectangle 687">
              <a:extLst>
                <a:ext uri="{FF2B5EF4-FFF2-40B4-BE49-F238E27FC236}">
                  <a16:creationId xmlns:a16="http://schemas.microsoft.com/office/drawing/2014/main" id="{84F8E4AF-A88C-D59B-97C5-304103D33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4" name="Rectangle 688">
              <a:extLst>
                <a:ext uri="{FF2B5EF4-FFF2-40B4-BE49-F238E27FC236}">
                  <a16:creationId xmlns:a16="http://schemas.microsoft.com/office/drawing/2014/main" id="{6F8BA6E6-F1C7-C12B-C9EC-37EE988C7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5" name="Rectangle 689">
              <a:extLst>
                <a:ext uri="{FF2B5EF4-FFF2-40B4-BE49-F238E27FC236}">
                  <a16:creationId xmlns:a16="http://schemas.microsoft.com/office/drawing/2014/main" id="{146CB873-38E9-5841-623A-8D80FB372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6" name="Rectangle 690">
              <a:extLst>
                <a:ext uri="{FF2B5EF4-FFF2-40B4-BE49-F238E27FC236}">
                  <a16:creationId xmlns:a16="http://schemas.microsoft.com/office/drawing/2014/main" id="{834F736F-FEF8-5084-AC0E-1AE40B3E5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7" name="Rectangle 691">
              <a:extLst>
                <a:ext uri="{FF2B5EF4-FFF2-40B4-BE49-F238E27FC236}">
                  <a16:creationId xmlns:a16="http://schemas.microsoft.com/office/drawing/2014/main" id="{98790950-AAFF-57D1-72BE-FCD256DB8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8" name="Freeform 692">
              <a:extLst>
                <a:ext uri="{FF2B5EF4-FFF2-40B4-BE49-F238E27FC236}">
                  <a16:creationId xmlns:a16="http://schemas.microsoft.com/office/drawing/2014/main" id="{AC2DEE64-01F3-B882-F4FD-4011E6DC5347}"/>
                </a:ext>
              </a:extLst>
            </p:cNvPr>
            <p:cNvSpPr/>
            <p:nvPr/>
          </p:nvSpPr>
          <p:spPr bwMode="auto">
            <a:xfrm flipH="1">
              <a:off x="2122551" y="45434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9" name="Rectangle 693">
              <a:extLst>
                <a:ext uri="{FF2B5EF4-FFF2-40B4-BE49-F238E27FC236}">
                  <a16:creationId xmlns:a16="http://schemas.microsoft.com/office/drawing/2014/main" id="{A6CDEA4A-0CA8-62E6-F1D7-8BD3E34CD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0" name="Rectangle 694">
              <a:extLst>
                <a:ext uri="{FF2B5EF4-FFF2-40B4-BE49-F238E27FC236}">
                  <a16:creationId xmlns:a16="http://schemas.microsoft.com/office/drawing/2014/main" id="{43ACE067-14A6-E2D1-212D-775DF3492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1" name="Rectangle 695">
              <a:extLst>
                <a:ext uri="{FF2B5EF4-FFF2-40B4-BE49-F238E27FC236}">
                  <a16:creationId xmlns:a16="http://schemas.microsoft.com/office/drawing/2014/main" id="{35447830-C990-F225-2168-8EFBF3FC3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2" name="Rectangle 696">
              <a:extLst>
                <a:ext uri="{FF2B5EF4-FFF2-40B4-BE49-F238E27FC236}">
                  <a16:creationId xmlns:a16="http://schemas.microsoft.com/office/drawing/2014/main" id="{1A613158-F491-5B8F-2A51-0DEDDB5E3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3" name="Freeform 697">
              <a:extLst>
                <a:ext uri="{FF2B5EF4-FFF2-40B4-BE49-F238E27FC236}">
                  <a16:creationId xmlns:a16="http://schemas.microsoft.com/office/drawing/2014/main" id="{07B61528-B98E-4637-F4DB-984C7E061B83}"/>
                </a:ext>
              </a:extLst>
            </p:cNvPr>
            <p:cNvSpPr/>
            <p:nvPr/>
          </p:nvSpPr>
          <p:spPr bwMode="auto">
            <a:xfrm>
              <a:off x="2117789" y="454028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4" name="Freeform 698">
              <a:extLst>
                <a:ext uri="{FF2B5EF4-FFF2-40B4-BE49-F238E27FC236}">
                  <a16:creationId xmlns:a16="http://schemas.microsoft.com/office/drawing/2014/main" id="{CDBF9983-3D26-FB2E-EAD5-E3C2A05D6BF4}"/>
                </a:ext>
              </a:extLst>
            </p:cNvPr>
            <p:cNvSpPr/>
            <p:nvPr/>
          </p:nvSpPr>
          <p:spPr bwMode="auto">
            <a:xfrm>
              <a:off x="2117789" y="454028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5" name="Freeform 699">
              <a:extLst>
                <a:ext uri="{FF2B5EF4-FFF2-40B4-BE49-F238E27FC236}">
                  <a16:creationId xmlns:a16="http://schemas.microsoft.com/office/drawing/2014/main" id="{331DAAD9-891B-4BF5-47FA-211CFC60E47B}"/>
                </a:ext>
              </a:extLst>
            </p:cNvPr>
            <p:cNvSpPr/>
            <p:nvPr/>
          </p:nvSpPr>
          <p:spPr bwMode="auto">
            <a:xfrm flipH="1">
              <a:off x="2125726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6" name="Freeform 700">
              <a:extLst>
                <a:ext uri="{FF2B5EF4-FFF2-40B4-BE49-F238E27FC236}">
                  <a16:creationId xmlns:a16="http://schemas.microsoft.com/office/drawing/2014/main" id="{CFBDAE34-9B27-ACC4-BB04-3717A3AA1706}"/>
                </a:ext>
              </a:extLst>
            </p:cNvPr>
            <p:cNvSpPr/>
            <p:nvPr/>
          </p:nvSpPr>
          <p:spPr bwMode="auto">
            <a:xfrm flipH="1">
              <a:off x="2125726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7" name="Freeform 701">
              <a:extLst>
                <a:ext uri="{FF2B5EF4-FFF2-40B4-BE49-F238E27FC236}">
                  <a16:creationId xmlns:a16="http://schemas.microsoft.com/office/drawing/2014/main" id="{5581714B-B825-36BF-0898-745E6677A2E9}"/>
                </a:ext>
              </a:extLst>
            </p:cNvPr>
            <p:cNvSpPr/>
            <p:nvPr/>
          </p:nvSpPr>
          <p:spPr bwMode="auto">
            <a:xfrm>
              <a:off x="2122551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8" name="Freeform 702">
              <a:extLst>
                <a:ext uri="{FF2B5EF4-FFF2-40B4-BE49-F238E27FC236}">
                  <a16:creationId xmlns:a16="http://schemas.microsoft.com/office/drawing/2014/main" id="{790C7DA5-4497-1591-BEB2-1A757E504FE9}"/>
                </a:ext>
              </a:extLst>
            </p:cNvPr>
            <p:cNvSpPr/>
            <p:nvPr/>
          </p:nvSpPr>
          <p:spPr bwMode="auto">
            <a:xfrm>
              <a:off x="2122551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9" name="Rectangle 703">
              <a:extLst>
                <a:ext uri="{FF2B5EF4-FFF2-40B4-BE49-F238E27FC236}">
                  <a16:creationId xmlns:a16="http://schemas.microsoft.com/office/drawing/2014/main" id="{18966F04-FC8F-E9BD-072C-304551690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0" name="Rectangle 704">
              <a:extLst>
                <a:ext uri="{FF2B5EF4-FFF2-40B4-BE49-F238E27FC236}">
                  <a16:creationId xmlns:a16="http://schemas.microsoft.com/office/drawing/2014/main" id="{72C68BCF-3D69-D4C3-626D-3A1ADF8FE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1" name="Rectangle 705">
              <a:extLst>
                <a:ext uri="{FF2B5EF4-FFF2-40B4-BE49-F238E27FC236}">
                  <a16:creationId xmlns:a16="http://schemas.microsoft.com/office/drawing/2014/main" id="{26432FE2-433B-B676-269B-6C9D0EE32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2" name="Freeform 706">
              <a:extLst>
                <a:ext uri="{FF2B5EF4-FFF2-40B4-BE49-F238E27FC236}">
                  <a16:creationId xmlns:a16="http://schemas.microsoft.com/office/drawing/2014/main" id="{AE042088-ACA6-726B-5940-F579ACC1CECD}"/>
                </a:ext>
              </a:extLst>
            </p:cNvPr>
            <p:cNvSpPr/>
            <p:nvPr/>
          </p:nvSpPr>
          <p:spPr bwMode="auto">
            <a:xfrm>
              <a:off x="2120964" y="4543462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3" name="Freeform 707">
              <a:extLst>
                <a:ext uri="{FF2B5EF4-FFF2-40B4-BE49-F238E27FC236}">
                  <a16:creationId xmlns:a16="http://schemas.microsoft.com/office/drawing/2014/main" id="{BD38D27A-E22F-824A-3D95-02826160ECF3}"/>
                </a:ext>
              </a:extLst>
            </p:cNvPr>
            <p:cNvSpPr/>
            <p:nvPr/>
          </p:nvSpPr>
          <p:spPr bwMode="auto">
            <a:xfrm>
              <a:off x="2119376" y="4541875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4" name="Freeform 708">
              <a:extLst>
                <a:ext uri="{FF2B5EF4-FFF2-40B4-BE49-F238E27FC236}">
                  <a16:creationId xmlns:a16="http://schemas.microsoft.com/office/drawing/2014/main" id="{5A7B0693-1A6E-8B90-93B6-5C9EA38D1805}"/>
                </a:ext>
              </a:extLst>
            </p:cNvPr>
            <p:cNvSpPr/>
            <p:nvPr/>
          </p:nvSpPr>
          <p:spPr bwMode="auto">
            <a:xfrm>
              <a:off x="2119376" y="4541875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5" name="Freeform 709">
              <a:extLst>
                <a:ext uri="{FF2B5EF4-FFF2-40B4-BE49-F238E27FC236}">
                  <a16:creationId xmlns:a16="http://schemas.microsoft.com/office/drawing/2014/main" id="{75B0F147-26FE-DFA8-3F7B-46C5A2EE0273}"/>
                </a:ext>
              </a:extLst>
            </p:cNvPr>
            <p:cNvSpPr/>
            <p:nvPr/>
          </p:nvSpPr>
          <p:spPr bwMode="auto">
            <a:xfrm>
              <a:off x="2117789" y="4538700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6" name="Freeform 710">
              <a:extLst>
                <a:ext uri="{FF2B5EF4-FFF2-40B4-BE49-F238E27FC236}">
                  <a16:creationId xmlns:a16="http://schemas.microsoft.com/office/drawing/2014/main" id="{DC6976FB-53E4-B7A2-759A-1B0C104F7D58}"/>
                </a:ext>
              </a:extLst>
            </p:cNvPr>
            <p:cNvSpPr/>
            <p:nvPr/>
          </p:nvSpPr>
          <p:spPr bwMode="auto">
            <a:xfrm>
              <a:off x="2117789" y="4538700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7" name="Freeform 711">
              <a:extLst>
                <a:ext uri="{FF2B5EF4-FFF2-40B4-BE49-F238E27FC236}">
                  <a16:creationId xmlns:a16="http://schemas.microsoft.com/office/drawing/2014/main" id="{F3B4CF93-F80E-B26E-B374-6AF830E0C5C6}"/>
                </a:ext>
              </a:extLst>
            </p:cNvPr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8" name="Freeform 712">
              <a:extLst>
                <a:ext uri="{FF2B5EF4-FFF2-40B4-BE49-F238E27FC236}">
                  <a16:creationId xmlns:a16="http://schemas.microsoft.com/office/drawing/2014/main" id="{604C31F9-5A26-F6A7-99C4-5533D710DB4C}"/>
                </a:ext>
              </a:extLst>
            </p:cNvPr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9" name="Freeform 713">
              <a:extLst>
                <a:ext uri="{FF2B5EF4-FFF2-40B4-BE49-F238E27FC236}">
                  <a16:creationId xmlns:a16="http://schemas.microsoft.com/office/drawing/2014/main" id="{5490379F-C587-B9FC-38E5-C044DACD65F2}"/>
                </a:ext>
              </a:extLst>
            </p:cNvPr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0" name="Freeform 714">
              <a:extLst>
                <a:ext uri="{FF2B5EF4-FFF2-40B4-BE49-F238E27FC236}">
                  <a16:creationId xmlns:a16="http://schemas.microsoft.com/office/drawing/2014/main" id="{57231D96-4994-87FF-89AF-2A4692687E1F}"/>
                </a:ext>
              </a:extLst>
            </p:cNvPr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1" name="Freeform 715">
              <a:extLst>
                <a:ext uri="{FF2B5EF4-FFF2-40B4-BE49-F238E27FC236}">
                  <a16:creationId xmlns:a16="http://schemas.microsoft.com/office/drawing/2014/main" id="{2268938A-62E9-FAF0-9EED-6B46FB2CD8E7}"/>
                </a:ext>
              </a:extLst>
            </p:cNvPr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2" name="Freeform 716">
              <a:extLst>
                <a:ext uri="{FF2B5EF4-FFF2-40B4-BE49-F238E27FC236}">
                  <a16:creationId xmlns:a16="http://schemas.microsoft.com/office/drawing/2014/main" id="{AE8342DC-A07C-4745-820D-157CED9DDD3C}"/>
                </a:ext>
              </a:extLst>
            </p:cNvPr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3" name="Rectangle 717">
              <a:extLst>
                <a:ext uri="{FF2B5EF4-FFF2-40B4-BE49-F238E27FC236}">
                  <a16:creationId xmlns:a16="http://schemas.microsoft.com/office/drawing/2014/main" id="{1B7CC056-7C1D-EA45-1A2B-2E86C03ED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726" y="45387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4" name="Freeform 718">
              <a:extLst>
                <a:ext uri="{FF2B5EF4-FFF2-40B4-BE49-F238E27FC236}">
                  <a16:creationId xmlns:a16="http://schemas.microsoft.com/office/drawing/2014/main" id="{EE9DA213-A4DC-EEF9-7756-0A4869FFEA01}"/>
                </a:ext>
              </a:extLst>
            </p:cNvPr>
            <p:cNvSpPr/>
            <p:nvPr/>
          </p:nvSpPr>
          <p:spPr bwMode="auto">
            <a:xfrm flipH="1">
              <a:off x="2125726" y="453870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5" name="Freeform 719">
              <a:extLst>
                <a:ext uri="{FF2B5EF4-FFF2-40B4-BE49-F238E27FC236}">
                  <a16:creationId xmlns:a16="http://schemas.microsoft.com/office/drawing/2014/main" id="{B226489D-8A5E-1BA4-4C1D-6DEC3355B63F}"/>
                </a:ext>
              </a:extLst>
            </p:cNvPr>
            <p:cNvSpPr/>
            <p:nvPr/>
          </p:nvSpPr>
          <p:spPr bwMode="auto">
            <a:xfrm>
              <a:off x="2117789" y="45339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6" name="Freeform 720">
              <a:extLst>
                <a:ext uri="{FF2B5EF4-FFF2-40B4-BE49-F238E27FC236}">
                  <a16:creationId xmlns:a16="http://schemas.microsoft.com/office/drawing/2014/main" id="{837839BD-4128-D3CC-F809-10C0A576A807}"/>
                </a:ext>
              </a:extLst>
            </p:cNvPr>
            <p:cNvSpPr/>
            <p:nvPr/>
          </p:nvSpPr>
          <p:spPr bwMode="auto">
            <a:xfrm>
              <a:off x="2117789" y="45339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7" name="Freeform 721">
              <a:extLst>
                <a:ext uri="{FF2B5EF4-FFF2-40B4-BE49-F238E27FC236}">
                  <a16:creationId xmlns:a16="http://schemas.microsoft.com/office/drawing/2014/main" id="{00D0806F-6A77-67FE-EEE9-2A14D2585588}"/>
                </a:ext>
              </a:extLst>
            </p:cNvPr>
            <p:cNvSpPr/>
            <p:nvPr/>
          </p:nvSpPr>
          <p:spPr bwMode="auto">
            <a:xfrm>
              <a:off x="2117789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8" name="Freeform 722">
              <a:extLst>
                <a:ext uri="{FF2B5EF4-FFF2-40B4-BE49-F238E27FC236}">
                  <a16:creationId xmlns:a16="http://schemas.microsoft.com/office/drawing/2014/main" id="{8554A8CB-E001-F4CE-7EDE-C353A9B5AE8C}"/>
                </a:ext>
              </a:extLst>
            </p:cNvPr>
            <p:cNvSpPr/>
            <p:nvPr/>
          </p:nvSpPr>
          <p:spPr bwMode="auto">
            <a:xfrm>
              <a:off x="2117789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9" name="Freeform 723">
              <a:extLst>
                <a:ext uri="{FF2B5EF4-FFF2-40B4-BE49-F238E27FC236}">
                  <a16:creationId xmlns:a16="http://schemas.microsoft.com/office/drawing/2014/main" id="{68084B49-5B60-F861-C1C6-26FA5835F87E}"/>
                </a:ext>
              </a:extLst>
            </p:cNvPr>
            <p:cNvSpPr/>
            <p:nvPr/>
          </p:nvSpPr>
          <p:spPr bwMode="auto">
            <a:xfrm>
              <a:off x="2117789" y="45355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0" name="Freeform 724">
              <a:extLst>
                <a:ext uri="{FF2B5EF4-FFF2-40B4-BE49-F238E27FC236}">
                  <a16:creationId xmlns:a16="http://schemas.microsoft.com/office/drawing/2014/main" id="{FB80C8B2-D780-D844-C354-FF2F88BFB362}"/>
                </a:ext>
              </a:extLst>
            </p:cNvPr>
            <p:cNvSpPr/>
            <p:nvPr/>
          </p:nvSpPr>
          <p:spPr bwMode="auto">
            <a:xfrm>
              <a:off x="2117789" y="45355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1" name="Freeform 725">
              <a:extLst>
                <a:ext uri="{FF2B5EF4-FFF2-40B4-BE49-F238E27FC236}">
                  <a16:creationId xmlns:a16="http://schemas.microsoft.com/office/drawing/2014/main" id="{19DD45B7-9FC1-BEB7-D94A-A84E1224AC34}"/>
                </a:ext>
              </a:extLst>
            </p:cNvPr>
            <p:cNvSpPr/>
            <p:nvPr/>
          </p:nvSpPr>
          <p:spPr bwMode="auto">
            <a:xfrm>
              <a:off x="2119376" y="4533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2" name="Freeform 726">
              <a:extLst>
                <a:ext uri="{FF2B5EF4-FFF2-40B4-BE49-F238E27FC236}">
                  <a16:creationId xmlns:a16="http://schemas.microsoft.com/office/drawing/2014/main" id="{20BE8C3E-1552-98D6-D464-FA656A688B07}"/>
                </a:ext>
              </a:extLst>
            </p:cNvPr>
            <p:cNvSpPr/>
            <p:nvPr/>
          </p:nvSpPr>
          <p:spPr bwMode="auto">
            <a:xfrm>
              <a:off x="2119376" y="4533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3" name="Rectangle 727">
              <a:extLst>
                <a:ext uri="{FF2B5EF4-FFF2-40B4-BE49-F238E27FC236}">
                  <a16:creationId xmlns:a16="http://schemas.microsoft.com/office/drawing/2014/main" id="{C966AC5A-CB5E-DD1F-20AF-222B6709E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376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4" name="Freeform 728">
              <a:extLst>
                <a:ext uri="{FF2B5EF4-FFF2-40B4-BE49-F238E27FC236}">
                  <a16:creationId xmlns:a16="http://schemas.microsoft.com/office/drawing/2014/main" id="{EE3EAB2E-A9FD-3D0B-ABD4-0E10FFBF570B}"/>
                </a:ext>
              </a:extLst>
            </p:cNvPr>
            <p:cNvSpPr/>
            <p:nvPr/>
          </p:nvSpPr>
          <p:spPr bwMode="auto">
            <a:xfrm>
              <a:off x="2119376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5" name="Freeform 729">
              <a:extLst>
                <a:ext uri="{FF2B5EF4-FFF2-40B4-BE49-F238E27FC236}">
                  <a16:creationId xmlns:a16="http://schemas.microsoft.com/office/drawing/2014/main" id="{AD05BC96-04E0-CD37-F419-0B43273AA980}"/>
                </a:ext>
              </a:extLst>
            </p:cNvPr>
            <p:cNvSpPr/>
            <p:nvPr/>
          </p:nvSpPr>
          <p:spPr bwMode="auto">
            <a:xfrm>
              <a:off x="2120964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6" name="Freeform 730">
              <a:extLst>
                <a:ext uri="{FF2B5EF4-FFF2-40B4-BE49-F238E27FC236}">
                  <a16:creationId xmlns:a16="http://schemas.microsoft.com/office/drawing/2014/main" id="{980F4BCA-B19C-72F6-6045-4E3AB92A3B35}"/>
                </a:ext>
              </a:extLst>
            </p:cNvPr>
            <p:cNvSpPr/>
            <p:nvPr/>
          </p:nvSpPr>
          <p:spPr bwMode="auto">
            <a:xfrm>
              <a:off x="2120964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7" name="Freeform 731">
              <a:extLst>
                <a:ext uri="{FF2B5EF4-FFF2-40B4-BE49-F238E27FC236}">
                  <a16:creationId xmlns:a16="http://schemas.microsoft.com/office/drawing/2014/main" id="{C0A6D492-169C-2F6D-2227-CA04928FDE28}"/>
                </a:ext>
              </a:extLst>
            </p:cNvPr>
            <p:cNvSpPr/>
            <p:nvPr/>
          </p:nvSpPr>
          <p:spPr bwMode="auto">
            <a:xfrm>
              <a:off x="2117789" y="4535525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8" name="Freeform 732">
              <a:extLst>
                <a:ext uri="{FF2B5EF4-FFF2-40B4-BE49-F238E27FC236}">
                  <a16:creationId xmlns:a16="http://schemas.microsoft.com/office/drawing/2014/main" id="{AFEC3760-F99F-D07D-2CE6-C1035587FE48}"/>
                </a:ext>
              </a:extLst>
            </p:cNvPr>
            <p:cNvSpPr/>
            <p:nvPr/>
          </p:nvSpPr>
          <p:spPr bwMode="auto">
            <a:xfrm>
              <a:off x="2117789" y="4535525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9" name="Freeform 733">
              <a:extLst>
                <a:ext uri="{FF2B5EF4-FFF2-40B4-BE49-F238E27FC236}">
                  <a16:creationId xmlns:a16="http://schemas.microsoft.com/office/drawing/2014/main" id="{7318286A-73EB-C799-D750-A71BA2AD39A5}"/>
                </a:ext>
              </a:extLst>
            </p:cNvPr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0" name="Freeform 734">
              <a:extLst>
                <a:ext uri="{FF2B5EF4-FFF2-40B4-BE49-F238E27FC236}">
                  <a16:creationId xmlns:a16="http://schemas.microsoft.com/office/drawing/2014/main" id="{6BD91C21-A8AA-FDE6-2C76-C443012F4D21}"/>
                </a:ext>
              </a:extLst>
            </p:cNvPr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1" name="Freeform 735">
              <a:extLst>
                <a:ext uri="{FF2B5EF4-FFF2-40B4-BE49-F238E27FC236}">
                  <a16:creationId xmlns:a16="http://schemas.microsoft.com/office/drawing/2014/main" id="{F2CDFA88-B2B9-11AC-A6D8-B44D2D02556F}"/>
                </a:ext>
              </a:extLst>
            </p:cNvPr>
            <p:cNvSpPr/>
            <p:nvPr/>
          </p:nvSpPr>
          <p:spPr bwMode="auto">
            <a:xfrm>
              <a:off x="2976626" y="48990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2 h 2"/>
                <a:gd name="T4" fmla="*/ 0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2" name="Freeform 736">
              <a:extLst>
                <a:ext uri="{FF2B5EF4-FFF2-40B4-BE49-F238E27FC236}">
                  <a16:creationId xmlns:a16="http://schemas.microsoft.com/office/drawing/2014/main" id="{BD994E75-4EE3-C36B-6436-C5D66CB380B5}"/>
                </a:ext>
              </a:extLst>
            </p:cNvPr>
            <p:cNvSpPr/>
            <p:nvPr/>
          </p:nvSpPr>
          <p:spPr bwMode="auto">
            <a:xfrm>
              <a:off x="2976626" y="48990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2 h 2"/>
                <a:gd name="T4" fmla="*/ 0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3" name="Freeform 737">
              <a:extLst>
                <a:ext uri="{FF2B5EF4-FFF2-40B4-BE49-F238E27FC236}">
                  <a16:creationId xmlns:a16="http://schemas.microsoft.com/office/drawing/2014/main" id="{B8A2283A-E2DC-1885-EBF2-EE10C3254644}"/>
                </a:ext>
              </a:extLst>
            </p:cNvPr>
            <p:cNvSpPr/>
            <p:nvPr/>
          </p:nvSpPr>
          <p:spPr bwMode="auto">
            <a:xfrm>
              <a:off x="2976626" y="4900650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4" name="Freeform 738">
              <a:extLst>
                <a:ext uri="{FF2B5EF4-FFF2-40B4-BE49-F238E27FC236}">
                  <a16:creationId xmlns:a16="http://schemas.microsoft.com/office/drawing/2014/main" id="{5C2E311A-C909-2310-49D4-69683F3D381B}"/>
                </a:ext>
              </a:extLst>
            </p:cNvPr>
            <p:cNvSpPr/>
            <p:nvPr/>
          </p:nvSpPr>
          <p:spPr bwMode="auto">
            <a:xfrm>
              <a:off x="2976626" y="4900650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5" name="Rectangle 739">
              <a:extLst>
                <a:ext uri="{FF2B5EF4-FFF2-40B4-BE49-F238E27FC236}">
                  <a16:creationId xmlns:a16="http://schemas.microsoft.com/office/drawing/2014/main" id="{2056511D-62E4-0C16-43F4-A8CFB7C13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6" name="Rectangle 740">
              <a:extLst>
                <a:ext uri="{FF2B5EF4-FFF2-40B4-BE49-F238E27FC236}">
                  <a16:creationId xmlns:a16="http://schemas.microsoft.com/office/drawing/2014/main" id="{930E1481-A809-3A86-59D2-962411BD4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7" name="Rectangle 741">
              <a:extLst>
                <a:ext uri="{FF2B5EF4-FFF2-40B4-BE49-F238E27FC236}">
                  <a16:creationId xmlns:a16="http://schemas.microsoft.com/office/drawing/2014/main" id="{867D11F1-E799-8686-B5A0-8459B0118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8" name="Freeform 742">
              <a:extLst>
                <a:ext uri="{FF2B5EF4-FFF2-40B4-BE49-F238E27FC236}">
                  <a16:creationId xmlns:a16="http://schemas.microsoft.com/office/drawing/2014/main" id="{6E821F0C-11E5-DD26-E2A6-B45AEB4A1EBB}"/>
                </a:ext>
              </a:extLst>
            </p:cNvPr>
            <p:cNvSpPr/>
            <p:nvPr/>
          </p:nvSpPr>
          <p:spPr bwMode="auto">
            <a:xfrm flipH="1">
              <a:off x="2984564" y="490541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9" name="Freeform 743">
              <a:extLst>
                <a:ext uri="{FF2B5EF4-FFF2-40B4-BE49-F238E27FC236}">
                  <a16:creationId xmlns:a16="http://schemas.microsoft.com/office/drawing/2014/main" id="{B361FFDE-DDB0-540D-CD71-5A5006333972}"/>
                </a:ext>
              </a:extLst>
            </p:cNvPr>
            <p:cNvSpPr/>
            <p:nvPr/>
          </p:nvSpPr>
          <p:spPr bwMode="auto">
            <a:xfrm>
              <a:off x="2982976" y="490541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0" name="Freeform 744">
              <a:extLst>
                <a:ext uri="{FF2B5EF4-FFF2-40B4-BE49-F238E27FC236}">
                  <a16:creationId xmlns:a16="http://schemas.microsoft.com/office/drawing/2014/main" id="{5FDB9457-D5FF-A82D-5817-2A7928AD575D}"/>
                </a:ext>
              </a:extLst>
            </p:cNvPr>
            <p:cNvSpPr/>
            <p:nvPr/>
          </p:nvSpPr>
          <p:spPr bwMode="auto">
            <a:xfrm>
              <a:off x="2982976" y="490541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1" name="Rectangle 745">
              <a:extLst>
                <a:ext uri="{FF2B5EF4-FFF2-40B4-BE49-F238E27FC236}">
                  <a16:creationId xmlns:a16="http://schemas.microsoft.com/office/drawing/2014/main" id="{59C318E3-D59F-F11E-9427-7A3D7E6AF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976" y="49070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2" name="Rectangle 746">
              <a:extLst>
                <a:ext uri="{FF2B5EF4-FFF2-40B4-BE49-F238E27FC236}">
                  <a16:creationId xmlns:a16="http://schemas.microsoft.com/office/drawing/2014/main" id="{8D27CEA5-4D50-7538-231C-D5A5EC645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976" y="49070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3" name="Freeform 747">
              <a:extLst>
                <a:ext uri="{FF2B5EF4-FFF2-40B4-BE49-F238E27FC236}">
                  <a16:creationId xmlns:a16="http://schemas.microsoft.com/office/drawing/2014/main" id="{EB62253F-88C2-E299-0562-9E912FCE0FDD}"/>
                </a:ext>
              </a:extLst>
            </p:cNvPr>
            <p:cNvSpPr/>
            <p:nvPr/>
          </p:nvSpPr>
          <p:spPr bwMode="auto">
            <a:xfrm>
              <a:off x="2982976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1 h 2"/>
                <a:gd name="T10" fmla="*/ 1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4" name="Freeform 748">
              <a:extLst>
                <a:ext uri="{FF2B5EF4-FFF2-40B4-BE49-F238E27FC236}">
                  <a16:creationId xmlns:a16="http://schemas.microsoft.com/office/drawing/2014/main" id="{DB11E1E4-EC8F-B258-0CC3-1B882B3DDEC1}"/>
                </a:ext>
              </a:extLst>
            </p:cNvPr>
            <p:cNvSpPr/>
            <p:nvPr/>
          </p:nvSpPr>
          <p:spPr bwMode="auto">
            <a:xfrm>
              <a:off x="2982976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1 h 2"/>
                <a:gd name="T10" fmla="*/ 1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5" name="Rectangle 749">
              <a:extLst>
                <a:ext uri="{FF2B5EF4-FFF2-40B4-BE49-F238E27FC236}">
                  <a16:creationId xmlns:a16="http://schemas.microsoft.com/office/drawing/2014/main" id="{332A0C17-11F5-C7DF-03B3-B25302FC5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976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6" name="Freeform 750">
              <a:extLst>
                <a:ext uri="{FF2B5EF4-FFF2-40B4-BE49-F238E27FC236}">
                  <a16:creationId xmlns:a16="http://schemas.microsoft.com/office/drawing/2014/main" id="{6E07958E-1475-C070-220A-17B1FFF1EE55}"/>
                </a:ext>
              </a:extLst>
            </p:cNvPr>
            <p:cNvSpPr/>
            <p:nvPr/>
          </p:nvSpPr>
          <p:spPr bwMode="auto">
            <a:xfrm flipH="1">
              <a:off x="298297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7" name="Freeform 751">
              <a:extLst>
                <a:ext uri="{FF2B5EF4-FFF2-40B4-BE49-F238E27FC236}">
                  <a16:creationId xmlns:a16="http://schemas.microsoft.com/office/drawing/2014/main" id="{31F1EE5A-D1C2-0B8A-D682-6E111A6C0AD6}"/>
                </a:ext>
              </a:extLst>
            </p:cNvPr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8" name="Freeform 752">
              <a:extLst>
                <a:ext uri="{FF2B5EF4-FFF2-40B4-BE49-F238E27FC236}">
                  <a16:creationId xmlns:a16="http://schemas.microsoft.com/office/drawing/2014/main" id="{3AED3362-F17E-17C5-A766-BC9A32ECA94E}"/>
                </a:ext>
              </a:extLst>
            </p:cNvPr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9" name="Freeform 753">
              <a:extLst>
                <a:ext uri="{FF2B5EF4-FFF2-40B4-BE49-F238E27FC236}">
                  <a16:creationId xmlns:a16="http://schemas.microsoft.com/office/drawing/2014/main" id="{4A709D63-170E-D1C3-8884-8DD591CC024F}"/>
                </a:ext>
              </a:extLst>
            </p:cNvPr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0" name="Freeform 754">
              <a:extLst>
                <a:ext uri="{FF2B5EF4-FFF2-40B4-BE49-F238E27FC236}">
                  <a16:creationId xmlns:a16="http://schemas.microsoft.com/office/drawing/2014/main" id="{77AE0D34-FD3C-29D9-74EA-F60C9DB126DD}"/>
                </a:ext>
              </a:extLst>
            </p:cNvPr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1" name="Freeform 755">
              <a:extLst>
                <a:ext uri="{FF2B5EF4-FFF2-40B4-BE49-F238E27FC236}">
                  <a16:creationId xmlns:a16="http://schemas.microsoft.com/office/drawing/2014/main" id="{E983CA30-62B8-3860-1A4F-F160DF0CA910}"/>
                </a:ext>
              </a:extLst>
            </p:cNvPr>
            <p:cNvSpPr/>
            <p:nvPr/>
          </p:nvSpPr>
          <p:spPr bwMode="auto">
            <a:xfrm>
              <a:off x="1890776" y="4905412"/>
              <a:ext cx="1084263" cy="1135063"/>
            </a:xfrm>
            <a:custGeom>
              <a:avLst/>
              <a:gdLst>
                <a:gd name="T0" fmla="*/ 682 w 683"/>
                <a:gd name="T1" fmla="*/ 0 h 715"/>
                <a:gd name="T2" fmla="*/ 682 w 683"/>
                <a:gd name="T3" fmla="*/ 0 h 715"/>
                <a:gd name="T4" fmla="*/ 4 w 683"/>
                <a:gd name="T5" fmla="*/ 710 h 715"/>
                <a:gd name="T6" fmla="*/ 0 w 683"/>
                <a:gd name="T7" fmla="*/ 715 h 715"/>
                <a:gd name="T8" fmla="*/ 6 w 683"/>
                <a:gd name="T9" fmla="*/ 715 h 715"/>
                <a:gd name="T10" fmla="*/ 6 w 683"/>
                <a:gd name="T11" fmla="*/ 715 h 715"/>
                <a:gd name="T12" fmla="*/ 6 w 683"/>
                <a:gd name="T13" fmla="*/ 715 h 715"/>
                <a:gd name="T14" fmla="*/ 29 w 683"/>
                <a:gd name="T15" fmla="*/ 691 h 715"/>
                <a:gd name="T16" fmla="*/ 681 w 683"/>
                <a:gd name="T17" fmla="*/ 8 h 715"/>
                <a:gd name="T18" fmla="*/ 683 w 683"/>
                <a:gd name="T19" fmla="*/ 1 h 715"/>
                <a:gd name="T20" fmla="*/ 682 w 683"/>
                <a:gd name="T21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3" h="715">
                  <a:moveTo>
                    <a:pt x="682" y="0"/>
                  </a:moveTo>
                  <a:lnTo>
                    <a:pt x="682" y="0"/>
                  </a:lnTo>
                  <a:lnTo>
                    <a:pt x="4" y="710"/>
                  </a:lnTo>
                  <a:lnTo>
                    <a:pt x="0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29" y="691"/>
                  </a:lnTo>
                  <a:lnTo>
                    <a:pt x="681" y="8"/>
                  </a:lnTo>
                  <a:lnTo>
                    <a:pt x="683" y="1"/>
                  </a:lnTo>
                  <a:lnTo>
                    <a:pt x="68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2" name="Freeform 756">
              <a:extLst>
                <a:ext uri="{FF2B5EF4-FFF2-40B4-BE49-F238E27FC236}">
                  <a16:creationId xmlns:a16="http://schemas.microsoft.com/office/drawing/2014/main" id="{37B95845-4A99-81B4-666C-4C824C3A5621}"/>
                </a:ext>
              </a:extLst>
            </p:cNvPr>
            <p:cNvSpPr/>
            <p:nvPr/>
          </p:nvSpPr>
          <p:spPr bwMode="auto">
            <a:xfrm>
              <a:off x="1890776" y="4905412"/>
              <a:ext cx="1084263" cy="1135063"/>
            </a:xfrm>
            <a:custGeom>
              <a:avLst/>
              <a:gdLst>
                <a:gd name="T0" fmla="*/ 682 w 683"/>
                <a:gd name="T1" fmla="*/ 0 h 715"/>
                <a:gd name="T2" fmla="*/ 682 w 683"/>
                <a:gd name="T3" fmla="*/ 0 h 715"/>
                <a:gd name="T4" fmla="*/ 4 w 683"/>
                <a:gd name="T5" fmla="*/ 710 h 715"/>
                <a:gd name="T6" fmla="*/ 0 w 683"/>
                <a:gd name="T7" fmla="*/ 715 h 715"/>
                <a:gd name="T8" fmla="*/ 6 w 683"/>
                <a:gd name="T9" fmla="*/ 715 h 715"/>
                <a:gd name="T10" fmla="*/ 6 w 683"/>
                <a:gd name="T11" fmla="*/ 715 h 715"/>
                <a:gd name="T12" fmla="*/ 6 w 683"/>
                <a:gd name="T13" fmla="*/ 715 h 715"/>
                <a:gd name="T14" fmla="*/ 29 w 683"/>
                <a:gd name="T15" fmla="*/ 691 h 715"/>
                <a:gd name="T16" fmla="*/ 681 w 683"/>
                <a:gd name="T17" fmla="*/ 8 h 715"/>
                <a:gd name="T18" fmla="*/ 683 w 683"/>
                <a:gd name="T19" fmla="*/ 1 h 715"/>
                <a:gd name="T20" fmla="*/ 682 w 683"/>
                <a:gd name="T21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3" h="715">
                  <a:moveTo>
                    <a:pt x="682" y="0"/>
                  </a:moveTo>
                  <a:lnTo>
                    <a:pt x="682" y="0"/>
                  </a:lnTo>
                  <a:lnTo>
                    <a:pt x="4" y="710"/>
                  </a:lnTo>
                  <a:lnTo>
                    <a:pt x="0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29" y="691"/>
                  </a:lnTo>
                  <a:lnTo>
                    <a:pt x="681" y="8"/>
                  </a:lnTo>
                  <a:lnTo>
                    <a:pt x="683" y="1"/>
                  </a:lnTo>
                  <a:lnTo>
                    <a:pt x="68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3" name="Freeform 757">
              <a:extLst>
                <a:ext uri="{FF2B5EF4-FFF2-40B4-BE49-F238E27FC236}">
                  <a16:creationId xmlns:a16="http://schemas.microsoft.com/office/drawing/2014/main" id="{AE46F5A2-3B88-3791-7EBF-2473119C5903}"/>
                </a:ext>
              </a:extLst>
            </p:cNvPr>
            <p:cNvSpPr/>
            <p:nvPr/>
          </p:nvSpPr>
          <p:spPr bwMode="auto">
            <a:xfrm>
              <a:off x="2973451" y="4902237"/>
              <a:ext cx="3175" cy="476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1 h 3"/>
                <a:gd name="T8" fmla="*/ 1 w 2"/>
                <a:gd name="T9" fmla="*/ 1 h 3"/>
                <a:gd name="T10" fmla="*/ 2 w 2"/>
                <a:gd name="T11" fmla="*/ 0 h 3"/>
                <a:gd name="T12" fmla="*/ 2 w 2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4" name="Freeform 758">
              <a:extLst>
                <a:ext uri="{FF2B5EF4-FFF2-40B4-BE49-F238E27FC236}">
                  <a16:creationId xmlns:a16="http://schemas.microsoft.com/office/drawing/2014/main" id="{69FE7617-0055-F81A-8E63-8C73A4EC58FE}"/>
                </a:ext>
              </a:extLst>
            </p:cNvPr>
            <p:cNvSpPr/>
            <p:nvPr/>
          </p:nvSpPr>
          <p:spPr bwMode="auto">
            <a:xfrm>
              <a:off x="2973451" y="4902237"/>
              <a:ext cx="3175" cy="476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1 h 3"/>
                <a:gd name="T8" fmla="*/ 1 w 2"/>
                <a:gd name="T9" fmla="*/ 1 h 3"/>
                <a:gd name="T10" fmla="*/ 2 w 2"/>
                <a:gd name="T11" fmla="*/ 0 h 3"/>
                <a:gd name="T12" fmla="*/ 2 w 2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5" name="Rectangle 759">
              <a:extLst>
                <a:ext uri="{FF2B5EF4-FFF2-40B4-BE49-F238E27FC236}">
                  <a16:creationId xmlns:a16="http://schemas.microsoft.com/office/drawing/2014/main" id="{90D5A6DE-9486-818D-E78E-F79ECBC31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6" name="Rectangle 760">
              <a:extLst>
                <a:ext uri="{FF2B5EF4-FFF2-40B4-BE49-F238E27FC236}">
                  <a16:creationId xmlns:a16="http://schemas.microsoft.com/office/drawing/2014/main" id="{5E137100-903B-144C-E8C9-6348A0F98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7" name="Rectangle 761">
              <a:extLst>
                <a:ext uri="{FF2B5EF4-FFF2-40B4-BE49-F238E27FC236}">
                  <a16:creationId xmlns:a16="http://schemas.microsoft.com/office/drawing/2014/main" id="{8068874F-5F71-C942-8104-A010914BD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9189" y="60420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8" name="Freeform 762">
              <a:extLst>
                <a:ext uri="{FF2B5EF4-FFF2-40B4-BE49-F238E27FC236}">
                  <a16:creationId xmlns:a16="http://schemas.microsoft.com/office/drawing/2014/main" id="{4C4DC492-E89E-8994-3EC1-D1DDF1F0AAC7}"/>
                </a:ext>
              </a:extLst>
            </p:cNvPr>
            <p:cNvSpPr/>
            <p:nvPr/>
          </p:nvSpPr>
          <p:spPr bwMode="auto">
            <a:xfrm flipH="1">
              <a:off x="1889189" y="60420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9" name="Freeform 763">
              <a:extLst>
                <a:ext uri="{FF2B5EF4-FFF2-40B4-BE49-F238E27FC236}">
                  <a16:creationId xmlns:a16="http://schemas.microsoft.com/office/drawing/2014/main" id="{A12773C4-5AA7-2FFF-201B-BB5B121BCB1D}"/>
                </a:ext>
              </a:extLst>
            </p:cNvPr>
            <p:cNvSpPr/>
            <p:nvPr/>
          </p:nvSpPr>
          <p:spPr bwMode="auto">
            <a:xfrm>
              <a:off x="2975039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0" name="Freeform 764">
              <a:extLst>
                <a:ext uri="{FF2B5EF4-FFF2-40B4-BE49-F238E27FC236}">
                  <a16:creationId xmlns:a16="http://schemas.microsoft.com/office/drawing/2014/main" id="{D4AB4800-BF84-3CCE-1B2D-41102C6EA93E}"/>
                </a:ext>
              </a:extLst>
            </p:cNvPr>
            <p:cNvSpPr/>
            <p:nvPr/>
          </p:nvSpPr>
          <p:spPr bwMode="auto">
            <a:xfrm>
              <a:off x="2975039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1" name="Rectangle 765">
              <a:extLst>
                <a:ext uri="{FF2B5EF4-FFF2-40B4-BE49-F238E27FC236}">
                  <a16:creationId xmlns:a16="http://schemas.microsoft.com/office/drawing/2014/main" id="{870F9FE5-0DF4-71B3-C620-2EB5BAD46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2" name="Rectangle 766">
              <a:extLst>
                <a:ext uri="{FF2B5EF4-FFF2-40B4-BE49-F238E27FC236}">
                  <a16:creationId xmlns:a16="http://schemas.microsoft.com/office/drawing/2014/main" id="{076F3E26-0141-47B6-1F61-516C185FC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3" name="Rectangle 767">
              <a:extLst>
                <a:ext uri="{FF2B5EF4-FFF2-40B4-BE49-F238E27FC236}">
                  <a16:creationId xmlns:a16="http://schemas.microsoft.com/office/drawing/2014/main" id="{F75E8DA6-6321-856E-0BF4-10FA0AB79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4" name="Freeform 768">
              <a:extLst>
                <a:ext uri="{FF2B5EF4-FFF2-40B4-BE49-F238E27FC236}">
                  <a16:creationId xmlns:a16="http://schemas.microsoft.com/office/drawing/2014/main" id="{B3E19167-721F-B0C6-B50B-24B83F50799D}"/>
                </a:ext>
              </a:extLst>
            </p:cNvPr>
            <p:cNvSpPr/>
            <p:nvPr/>
          </p:nvSpPr>
          <p:spPr bwMode="auto">
            <a:xfrm flipH="1">
              <a:off x="2976626" y="49022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5" name="Freeform 769">
              <a:extLst>
                <a:ext uri="{FF2B5EF4-FFF2-40B4-BE49-F238E27FC236}">
                  <a16:creationId xmlns:a16="http://schemas.microsoft.com/office/drawing/2014/main" id="{DDB78DE7-C0BA-A827-835D-0BB1ED99AE77}"/>
                </a:ext>
              </a:extLst>
            </p:cNvPr>
            <p:cNvSpPr/>
            <p:nvPr/>
          </p:nvSpPr>
          <p:spPr bwMode="auto">
            <a:xfrm>
              <a:off x="2971864" y="4907000"/>
              <a:ext cx="4763" cy="11113"/>
            </a:xfrm>
            <a:custGeom>
              <a:avLst/>
              <a:gdLst>
                <a:gd name="T0" fmla="*/ 2 w 3"/>
                <a:gd name="T1" fmla="*/ 0 h 7"/>
                <a:gd name="T2" fmla="*/ 0 w 3"/>
                <a:gd name="T3" fmla="*/ 7 h 7"/>
                <a:gd name="T4" fmla="*/ 2 w 3"/>
                <a:gd name="T5" fmla="*/ 5 h 7"/>
                <a:gd name="T6" fmla="*/ 3 w 3"/>
                <a:gd name="T7" fmla="*/ 0 h 7"/>
                <a:gd name="T8" fmla="*/ 2 w 3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2" y="0"/>
                  </a:moveTo>
                  <a:lnTo>
                    <a:pt x="0" y="7"/>
                  </a:lnTo>
                  <a:lnTo>
                    <a:pt x="2" y="5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6" name="Freeform 770">
              <a:extLst>
                <a:ext uri="{FF2B5EF4-FFF2-40B4-BE49-F238E27FC236}">
                  <a16:creationId xmlns:a16="http://schemas.microsoft.com/office/drawing/2014/main" id="{C332CA3E-148A-B958-7C67-D688DA927AC1}"/>
                </a:ext>
              </a:extLst>
            </p:cNvPr>
            <p:cNvSpPr/>
            <p:nvPr/>
          </p:nvSpPr>
          <p:spPr bwMode="auto">
            <a:xfrm>
              <a:off x="2971864" y="4907000"/>
              <a:ext cx="4763" cy="11113"/>
            </a:xfrm>
            <a:custGeom>
              <a:avLst/>
              <a:gdLst>
                <a:gd name="T0" fmla="*/ 2 w 3"/>
                <a:gd name="T1" fmla="*/ 0 h 7"/>
                <a:gd name="T2" fmla="*/ 0 w 3"/>
                <a:gd name="T3" fmla="*/ 7 h 7"/>
                <a:gd name="T4" fmla="*/ 2 w 3"/>
                <a:gd name="T5" fmla="*/ 5 h 7"/>
                <a:gd name="T6" fmla="*/ 3 w 3"/>
                <a:gd name="T7" fmla="*/ 0 h 7"/>
                <a:gd name="T8" fmla="*/ 2 w 3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2" y="0"/>
                  </a:moveTo>
                  <a:lnTo>
                    <a:pt x="0" y="7"/>
                  </a:lnTo>
                  <a:lnTo>
                    <a:pt x="2" y="5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7" name="Freeform 771">
              <a:extLst>
                <a:ext uri="{FF2B5EF4-FFF2-40B4-BE49-F238E27FC236}">
                  <a16:creationId xmlns:a16="http://schemas.microsoft.com/office/drawing/2014/main" id="{B34D74DC-7B23-14FC-1252-3C79362CF5EF}"/>
                </a:ext>
              </a:extLst>
            </p:cNvPr>
            <p:cNvSpPr/>
            <p:nvPr/>
          </p:nvSpPr>
          <p:spPr bwMode="auto">
            <a:xfrm>
              <a:off x="2975039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8" name="Freeform 772">
              <a:extLst>
                <a:ext uri="{FF2B5EF4-FFF2-40B4-BE49-F238E27FC236}">
                  <a16:creationId xmlns:a16="http://schemas.microsoft.com/office/drawing/2014/main" id="{F39337A8-1FF0-A052-41C1-5C012F4C25D6}"/>
                </a:ext>
              </a:extLst>
            </p:cNvPr>
            <p:cNvSpPr/>
            <p:nvPr/>
          </p:nvSpPr>
          <p:spPr bwMode="auto">
            <a:xfrm>
              <a:off x="2975039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774">
              <a:extLst>
                <a:ext uri="{FF2B5EF4-FFF2-40B4-BE49-F238E27FC236}">
                  <a16:creationId xmlns:a16="http://schemas.microsoft.com/office/drawing/2014/main" id="{098A3146-50C4-EEE2-8684-F3CC9B6F744D}"/>
                </a:ext>
              </a:extLst>
            </p:cNvPr>
            <p:cNvSpPr/>
            <p:nvPr/>
          </p:nvSpPr>
          <p:spPr bwMode="auto">
            <a:xfrm>
              <a:off x="2975039" y="4907000"/>
              <a:ext cx="4762" cy="7938"/>
            </a:xfrm>
            <a:custGeom>
              <a:avLst/>
              <a:gdLst>
                <a:gd name="T0" fmla="*/ 1 w 3"/>
                <a:gd name="T1" fmla="*/ 0 h 5"/>
                <a:gd name="T2" fmla="*/ 0 w 3"/>
                <a:gd name="T3" fmla="*/ 5 h 5"/>
                <a:gd name="T4" fmla="*/ 3 w 3"/>
                <a:gd name="T5" fmla="*/ 2 h 5"/>
                <a:gd name="T6" fmla="*/ 1 w 3"/>
                <a:gd name="T7" fmla="*/ 0 h 5"/>
                <a:gd name="T8" fmla="*/ 1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0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775">
              <a:extLst>
                <a:ext uri="{FF2B5EF4-FFF2-40B4-BE49-F238E27FC236}">
                  <a16:creationId xmlns:a16="http://schemas.microsoft.com/office/drawing/2014/main" id="{3FAEEEB4-4759-EE3F-084A-62791E501CBD}"/>
                </a:ext>
              </a:extLst>
            </p:cNvPr>
            <p:cNvSpPr/>
            <p:nvPr/>
          </p:nvSpPr>
          <p:spPr bwMode="auto">
            <a:xfrm>
              <a:off x="2975039" y="4907000"/>
              <a:ext cx="4762" cy="7938"/>
            </a:xfrm>
            <a:custGeom>
              <a:avLst/>
              <a:gdLst>
                <a:gd name="T0" fmla="*/ 1 w 3"/>
                <a:gd name="T1" fmla="*/ 0 h 5"/>
                <a:gd name="T2" fmla="*/ 0 w 3"/>
                <a:gd name="T3" fmla="*/ 5 h 5"/>
                <a:gd name="T4" fmla="*/ 3 w 3"/>
                <a:gd name="T5" fmla="*/ 2 h 5"/>
                <a:gd name="T6" fmla="*/ 1 w 3"/>
                <a:gd name="T7" fmla="*/ 0 h 5"/>
                <a:gd name="T8" fmla="*/ 1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0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776">
              <a:extLst>
                <a:ext uri="{FF2B5EF4-FFF2-40B4-BE49-F238E27FC236}">
                  <a16:creationId xmlns:a16="http://schemas.microsoft.com/office/drawing/2014/main" id="{469570B9-0791-A9B0-0068-6EC00041E9A1}"/>
                </a:ext>
              </a:extLst>
            </p:cNvPr>
            <p:cNvSpPr/>
            <p:nvPr/>
          </p:nvSpPr>
          <p:spPr bwMode="auto">
            <a:xfrm flipH="1">
              <a:off x="297662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Freeform 777">
              <a:extLst>
                <a:ext uri="{FF2B5EF4-FFF2-40B4-BE49-F238E27FC236}">
                  <a16:creationId xmlns:a16="http://schemas.microsoft.com/office/drawing/2014/main" id="{FB85AE51-976E-3CCC-D93F-1EC7C2AE11F9}"/>
                </a:ext>
              </a:extLst>
            </p:cNvPr>
            <p:cNvSpPr/>
            <p:nvPr/>
          </p:nvSpPr>
          <p:spPr bwMode="auto">
            <a:xfrm flipH="1">
              <a:off x="297662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778">
              <a:extLst>
                <a:ext uri="{FF2B5EF4-FFF2-40B4-BE49-F238E27FC236}">
                  <a16:creationId xmlns:a16="http://schemas.microsoft.com/office/drawing/2014/main" id="{B77FEA5E-D487-3609-978D-85AAA89B14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6626" y="4903825"/>
              <a:ext cx="6350" cy="3175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2 h 2"/>
                <a:gd name="T4" fmla="*/ 4 w 4"/>
                <a:gd name="T5" fmla="*/ 2 h 2"/>
                <a:gd name="T6" fmla="*/ 4 w 4"/>
                <a:gd name="T7" fmla="*/ 2 h 2"/>
                <a:gd name="T8" fmla="*/ 0 w 4"/>
                <a:gd name="T9" fmla="*/ 0 h 2"/>
                <a:gd name="T10" fmla="*/ 0 w 4"/>
                <a:gd name="T11" fmla="*/ 0 h 2"/>
                <a:gd name="T12" fmla="*/ 0 w 4"/>
                <a:gd name="T13" fmla="*/ 1 h 2"/>
                <a:gd name="T14" fmla="*/ 0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779">
              <a:extLst>
                <a:ext uri="{FF2B5EF4-FFF2-40B4-BE49-F238E27FC236}">
                  <a16:creationId xmlns:a16="http://schemas.microsoft.com/office/drawing/2014/main" id="{1EF59B36-6EAC-FDCB-268E-39A3FD12DD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6626" y="4903825"/>
              <a:ext cx="6350" cy="3175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2 h 2"/>
                <a:gd name="T4" fmla="*/ 4 w 4"/>
                <a:gd name="T5" fmla="*/ 2 h 2"/>
                <a:gd name="T6" fmla="*/ 4 w 4"/>
                <a:gd name="T7" fmla="*/ 2 h 2"/>
                <a:gd name="T8" fmla="*/ 0 w 4"/>
                <a:gd name="T9" fmla="*/ 0 h 2"/>
                <a:gd name="T10" fmla="*/ 0 w 4"/>
                <a:gd name="T11" fmla="*/ 0 h 2"/>
                <a:gd name="T12" fmla="*/ 0 w 4"/>
                <a:gd name="T13" fmla="*/ 1 h 2"/>
                <a:gd name="T14" fmla="*/ 0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780">
              <a:extLst>
                <a:ext uri="{FF2B5EF4-FFF2-40B4-BE49-F238E27FC236}">
                  <a16:creationId xmlns:a16="http://schemas.microsoft.com/office/drawing/2014/main" id="{2CBE2F89-22AD-7B8B-9EB8-5916EDAFE5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6626" y="4903825"/>
              <a:ext cx="7937" cy="6350"/>
            </a:xfrm>
            <a:custGeom>
              <a:avLst/>
              <a:gdLst>
                <a:gd name="T0" fmla="*/ 0 w 5"/>
                <a:gd name="T1" fmla="*/ 2 h 4"/>
                <a:gd name="T2" fmla="*/ 2 w 5"/>
                <a:gd name="T3" fmla="*/ 4 h 4"/>
                <a:gd name="T4" fmla="*/ 3 w 5"/>
                <a:gd name="T5" fmla="*/ 3 h 4"/>
                <a:gd name="T6" fmla="*/ 0 w 5"/>
                <a:gd name="T7" fmla="*/ 2 h 4"/>
                <a:gd name="T8" fmla="*/ 4 w 5"/>
                <a:gd name="T9" fmla="*/ 0 h 4"/>
                <a:gd name="T10" fmla="*/ 4 w 5"/>
                <a:gd name="T11" fmla="*/ 1 h 4"/>
                <a:gd name="T12" fmla="*/ 5 w 5"/>
                <a:gd name="T13" fmla="*/ 0 h 4"/>
                <a:gd name="T14" fmla="*/ 4 w 5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lnTo>
                    <a:pt x="2" y="4"/>
                  </a:lnTo>
                  <a:lnTo>
                    <a:pt x="3" y="3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4" y="1"/>
                  </a:lnTo>
                  <a:lnTo>
                    <a:pt x="5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781">
              <a:extLst>
                <a:ext uri="{FF2B5EF4-FFF2-40B4-BE49-F238E27FC236}">
                  <a16:creationId xmlns:a16="http://schemas.microsoft.com/office/drawing/2014/main" id="{18EACA04-C4AC-148B-B396-682D194243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6626" y="4903825"/>
              <a:ext cx="7937" cy="6350"/>
            </a:xfrm>
            <a:custGeom>
              <a:avLst/>
              <a:gdLst>
                <a:gd name="T0" fmla="*/ 0 w 5"/>
                <a:gd name="T1" fmla="*/ 2 h 4"/>
                <a:gd name="T2" fmla="*/ 2 w 5"/>
                <a:gd name="T3" fmla="*/ 4 h 4"/>
                <a:gd name="T4" fmla="*/ 3 w 5"/>
                <a:gd name="T5" fmla="*/ 3 h 4"/>
                <a:gd name="T6" fmla="*/ 0 w 5"/>
                <a:gd name="T7" fmla="*/ 2 h 4"/>
                <a:gd name="T8" fmla="*/ 4 w 5"/>
                <a:gd name="T9" fmla="*/ 0 h 4"/>
                <a:gd name="T10" fmla="*/ 4 w 5"/>
                <a:gd name="T11" fmla="*/ 1 h 4"/>
                <a:gd name="T12" fmla="*/ 5 w 5"/>
                <a:gd name="T13" fmla="*/ 0 h 4"/>
                <a:gd name="T14" fmla="*/ 4 w 5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lnTo>
                    <a:pt x="2" y="4"/>
                  </a:lnTo>
                  <a:lnTo>
                    <a:pt x="3" y="3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4" y="1"/>
                  </a:lnTo>
                  <a:lnTo>
                    <a:pt x="5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782">
              <a:extLst>
                <a:ext uri="{FF2B5EF4-FFF2-40B4-BE49-F238E27FC236}">
                  <a16:creationId xmlns:a16="http://schemas.microsoft.com/office/drawing/2014/main" id="{E6317AC5-D0C1-B0EA-7E95-9AEC0AA5A9D6}"/>
                </a:ext>
              </a:extLst>
            </p:cNvPr>
            <p:cNvSpPr/>
            <p:nvPr/>
          </p:nvSpPr>
          <p:spPr bwMode="auto">
            <a:xfrm>
              <a:off x="2976626" y="490065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0 w 4"/>
                <a:gd name="T5" fmla="*/ 1 h 5"/>
                <a:gd name="T6" fmla="*/ 0 w 4"/>
                <a:gd name="T7" fmla="*/ 1 h 5"/>
                <a:gd name="T8" fmla="*/ 0 w 4"/>
                <a:gd name="T9" fmla="*/ 2 h 5"/>
                <a:gd name="T10" fmla="*/ 2 w 4"/>
                <a:gd name="T11" fmla="*/ 2 h 5"/>
                <a:gd name="T12" fmla="*/ 0 w 4"/>
                <a:gd name="T13" fmla="*/ 2 h 5"/>
                <a:gd name="T14" fmla="*/ 0 w 4"/>
                <a:gd name="T15" fmla="*/ 2 h 5"/>
                <a:gd name="T16" fmla="*/ 0 w 4"/>
                <a:gd name="T17" fmla="*/ 3 h 5"/>
                <a:gd name="T18" fmla="*/ 0 w 4"/>
                <a:gd name="T19" fmla="*/ 4 h 5"/>
                <a:gd name="T20" fmla="*/ 2 w 4"/>
                <a:gd name="T21" fmla="*/ 2 h 5"/>
                <a:gd name="T22" fmla="*/ 0 w 4"/>
                <a:gd name="T23" fmla="*/ 4 h 5"/>
                <a:gd name="T24" fmla="*/ 0 w 4"/>
                <a:gd name="T25" fmla="*/ 4 h 5"/>
                <a:gd name="T26" fmla="*/ 3 w 4"/>
                <a:gd name="T27" fmla="*/ 5 h 5"/>
                <a:gd name="T28" fmla="*/ 4 w 4"/>
                <a:gd name="T29" fmla="*/ 4 h 5"/>
                <a:gd name="T30" fmla="*/ 4 w 4"/>
                <a:gd name="T31" fmla="*/ 4 h 5"/>
                <a:gd name="T32" fmla="*/ 4 w 4"/>
                <a:gd name="T33" fmla="*/ 3 h 5"/>
                <a:gd name="T34" fmla="*/ 4 w 4"/>
                <a:gd name="T35" fmla="*/ 2 h 5"/>
                <a:gd name="T36" fmla="*/ 4 w 4"/>
                <a:gd name="T37" fmla="*/ 1 h 5"/>
                <a:gd name="T38" fmla="*/ 3 w 4"/>
                <a:gd name="T39" fmla="*/ 0 h 5"/>
                <a:gd name="T40" fmla="*/ 2 w 4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783">
              <a:extLst>
                <a:ext uri="{FF2B5EF4-FFF2-40B4-BE49-F238E27FC236}">
                  <a16:creationId xmlns:a16="http://schemas.microsoft.com/office/drawing/2014/main" id="{D89AA24A-417B-BBDC-6C73-A9E0CDFB603D}"/>
                </a:ext>
              </a:extLst>
            </p:cNvPr>
            <p:cNvSpPr/>
            <p:nvPr/>
          </p:nvSpPr>
          <p:spPr bwMode="auto">
            <a:xfrm>
              <a:off x="2976626" y="490065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0 w 4"/>
                <a:gd name="T5" fmla="*/ 1 h 5"/>
                <a:gd name="T6" fmla="*/ 0 w 4"/>
                <a:gd name="T7" fmla="*/ 1 h 5"/>
                <a:gd name="T8" fmla="*/ 0 w 4"/>
                <a:gd name="T9" fmla="*/ 2 h 5"/>
                <a:gd name="T10" fmla="*/ 2 w 4"/>
                <a:gd name="T11" fmla="*/ 2 h 5"/>
                <a:gd name="T12" fmla="*/ 0 w 4"/>
                <a:gd name="T13" fmla="*/ 2 h 5"/>
                <a:gd name="T14" fmla="*/ 0 w 4"/>
                <a:gd name="T15" fmla="*/ 2 h 5"/>
                <a:gd name="T16" fmla="*/ 0 w 4"/>
                <a:gd name="T17" fmla="*/ 3 h 5"/>
                <a:gd name="T18" fmla="*/ 0 w 4"/>
                <a:gd name="T19" fmla="*/ 4 h 5"/>
                <a:gd name="T20" fmla="*/ 2 w 4"/>
                <a:gd name="T21" fmla="*/ 2 h 5"/>
                <a:gd name="T22" fmla="*/ 0 w 4"/>
                <a:gd name="T23" fmla="*/ 4 h 5"/>
                <a:gd name="T24" fmla="*/ 0 w 4"/>
                <a:gd name="T25" fmla="*/ 4 h 5"/>
                <a:gd name="T26" fmla="*/ 3 w 4"/>
                <a:gd name="T27" fmla="*/ 5 h 5"/>
                <a:gd name="T28" fmla="*/ 4 w 4"/>
                <a:gd name="T29" fmla="*/ 4 h 5"/>
                <a:gd name="T30" fmla="*/ 4 w 4"/>
                <a:gd name="T31" fmla="*/ 4 h 5"/>
                <a:gd name="T32" fmla="*/ 4 w 4"/>
                <a:gd name="T33" fmla="*/ 3 h 5"/>
                <a:gd name="T34" fmla="*/ 4 w 4"/>
                <a:gd name="T35" fmla="*/ 2 h 5"/>
                <a:gd name="T36" fmla="*/ 4 w 4"/>
                <a:gd name="T37" fmla="*/ 1 h 5"/>
                <a:gd name="T38" fmla="*/ 3 w 4"/>
                <a:gd name="T39" fmla="*/ 0 h 5"/>
                <a:gd name="T40" fmla="*/ 2 w 4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784">
              <a:extLst>
                <a:ext uri="{FF2B5EF4-FFF2-40B4-BE49-F238E27FC236}">
                  <a16:creationId xmlns:a16="http://schemas.microsoft.com/office/drawing/2014/main" id="{81BA6DD7-3426-C356-D651-4397048342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65351" y="6046825"/>
              <a:ext cx="946150" cy="854075"/>
            </a:xfrm>
            <a:custGeom>
              <a:avLst/>
              <a:gdLst>
                <a:gd name="T0" fmla="*/ 8 w 596"/>
                <a:gd name="T1" fmla="*/ 525 h 538"/>
                <a:gd name="T2" fmla="*/ 145 w 596"/>
                <a:gd name="T3" fmla="*/ 0 h 538"/>
                <a:gd name="T4" fmla="*/ 590 w 596"/>
                <a:gd name="T5" fmla="*/ 27 h 538"/>
                <a:gd name="T6" fmla="*/ 8 w 596"/>
                <a:gd name="T7" fmla="*/ 525 h 538"/>
                <a:gd name="T8" fmla="*/ 140 w 596"/>
                <a:gd name="T9" fmla="*/ 0 h 538"/>
                <a:gd name="T10" fmla="*/ 0 w 596"/>
                <a:gd name="T11" fmla="*/ 538 h 538"/>
                <a:gd name="T12" fmla="*/ 596 w 596"/>
                <a:gd name="T13" fmla="*/ 27 h 538"/>
                <a:gd name="T14" fmla="*/ 596 w 596"/>
                <a:gd name="T15" fmla="*/ 27 h 538"/>
                <a:gd name="T16" fmla="*/ 592 w 596"/>
                <a:gd name="T17" fmla="*/ 29 h 538"/>
                <a:gd name="T18" fmla="*/ 593 w 596"/>
                <a:gd name="T19" fmla="*/ 27 h 538"/>
                <a:gd name="T20" fmla="*/ 144 w 596"/>
                <a:gd name="T21" fmla="*/ 0 h 538"/>
                <a:gd name="T22" fmla="*/ 139 w 596"/>
                <a:gd name="T23" fmla="*/ 5 h 538"/>
                <a:gd name="T24" fmla="*/ 140 w 596"/>
                <a:gd name="T25" fmla="*/ 0 h 538"/>
                <a:gd name="T26" fmla="*/ 140 w 596"/>
                <a:gd name="T27" fmla="*/ 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6" h="538">
                  <a:moveTo>
                    <a:pt x="8" y="525"/>
                  </a:moveTo>
                  <a:lnTo>
                    <a:pt x="145" y="0"/>
                  </a:lnTo>
                  <a:lnTo>
                    <a:pt x="590" y="27"/>
                  </a:lnTo>
                  <a:lnTo>
                    <a:pt x="8" y="525"/>
                  </a:lnTo>
                  <a:close/>
                  <a:moveTo>
                    <a:pt x="140" y="0"/>
                  </a:moveTo>
                  <a:lnTo>
                    <a:pt x="0" y="538"/>
                  </a:lnTo>
                  <a:lnTo>
                    <a:pt x="596" y="27"/>
                  </a:lnTo>
                  <a:lnTo>
                    <a:pt x="596" y="27"/>
                  </a:lnTo>
                  <a:lnTo>
                    <a:pt x="592" y="29"/>
                  </a:lnTo>
                  <a:lnTo>
                    <a:pt x="593" y="27"/>
                  </a:lnTo>
                  <a:lnTo>
                    <a:pt x="144" y="0"/>
                  </a:lnTo>
                  <a:lnTo>
                    <a:pt x="139" y="5"/>
                  </a:lnTo>
                  <a:lnTo>
                    <a:pt x="140" y="0"/>
                  </a:lnTo>
                  <a:lnTo>
                    <a:pt x="14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785">
              <a:extLst>
                <a:ext uri="{FF2B5EF4-FFF2-40B4-BE49-F238E27FC236}">
                  <a16:creationId xmlns:a16="http://schemas.microsoft.com/office/drawing/2014/main" id="{55A54490-389B-5558-359D-5A7393101E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65351" y="6046825"/>
              <a:ext cx="946150" cy="854075"/>
            </a:xfrm>
            <a:custGeom>
              <a:avLst/>
              <a:gdLst>
                <a:gd name="T0" fmla="*/ 8 w 596"/>
                <a:gd name="T1" fmla="*/ 525 h 538"/>
                <a:gd name="T2" fmla="*/ 145 w 596"/>
                <a:gd name="T3" fmla="*/ 0 h 538"/>
                <a:gd name="T4" fmla="*/ 590 w 596"/>
                <a:gd name="T5" fmla="*/ 27 h 538"/>
                <a:gd name="T6" fmla="*/ 8 w 596"/>
                <a:gd name="T7" fmla="*/ 525 h 538"/>
                <a:gd name="T8" fmla="*/ 140 w 596"/>
                <a:gd name="T9" fmla="*/ 0 h 538"/>
                <a:gd name="T10" fmla="*/ 0 w 596"/>
                <a:gd name="T11" fmla="*/ 538 h 538"/>
                <a:gd name="T12" fmla="*/ 596 w 596"/>
                <a:gd name="T13" fmla="*/ 27 h 538"/>
                <a:gd name="T14" fmla="*/ 596 w 596"/>
                <a:gd name="T15" fmla="*/ 27 h 538"/>
                <a:gd name="T16" fmla="*/ 592 w 596"/>
                <a:gd name="T17" fmla="*/ 29 h 538"/>
                <a:gd name="T18" fmla="*/ 593 w 596"/>
                <a:gd name="T19" fmla="*/ 27 h 538"/>
                <a:gd name="T20" fmla="*/ 144 w 596"/>
                <a:gd name="T21" fmla="*/ 0 h 538"/>
                <a:gd name="T22" fmla="*/ 139 w 596"/>
                <a:gd name="T23" fmla="*/ 5 h 538"/>
                <a:gd name="T24" fmla="*/ 140 w 596"/>
                <a:gd name="T25" fmla="*/ 0 h 538"/>
                <a:gd name="T26" fmla="*/ 140 w 596"/>
                <a:gd name="T27" fmla="*/ 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6" h="538">
                  <a:moveTo>
                    <a:pt x="8" y="525"/>
                  </a:moveTo>
                  <a:lnTo>
                    <a:pt x="145" y="0"/>
                  </a:lnTo>
                  <a:lnTo>
                    <a:pt x="590" y="27"/>
                  </a:lnTo>
                  <a:lnTo>
                    <a:pt x="8" y="525"/>
                  </a:lnTo>
                  <a:moveTo>
                    <a:pt x="140" y="0"/>
                  </a:moveTo>
                  <a:lnTo>
                    <a:pt x="0" y="538"/>
                  </a:lnTo>
                  <a:lnTo>
                    <a:pt x="596" y="27"/>
                  </a:lnTo>
                  <a:lnTo>
                    <a:pt x="596" y="27"/>
                  </a:lnTo>
                  <a:lnTo>
                    <a:pt x="592" y="29"/>
                  </a:lnTo>
                  <a:lnTo>
                    <a:pt x="593" y="27"/>
                  </a:lnTo>
                  <a:lnTo>
                    <a:pt x="144" y="0"/>
                  </a:lnTo>
                  <a:lnTo>
                    <a:pt x="139" y="5"/>
                  </a:lnTo>
                  <a:lnTo>
                    <a:pt x="140" y="0"/>
                  </a:lnTo>
                  <a:lnTo>
                    <a:pt x="14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786">
              <a:extLst>
                <a:ext uri="{FF2B5EF4-FFF2-40B4-BE49-F238E27FC236}">
                  <a16:creationId xmlns:a16="http://schemas.microsoft.com/office/drawing/2014/main" id="{CD0B83F5-4BAC-AAE6-4802-D21794934309}"/>
                </a:ext>
              </a:extLst>
            </p:cNvPr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787">
              <a:extLst>
                <a:ext uri="{FF2B5EF4-FFF2-40B4-BE49-F238E27FC236}">
                  <a16:creationId xmlns:a16="http://schemas.microsoft.com/office/drawing/2014/main" id="{535E3BC7-3573-DD40-518B-CABE7F518399}"/>
                </a:ext>
              </a:extLst>
            </p:cNvPr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788">
              <a:extLst>
                <a:ext uri="{FF2B5EF4-FFF2-40B4-BE49-F238E27FC236}">
                  <a16:creationId xmlns:a16="http://schemas.microsoft.com/office/drawing/2014/main" id="{A4C2BBA6-CD06-E0E2-383B-7FA48D848967}"/>
                </a:ext>
              </a:extLst>
            </p:cNvPr>
            <p:cNvSpPr/>
            <p:nvPr/>
          </p:nvSpPr>
          <p:spPr bwMode="auto">
            <a:xfrm>
              <a:off x="2614676" y="6081750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4 h 4"/>
                <a:gd name="T4" fmla="*/ 4 w 4"/>
                <a:gd name="T5" fmla="*/ 0 h 4"/>
                <a:gd name="T6" fmla="*/ 1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4"/>
                  </a:ln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789">
              <a:extLst>
                <a:ext uri="{FF2B5EF4-FFF2-40B4-BE49-F238E27FC236}">
                  <a16:creationId xmlns:a16="http://schemas.microsoft.com/office/drawing/2014/main" id="{43492F26-9ED5-427F-191E-C3AE9B4DEEA8}"/>
                </a:ext>
              </a:extLst>
            </p:cNvPr>
            <p:cNvSpPr/>
            <p:nvPr/>
          </p:nvSpPr>
          <p:spPr bwMode="auto">
            <a:xfrm>
              <a:off x="2614676" y="6081750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4 h 4"/>
                <a:gd name="T4" fmla="*/ 4 w 4"/>
                <a:gd name="T5" fmla="*/ 0 h 4"/>
                <a:gd name="T6" fmla="*/ 1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4"/>
                  </a:lnTo>
                  <a:lnTo>
                    <a:pt x="4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790">
              <a:extLst>
                <a:ext uri="{FF2B5EF4-FFF2-40B4-BE49-F238E27FC236}">
                  <a16:creationId xmlns:a16="http://schemas.microsoft.com/office/drawing/2014/main" id="{03F8EA72-CED3-2BAA-8A26-8E74BE0F8495}"/>
                </a:ext>
              </a:extLst>
            </p:cNvPr>
            <p:cNvSpPr/>
            <p:nvPr/>
          </p:nvSpPr>
          <p:spPr bwMode="auto">
            <a:xfrm>
              <a:off x="2605151" y="6089687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2 h 2"/>
                <a:gd name="T4" fmla="*/ 4 w 4"/>
                <a:gd name="T5" fmla="*/ 0 h 2"/>
                <a:gd name="T6" fmla="*/ 4 w 4"/>
                <a:gd name="T7" fmla="*/ 0 h 2"/>
                <a:gd name="T8" fmla="*/ 1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791">
              <a:extLst>
                <a:ext uri="{FF2B5EF4-FFF2-40B4-BE49-F238E27FC236}">
                  <a16:creationId xmlns:a16="http://schemas.microsoft.com/office/drawing/2014/main" id="{AF2C6B28-6F5C-36A9-2FCF-9E5E5ECB75EE}"/>
                </a:ext>
              </a:extLst>
            </p:cNvPr>
            <p:cNvSpPr/>
            <p:nvPr/>
          </p:nvSpPr>
          <p:spPr bwMode="auto">
            <a:xfrm>
              <a:off x="2605151" y="6089687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2 h 2"/>
                <a:gd name="T4" fmla="*/ 4 w 4"/>
                <a:gd name="T5" fmla="*/ 0 h 2"/>
                <a:gd name="T6" fmla="*/ 4 w 4"/>
                <a:gd name="T7" fmla="*/ 0 h 2"/>
                <a:gd name="T8" fmla="*/ 1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792">
              <a:extLst>
                <a:ext uri="{FF2B5EF4-FFF2-40B4-BE49-F238E27FC236}">
                  <a16:creationId xmlns:a16="http://schemas.microsoft.com/office/drawing/2014/main" id="{3779DF49-008E-40C0-8455-6B3953F07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501" y="608968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793">
              <a:extLst>
                <a:ext uri="{FF2B5EF4-FFF2-40B4-BE49-F238E27FC236}">
                  <a16:creationId xmlns:a16="http://schemas.microsoft.com/office/drawing/2014/main" id="{15340911-D300-031D-E46D-7429698D16C9}"/>
                </a:ext>
              </a:extLst>
            </p:cNvPr>
            <p:cNvSpPr/>
            <p:nvPr/>
          </p:nvSpPr>
          <p:spPr bwMode="auto">
            <a:xfrm flipH="1">
              <a:off x="2611501" y="608968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794">
              <a:extLst>
                <a:ext uri="{FF2B5EF4-FFF2-40B4-BE49-F238E27FC236}">
                  <a16:creationId xmlns:a16="http://schemas.microsoft.com/office/drawing/2014/main" id="{90D57410-16B7-33FD-A2A5-A67E90E5F6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7601" y="6040475"/>
              <a:ext cx="720725" cy="49213"/>
            </a:xfrm>
            <a:custGeom>
              <a:avLst/>
              <a:gdLst>
                <a:gd name="T0" fmla="*/ 1 w 454"/>
                <a:gd name="T1" fmla="*/ 1 h 31"/>
                <a:gd name="T2" fmla="*/ 0 w 454"/>
                <a:gd name="T3" fmla="*/ 4 h 31"/>
                <a:gd name="T4" fmla="*/ 0 w 454"/>
                <a:gd name="T5" fmla="*/ 4 h 31"/>
                <a:gd name="T6" fmla="*/ 1 w 454"/>
                <a:gd name="T7" fmla="*/ 1 h 31"/>
                <a:gd name="T8" fmla="*/ 8 w 454"/>
                <a:gd name="T9" fmla="*/ 0 h 31"/>
                <a:gd name="T10" fmla="*/ 4 w 454"/>
                <a:gd name="T11" fmla="*/ 4 h 31"/>
                <a:gd name="T12" fmla="*/ 453 w 454"/>
                <a:gd name="T13" fmla="*/ 31 h 31"/>
                <a:gd name="T14" fmla="*/ 453 w 454"/>
                <a:gd name="T15" fmla="*/ 30 h 31"/>
                <a:gd name="T16" fmla="*/ 449 w 454"/>
                <a:gd name="T17" fmla="*/ 29 h 31"/>
                <a:gd name="T18" fmla="*/ 454 w 454"/>
                <a:gd name="T19" fmla="*/ 27 h 31"/>
                <a:gd name="T20" fmla="*/ 454 w 454"/>
                <a:gd name="T21" fmla="*/ 26 h 31"/>
                <a:gd name="T22" fmla="*/ 8 w 454"/>
                <a:gd name="T2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2" h="31">
                  <a:moveTo>
                    <a:pt x="1" y="1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1" y="1"/>
                  </a:lnTo>
                  <a:close/>
                  <a:moveTo>
                    <a:pt x="8" y="0"/>
                  </a:moveTo>
                  <a:lnTo>
                    <a:pt x="4" y="4"/>
                  </a:lnTo>
                  <a:lnTo>
                    <a:pt x="453" y="31"/>
                  </a:lnTo>
                  <a:lnTo>
                    <a:pt x="453" y="30"/>
                  </a:lnTo>
                  <a:lnTo>
                    <a:pt x="449" y="29"/>
                  </a:lnTo>
                  <a:lnTo>
                    <a:pt x="454" y="27"/>
                  </a:lnTo>
                  <a:lnTo>
                    <a:pt x="454" y="26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795">
              <a:extLst>
                <a:ext uri="{FF2B5EF4-FFF2-40B4-BE49-F238E27FC236}">
                  <a16:creationId xmlns:a16="http://schemas.microsoft.com/office/drawing/2014/main" id="{4C3EF044-AD4B-37D5-6E42-F39FC3B9E1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7601" y="6040475"/>
              <a:ext cx="720725" cy="49213"/>
            </a:xfrm>
            <a:custGeom>
              <a:avLst/>
              <a:gdLst>
                <a:gd name="T0" fmla="*/ 1 w 454"/>
                <a:gd name="T1" fmla="*/ 1 h 31"/>
                <a:gd name="T2" fmla="*/ 0 w 454"/>
                <a:gd name="T3" fmla="*/ 4 h 31"/>
                <a:gd name="T4" fmla="*/ 0 w 454"/>
                <a:gd name="T5" fmla="*/ 4 h 31"/>
                <a:gd name="T6" fmla="*/ 1 w 454"/>
                <a:gd name="T7" fmla="*/ 1 h 31"/>
                <a:gd name="T8" fmla="*/ 8 w 454"/>
                <a:gd name="T9" fmla="*/ 0 h 31"/>
                <a:gd name="T10" fmla="*/ 4 w 454"/>
                <a:gd name="T11" fmla="*/ 4 h 31"/>
                <a:gd name="T12" fmla="*/ 453 w 454"/>
                <a:gd name="T13" fmla="*/ 31 h 31"/>
                <a:gd name="T14" fmla="*/ 453 w 454"/>
                <a:gd name="T15" fmla="*/ 30 h 31"/>
                <a:gd name="T16" fmla="*/ 449 w 454"/>
                <a:gd name="T17" fmla="*/ 29 h 31"/>
                <a:gd name="T18" fmla="*/ 454 w 454"/>
                <a:gd name="T19" fmla="*/ 27 h 31"/>
                <a:gd name="T20" fmla="*/ 454 w 454"/>
                <a:gd name="T21" fmla="*/ 26 h 31"/>
                <a:gd name="T22" fmla="*/ 8 w 454"/>
                <a:gd name="T2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2" h="31">
                  <a:moveTo>
                    <a:pt x="1" y="1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1" y="1"/>
                  </a:lnTo>
                  <a:moveTo>
                    <a:pt x="8" y="0"/>
                  </a:moveTo>
                  <a:lnTo>
                    <a:pt x="4" y="4"/>
                  </a:lnTo>
                  <a:lnTo>
                    <a:pt x="453" y="31"/>
                  </a:lnTo>
                  <a:lnTo>
                    <a:pt x="453" y="30"/>
                  </a:lnTo>
                  <a:lnTo>
                    <a:pt x="449" y="29"/>
                  </a:lnTo>
                  <a:lnTo>
                    <a:pt x="454" y="27"/>
                  </a:lnTo>
                  <a:lnTo>
                    <a:pt x="454" y="26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Freeform 796">
              <a:extLst>
                <a:ext uri="{FF2B5EF4-FFF2-40B4-BE49-F238E27FC236}">
                  <a16:creationId xmlns:a16="http://schemas.microsoft.com/office/drawing/2014/main" id="{AAC3C547-462D-0D86-F82B-707B89F91C30}"/>
                </a:ext>
              </a:extLst>
            </p:cNvPr>
            <p:cNvSpPr/>
            <p:nvPr/>
          </p:nvSpPr>
          <p:spPr bwMode="auto">
            <a:xfrm>
              <a:off x="2600389" y="6083337"/>
              <a:ext cx="7937" cy="4763"/>
            </a:xfrm>
            <a:custGeom>
              <a:avLst/>
              <a:gdLst>
                <a:gd name="T0" fmla="*/ 5 w 5"/>
                <a:gd name="T1" fmla="*/ 0 h 3"/>
                <a:gd name="T2" fmla="*/ 0 w 5"/>
                <a:gd name="T3" fmla="*/ 2 h 3"/>
                <a:gd name="T4" fmla="*/ 4 w 5"/>
                <a:gd name="T5" fmla="*/ 3 h 3"/>
                <a:gd name="T6" fmla="*/ 5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797">
              <a:extLst>
                <a:ext uri="{FF2B5EF4-FFF2-40B4-BE49-F238E27FC236}">
                  <a16:creationId xmlns:a16="http://schemas.microsoft.com/office/drawing/2014/main" id="{D4971D5E-784A-D16F-D35E-21D0C6656AD4}"/>
                </a:ext>
              </a:extLst>
            </p:cNvPr>
            <p:cNvSpPr/>
            <p:nvPr/>
          </p:nvSpPr>
          <p:spPr bwMode="auto">
            <a:xfrm>
              <a:off x="2600389" y="6083337"/>
              <a:ext cx="7937" cy="4763"/>
            </a:xfrm>
            <a:custGeom>
              <a:avLst/>
              <a:gdLst>
                <a:gd name="T0" fmla="*/ 5 w 5"/>
                <a:gd name="T1" fmla="*/ 0 h 3"/>
                <a:gd name="T2" fmla="*/ 0 w 5"/>
                <a:gd name="T3" fmla="*/ 2 h 3"/>
                <a:gd name="T4" fmla="*/ 4 w 5"/>
                <a:gd name="T5" fmla="*/ 3 h 3"/>
                <a:gd name="T6" fmla="*/ 5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798">
              <a:extLst>
                <a:ext uri="{FF2B5EF4-FFF2-40B4-BE49-F238E27FC236}">
                  <a16:creationId xmlns:a16="http://schemas.microsoft.com/office/drawing/2014/main" id="{6391FC9B-2AB1-F80A-AD51-C7B00934E581}"/>
                </a:ext>
              </a:extLst>
            </p:cNvPr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799">
              <a:extLst>
                <a:ext uri="{FF2B5EF4-FFF2-40B4-BE49-F238E27FC236}">
                  <a16:creationId xmlns:a16="http://schemas.microsoft.com/office/drawing/2014/main" id="{B2FF3EDE-B391-AFA2-B1A4-3F9D7FAB81DE}"/>
                </a:ext>
              </a:extLst>
            </p:cNvPr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800">
              <a:extLst>
                <a:ext uri="{FF2B5EF4-FFF2-40B4-BE49-F238E27FC236}">
                  <a16:creationId xmlns:a16="http://schemas.microsoft.com/office/drawing/2014/main" id="{4C1A85F1-BAC5-4E43-CB03-946AF29AB9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6739" y="6081750"/>
              <a:ext cx="4762" cy="7938"/>
            </a:xfrm>
            <a:custGeom>
              <a:avLst/>
              <a:gdLst>
                <a:gd name="T0" fmla="*/ 0 w 3"/>
                <a:gd name="T1" fmla="*/ 4 h 5"/>
                <a:gd name="T2" fmla="*/ 0 w 3"/>
                <a:gd name="T3" fmla="*/ 5 h 5"/>
                <a:gd name="T4" fmla="*/ 3 w 3"/>
                <a:gd name="T5" fmla="*/ 5 h 5"/>
                <a:gd name="T6" fmla="*/ 0 w 3"/>
                <a:gd name="T7" fmla="*/ 4 h 5"/>
                <a:gd name="T8" fmla="*/ 1 w 3"/>
                <a:gd name="T9" fmla="*/ 0 h 5"/>
                <a:gd name="T10" fmla="*/ 1 w 3"/>
                <a:gd name="T11" fmla="*/ 1 h 5"/>
                <a:gd name="T12" fmla="*/ 2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0" y="4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801">
              <a:extLst>
                <a:ext uri="{FF2B5EF4-FFF2-40B4-BE49-F238E27FC236}">
                  <a16:creationId xmlns:a16="http://schemas.microsoft.com/office/drawing/2014/main" id="{DAC8E6B8-A546-3F70-F1D4-B0E8C67900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6739" y="6081750"/>
              <a:ext cx="4762" cy="7938"/>
            </a:xfrm>
            <a:custGeom>
              <a:avLst/>
              <a:gdLst>
                <a:gd name="T0" fmla="*/ 0 w 3"/>
                <a:gd name="T1" fmla="*/ 4 h 5"/>
                <a:gd name="T2" fmla="*/ 0 w 3"/>
                <a:gd name="T3" fmla="*/ 5 h 5"/>
                <a:gd name="T4" fmla="*/ 3 w 3"/>
                <a:gd name="T5" fmla="*/ 5 h 5"/>
                <a:gd name="T6" fmla="*/ 0 w 3"/>
                <a:gd name="T7" fmla="*/ 4 h 5"/>
                <a:gd name="T8" fmla="*/ 1 w 3"/>
                <a:gd name="T9" fmla="*/ 0 h 5"/>
                <a:gd name="T10" fmla="*/ 1 w 3"/>
                <a:gd name="T11" fmla="*/ 1 h 5"/>
                <a:gd name="T12" fmla="*/ 2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0" y="4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802">
              <a:extLst>
                <a:ext uri="{FF2B5EF4-FFF2-40B4-BE49-F238E27FC236}">
                  <a16:creationId xmlns:a16="http://schemas.microsoft.com/office/drawing/2014/main" id="{B0C46C88-5A80-5D51-C7F8-002BE0A56B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6739" y="6081750"/>
              <a:ext cx="9525" cy="7938"/>
            </a:xfrm>
            <a:custGeom>
              <a:avLst/>
              <a:gdLst>
                <a:gd name="T0" fmla="*/ 3 w 6"/>
                <a:gd name="T1" fmla="*/ 3 h 5"/>
                <a:gd name="T2" fmla="*/ 3 w 6"/>
                <a:gd name="T3" fmla="*/ 0 h 5"/>
                <a:gd name="T4" fmla="*/ 3 w 6"/>
                <a:gd name="T5" fmla="*/ 3 h 5"/>
                <a:gd name="T6" fmla="*/ 2 w 6"/>
                <a:gd name="T7" fmla="*/ 1 h 5"/>
                <a:gd name="T8" fmla="*/ 3 w 6"/>
                <a:gd name="T9" fmla="*/ 3 h 5"/>
                <a:gd name="T10" fmla="*/ 2 w 6"/>
                <a:gd name="T11" fmla="*/ 0 h 5"/>
                <a:gd name="T12" fmla="*/ 1 w 6"/>
                <a:gd name="T13" fmla="*/ 1 h 5"/>
                <a:gd name="T14" fmla="*/ 0 w 6"/>
                <a:gd name="T15" fmla="*/ 4 h 5"/>
                <a:gd name="T16" fmla="*/ 3 w 6"/>
                <a:gd name="T17" fmla="*/ 5 h 5"/>
                <a:gd name="T18" fmla="*/ 3 w 6"/>
                <a:gd name="T19" fmla="*/ 5 h 5"/>
                <a:gd name="T20" fmla="*/ 4 w 6"/>
                <a:gd name="T21" fmla="*/ 5 h 5"/>
                <a:gd name="T22" fmla="*/ 5 w 6"/>
                <a:gd name="T23" fmla="*/ 4 h 5"/>
                <a:gd name="T24" fmla="*/ 6 w 6"/>
                <a:gd name="T25" fmla="*/ 0 h 5"/>
                <a:gd name="T26" fmla="*/ 3 w 6"/>
                <a:gd name="T27" fmla="*/ 0 h 5"/>
                <a:gd name="T28" fmla="*/ 2 w 6"/>
                <a:gd name="T2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" h="5">
                  <a:moveTo>
                    <a:pt x="3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2" y="1"/>
                  </a:lnTo>
                  <a:lnTo>
                    <a:pt x="3" y="3"/>
                  </a:lnTo>
                  <a:close/>
                  <a:moveTo>
                    <a:pt x="2" y="0"/>
                  </a:moveTo>
                  <a:lnTo>
                    <a:pt x="1" y="1"/>
                  </a:lnTo>
                  <a:lnTo>
                    <a:pt x="0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6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Freeform 803">
              <a:extLst>
                <a:ext uri="{FF2B5EF4-FFF2-40B4-BE49-F238E27FC236}">
                  <a16:creationId xmlns:a16="http://schemas.microsoft.com/office/drawing/2014/main" id="{28ADE003-CA2A-B579-CF87-18575ACC6E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6739" y="6081750"/>
              <a:ext cx="9525" cy="7938"/>
            </a:xfrm>
            <a:custGeom>
              <a:avLst/>
              <a:gdLst>
                <a:gd name="T0" fmla="*/ 3 w 6"/>
                <a:gd name="T1" fmla="*/ 3 h 5"/>
                <a:gd name="T2" fmla="*/ 3 w 6"/>
                <a:gd name="T3" fmla="*/ 0 h 5"/>
                <a:gd name="T4" fmla="*/ 3 w 6"/>
                <a:gd name="T5" fmla="*/ 3 h 5"/>
                <a:gd name="T6" fmla="*/ 2 w 6"/>
                <a:gd name="T7" fmla="*/ 1 h 5"/>
                <a:gd name="T8" fmla="*/ 3 w 6"/>
                <a:gd name="T9" fmla="*/ 3 h 5"/>
                <a:gd name="T10" fmla="*/ 2 w 6"/>
                <a:gd name="T11" fmla="*/ 0 h 5"/>
                <a:gd name="T12" fmla="*/ 1 w 6"/>
                <a:gd name="T13" fmla="*/ 1 h 5"/>
                <a:gd name="T14" fmla="*/ 0 w 6"/>
                <a:gd name="T15" fmla="*/ 4 h 5"/>
                <a:gd name="T16" fmla="*/ 3 w 6"/>
                <a:gd name="T17" fmla="*/ 5 h 5"/>
                <a:gd name="T18" fmla="*/ 3 w 6"/>
                <a:gd name="T19" fmla="*/ 5 h 5"/>
                <a:gd name="T20" fmla="*/ 4 w 6"/>
                <a:gd name="T21" fmla="*/ 5 h 5"/>
                <a:gd name="T22" fmla="*/ 5 w 6"/>
                <a:gd name="T23" fmla="*/ 4 h 5"/>
                <a:gd name="T24" fmla="*/ 6 w 6"/>
                <a:gd name="T25" fmla="*/ 0 h 5"/>
                <a:gd name="T26" fmla="*/ 3 w 6"/>
                <a:gd name="T27" fmla="*/ 0 h 5"/>
                <a:gd name="T28" fmla="*/ 2 w 6"/>
                <a:gd name="T2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" h="5">
                  <a:moveTo>
                    <a:pt x="3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2" y="1"/>
                  </a:lnTo>
                  <a:lnTo>
                    <a:pt x="3" y="3"/>
                  </a:lnTo>
                  <a:moveTo>
                    <a:pt x="2" y="0"/>
                  </a:moveTo>
                  <a:lnTo>
                    <a:pt x="1" y="1"/>
                  </a:lnTo>
                  <a:lnTo>
                    <a:pt x="0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6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Freeform 804">
              <a:extLst>
                <a:ext uri="{FF2B5EF4-FFF2-40B4-BE49-F238E27FC236}">
                  <a16:creationId xmlns:a16="http://schemas.microsoft.com/office/drawing/2014/main" id="{351A1240-D106-00B0-A11E-9980D8B1BE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6014" y="6040475"/>
              <a:ext cx="7937" cy="14288"/>
            </a:xfrm>
            <a:custGeom>
              <a:avLst/>
              <a:gdLst>
                <a:gd name="T0" fmla="*/ 1 w 5"/>
                <a:gd name="T1" fmla="*/ 4 h 9"/>
                <a:gd name="T2" fmla="*/ 0 w 5"/>
                <a:gd name="T3" fmla="*/ 9 h 9"/>
                <a:gd name="T4" fmla="*/ 5 w 5"/>
                <a:gd name="T5" fmla="*/ 4 h 9"/>
                <a:gd name="T6" fmla="*/ 1 w 5"/>
                <a:gd name="T7" fmla="*/ 4 h 9"/>
                <a:gd name="T8" fmla="*/ 2 w 5"/>
                <a:gd name="T9" fmla="*/ 0 h 9"/>
                <a:gd name="T10" fmla="*/ 2 w 5"/>
                <a:gd name="T11" fmla="*/ 1 h 9"/>
                <a:gd name="T12" fmla="*/ 3 w 5"/>
                <a:gd name="T13" fmla="*/ 0 h 9"/>
                <a:gd name="T14" fmla="*/ 2 w 5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9">
                  <a:moveTo>
                    <a:pt x="1" y="4"/>
                  </a:moveTo>
                  <a:lnTo>
                    <a:pt x="0" y="9"/>
                  </a:lnTo>
                  <a:lnTo>
                    <a:pt x="5" y="4"/>
                  </a:lnTo>
                  <a:lnTo>
                    <a:pt x="1" y="4"/>
                  </a:lnTo>
                  <a:close/>
                  <a:moveTo>
                    <a:pt x="2" y="0"/>
                  </a:move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805">
              <a:extLst>
                <a:ext uri="{FF2B5EF4-FFF2-40B4-BE49-F238E27FC236}">
                  <a16:creationId xmlns:a16="http://schemas.microsoft.com/office/drawing/2014/main" id="{71078A20-C9F9-67F7-E670-E7E62CE246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6014" y="6040475"/>
              <a:ext cx="7937" cy="14288"/>
            </a:xfrm>
            <a:custGeom>
              <a:avLst/>
              <a:gdLst>
                <a:gd name="T0" fmla="*/ 1 w 5"/>
                <a:gd name="T1" fmla="*/ 4 h 9"/>
                <a:gd name="T2" fmla="*/ 0 w 5"/>
                <a:gd name="T3" fmla="*/ 9 h 9"/>
                <a:gd name="T4" fmla="*/ 5 w 5"/>
                <a:gd name="T5" fmla="*/ 4 h 9"/>
                <a:gd name="T6" fmla="*/ 1 w 5"/>
                <a:gd name="T7" fmla="*/ 4 h 9"/>
                <a:gd name="T8" fmla="*/ 2 w 5"/>
                <a:gd name="T9" fmla="*/ 0 h 9"/>
                <a:gd name="T10" fmla="*/ 2 w 5"/>
                <a:gd name="T11" fmla="*/ 1 h 9"/>
                <a:gd name="T12" fmla="*/ 3 w 5"/>
                <a:gd name="T13" fmla="*/ 0 h 9"/>
                <a:gd name="T14" fmla="*/ 2 w 5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9">
                  <a:moveTo>
                    <a:pt x="1" y="4"/>
                  </a:moveTo>
                  <a:lnTo>
                    <a:pt x="0" y="9"/>
                  </a:lnTo>
                  <a:lnTo>
                    <a:pt x="5" y="4"/>
                  </a:lnTo>
                  <a:lnTo>
                    <a:pt x="1" y="4"/>
                  </a:lnTo>
                  <a:moveTo>
                    <a:pt x="2" y="0"/>
                  </a:move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806">
              <a:extLst>
                <a:ext uri="{FF2B5EF4-FFF2-40B4-BE49-F238E27FC236}">
                  <a16:creationId xmlns:a16="http://schemas.microsoft.com/office/drawing/2014/main" id="{A71587BC-B3B6-1002-0CDA-312FDFDCB3DA}"/>
                </a:ext>
              </a:extLst>
            </p:cNvPr>
            <p:cNvSpPr/>
            <p:nvPr/>
          </p:nvSpPr>
          <p:spPr bwMode="auto">
            <a:xfrm>
              <a:off x="1887601" y="6040475"/>
              <a:ext cx="12700" cy="6350"/>
            </a:xfrm>
            <a:custGeom>
              <a:avLst/>
              <a:gdLst>
                <a:gd name="T0" fmla="*/ 2 w 8"/>
                <a:gd name="T1" fmla="*/ 0 h 4"/>
                <a:gd name="T2" fmla="*/ 1 w 8"/>
                <a:gd name="T3" fmla="*/ 1 h 4"/>
                <a:gd name="T4" fmla="*/ 1 w 8"/>
                <a:gd name="T5" fmla="*/ 1 h 4"/>
                <a:gd name="T6" fmla="*/ 0 w 8"/>
                <a:gd name="T7" fmla="*/ 4 h 4"/>
                <a:gd name="T8" fmla="*/ 4 w 8"/>
                <a:gd name="T9" fmla="*/ 4 h 4"/>
                <a:gd name="T10" fmla="*/ 8 w 8"/>
                <a:gd name="T11" fmla="*/ 0 h 4"/>
                <a:gd name="T12" fmla="*/ 2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807">
              <a:extLst>
                <a:ext uri="{FF2B5EF4-FFF2-40B4-BE49-F238E27FC236}">
                  <a16:creationId xmlns:a16="http://schemas.microsoft.com/office/drawing/2014/main" id="{617412CE-FF32-6D74-DE09-972D141A8723}"/>
                </a:ext>
              </a:extLst>
            </p:cNvPr>
            <p:cNvSpPr/>
            <p:nvPr/>
          </p:nvSpPr>
          <p:spPr bwMode="auto">
            <a:xfrm>
              <a:off x="1887601" y="6040475"/>
              <a:ext cx="12700" cy="6350"/>
            </a:xfrm>
            <a:custGeom>
              <a:avLst/>
              <a:gdLst>
                <a:gd name="T0" fmla="*/ 2 w 8"/>
                <a:gd name="T1" fmla="*/ 0 h 4"/>
                <a:gd name="T2" fmla="*/ 1 w 8"/>
                <a:gd name="T3" fmla="*/ 1 h 4"/>
                <a:gd name="T4" fmla="*/ 1 w 8"/>
                <a:gd name="T5" fmla="*/ 1 h 4"/>
                <a:gd name="T6" fmla="*/ 0 w 8"/>
                <a:gd name="T7" fmla="*/ 4 h 4"/>
                <a:gd name="T8" fmla="*/ 4 w 8"/>
                <a:gd name="T9" fmla="*/ 4 h 4"/>
                <a:gd name="T10" fmla="*/ 8 w 8"/>
                <a:gd name="T11" fmla="*/ 0 h 4"/>
                <a:gd name="T12" fmla="*/ 2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808">
              <a:extLst>
                <a:ext uri="{FF2B5EF4-FFF2-40B4-BE49-F238E27FC236}">
                  <a16:creationId xmlns:a16="http://schemas.microsoft.com/office/drawing/2014/main" id="{17A82377-8C5B-C7DB-FC13-9F70728A41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3664" y="4291050"/>
              <a:ext cx="947737" cy="1144588"/>
            </a:xfrm>
            <a:custGeom>
              <a:avLst/>
              <a:gdLst>
                <a:gd name="T0" fmla="*/ 8 w 597"/>
                <a:gd name="T1" fmla="*/ 214 h 721"/>
                <a:gd name="T2" fmla="*/ 413 w 597"/>
                <a:gd name="T3" fmla="*/ 562 h 721"/>
                <a:gd name="T4" fmla="*/ 8 w 597"/>
                <a:gd name="T5" fmla="*/ 214 h 721"/>
                <a:gd name="T6" fmla="*/ 8 w 597"/>
                <a:gd name="T7" fmla="*/ 214 h 721"/>
                <a:gd name="T8" fmla="*/ 57 w 597"/>
                <a:gd name="T9" fmla="*/ 180 h 721"/>
                <a:gd name="T10" fmla="*/ 0 w 597"/>
                <a:gd name="T11" fmla="*/ 205 h 721"/>
                <a:gd name="T12" fmla="*/ 57 w 597"/>
                <a:gd name="T13" fmla="*/ 180 h 721"/>
                <a:gd name="T14" fmla="*/ 477 w 597"/>
                <a:gd name="T15" fmla="*/ 4 h 721"/>
                <a:gd name="T16" fmla="*/ 472 w 597"/>
                <a:gd name="T17" fmla="*/ 6 h 721"/>
                <a:gd name="T18" fmla="*/ 592 w 597"/>
                <a:gd name="T19" fmla="*/ 716 h 721"/>
                <a:gd name="T20" fmla="*/ 597 w 597"/>
                <a:gd name="T21" fmla="*/ 721 h 721"/>
                <a:gd name="T22" fmla="*/ 477 w 597"/>
                <a:gd name="T23" fmla="*/ 4 h 721"/>
                <a:gd name="T24" fmla="*/ 476 w 597"/>
                <a:gd name="T25" fmla="*/ 0 h 721"/>
                <a:gd name="T26" fmla="*/ 474 w 597"/>
                <a:gd name="T27" fmla="*/ 1 h 721"/>
                <a:gd name="T28" fmla="*/ 476 w 597"/>
                <a:gd name="T29" fmla="*/ 1 h 721"/>
                <a:gd name="T30" fmla="*/ 476 w 597"/>
                <a:gd name="T31" fmla="*/ 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97" h="721">
                  <a:moveTo>
                    <a:pt x="8" y="214"/>
                  </a:moveTo>
                  <a:lnTo>
                    <a:pt x="413" y="562"/>
                  </a:lnTo>
                  <a:lnTo>
                    <a:pt x="8" y="214"/>
                  </a:lnTo>
                  <a:lnTo>
                    <a:pt x="8" y="214"/>
                  </a:lnTo>
                  <a:close/>
                  <a:moveTo>
                    <a:pt x="57" y="180"/>
                  </a:moveTo>
                  <a:lnTo>
                    <a:pt x="0" y="205"/>
                  </a:lnTo>
                  <a:lnTo>
                    <a:pt x="57" y="180"/>
                  </a:lnTo>
                  <a:close/>
                  <a:moveTo>
                    <a:pt x="477" y="4"/>
                  </a:moveTo>
                  <a:lnTo>
                    <a:pt x="472" y="6"/>
                  </a:lnTo>
                  <a:lnTo>
                    <a:pt x="592" y="716"/>
                  </a:lnTo>
                  <a:lnTo>
                    <a:pt x="597" y="721"/>
                  </a:lnTo>
                  <a:lnTo>
                    <a:pt x="477" y="4"/>
                  </a:lnTo>
                  <a:close/>
                  <a:moveTo>
                    <a:pt x="476" y="0"/>
                  </a:moveTo>
                  <a:lnTo>
                    <a:pt x="474" y="1"/>
                  </a:lnTo>
                  <a:lnTo>
                    <a:pt x="476" y="1"/>
                  </a:lnTo>
                  <a:lnTo>
                    <a:pt x="47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809">
              <a:extLst>
                <a:ext uri="{FF2B5EF4-FFF2-40B4-BE49-F238E27FC236}">
                  <a16:creationId xmlns:a16="http://schemas.microsoft.com/office/drawing/2014/main" id="{AB29D4B6-4C7B-8CD3-540B-6A533BD0E2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3664" y="4291050"/>
              <a:ext cx="947737" cy="1144588"/>
            </a:xfrm>
            <a:custGeom>
              <a:avLst/>
              <a:gdLst>
                <a:gd name="T0" fmla="*/ 8 w 597"/>
                <a:gd name="T1" fmla="*/ 214 h 721"/>
                <a:gd name="T2" fmla="*/ 413 w 597"/>
                <a:gd name="T3" fmla="*/ 562 h 721"/>
                <a:gd name="T4" fmla="*/ 8 w 597"/>
                <a:gd name="T5" fmla="*/ 214 h 721"/>
                <a:gd name="T6" fmla="*/ 8 w 597"/>
                <a:gd name="T7" fmla="*/ 214 h 721"/>
                <a:gd name="T8" fmla="*/ 57 w 597"/>
                <a:gd name="T9" fmla="*/ 180 h 721"/>
                <a:gd name="T10" fmla="*/ 0 w 597"/>
                <a:gd name="T11" fmla="*/ 205 h 721"/>
                <a:gd name="T12" fmla="*/ 57 w 597"/>
                <a:gd name="T13" fmla="*/ 180 h 721"/>
                <a:gd name="T14" fmla="*/ 477 w 597"/>
                <a:gd name="T15" fmla="*/ 4 h 721"/>
                <a:gd name="T16" fmla="*/ 472 w 597"/>
                <a:gd name="T17" fmla="*/ 6 h 721"/>
                <a:gd name="T18" fmla="*/ 592 w 597"/>
                <a:gd name="T19" fmla="*/ 716 h 721"/>
                <a:gd name="T20" fmla="*/ 597 w 597"/>
                <a:gd name="T21" fmla="*/ 721 h 721"/>
                <a:gd name="T22" fmla="*/ 477 w 597"/>
                <a:gd name="T23" fmla="*/ 4 h 721"/>
                <a:gd name="T24" fmla="*/ 476 w 597"/>
                <a:gd name="T25" fmla="*/ 0 h 721"/>
                <a:gd name="T26" fmla="*/ 474 w 597"/>
                <a:gd name="T27" fmla="*/ 1 h 721"/>
                <a:gd name="T28" fmla="*/ 476 w 597"/>
                <a:gd name="T29" fmla="*/ 1 h 721"/>
                <a:gd name="T30" fmla="*/ 476 w 597"/>
                <a:gd name="T31" fmla="*/ 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97" h="721">
                  <a:moveTo>
                    <a:pt x="8" y="214"/>
                  </a:moveTo>
                  <a:lnTo>
                    <a:pt x="413" y="562"/>
                  </a:lnTo>
                  <a:lnTo>
                    <a:pt x="8" y="214"/>
                  </a:lnTo>
                  <a:lnTo>
                    <a:pt x="8" y="214"/>
                  </a:lnTo>
                  <a:moveTo>
                    <a:pt x="57" y="180"/>
                  </a:moveTo>
                  <a:lnTo>
                    <a:pt x="0" y="205"/>
                  </a:lnTo>
                  <a:lnTo>
                    <a:pt x="57" y="180"/>
                  </a:lnTo>
                  <a:moveTo>
                    <a:pt x="477" y="4"/>
                  </a:moveTo>
                  <a:lnTo>
                    <a:pt x="472" y="6"/>
                  </a:lnTo>
                  <a:lnTo>
                    <a:pt x="592" y="716"/>
                  </a:lnTo>
                  <a:lnTo>
                    <a:pt x="597" y="721"/>
                  </a:lnTo>
                  <a:lnTo>
                    <a:pt x="477" y="4"/>
                  </a:lnTo>
                  <a:moveTo>
                    <a:pt x="476" y="0"/>
                  </a:moveTo>
                  <a:lnTo>
                    <a:pt x="474" y="1"/>
                  </a:lnTo>
                  <a:lnTo>
                    <a:pt x="476" y="1"/>
                  </a:lnTo>
                  <a:lnTo>
                    <a:pt x="47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810">
              <a:extLst>
                <a:ext uri="{FF2B5EF4-FFF2-40B4-BE49-F238E27FC236}">
                  <a16:creationId xmlns:a16="http://schemas.microsoft.com/office/drawing/2014/main" id="{82766B47-0CD5-638C-93FD-CCECBB675D95}"/>
                </a:ext>
              </a:extLst>
            </p:cNvPr>
            <p:cNvSpPr/>
            <p:nvPr/>
          </p:nvSpPr>
          <p:spPr bwMode="auto">
            <a:xfrm>
              <a:off x="3406839" y="4622837"/>
              <a:ext cx="9525" cy="7938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0 h 5"/>
                <a:gd name="T4" fmla="*/ 6 w 6"/>
                <a:gd name="T5" fmla="*/ 5 h 5"/>
                <a:gd name="T6" fmla="*/ 6 w 6"/>
                <a:gd name="T7" fmla="*/ 5 h 5"/>
                <a:gd name="T8" fmla="*/ 0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0"/>
                  </a:lnTo>
                  <a:lnTo>
                    <a:pt x="6" y="5"/>
                  </a:lnTo>
                  <a:lnTo>
                    <a:pt x="6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811">
              <a:extLst>
                <a:ext uri="{FF2B5EF4-FFF2-40B4-BE49-F238E27FC236}">
                  <a16:creationId xmlns:a16="http://schemas.microsoft.com/office/drawing/2014/main" id="{C91A2AAD-4391-9F2A-BC2D-1F2E62A86A25}"/>
                </a:ext>
              </a:extLst>
            </p:cNvPr>
            <p:cNvSpPr/>
            <p:nvPr/>
          </p:nvSpPr>
          <p:spPr bwMode="auto">
            <a:xfrm>
              <a:off x="3406839" y="4622837"/>
              <a:ext cx="9525" cy="7938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0 h 5"/>
                <a:gd name="T4" fmla="*/ 6 w 6"/>
                <a:gd name="T5" fmla="*/ 5 h 5"/>
                <a:gd name="T6" fmla="*/ 6 w 6"/>
                <a:gd name="T7" fmla="*/ 5 h 5"/>
                <a:gd name="T8" fmla="*/ 0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0"/>
                  </a:lnTo>
                  <a:lnTo>
                    <a:pt x="6" y="5"/>
                  </a:lnTo>
                  <a:lnTo>
                    <a:pt x="6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812">
              <a:extLst>
                <a:ext uri="{FF2B5EF4-FFF2-40B4-BE49-F238E27FC236}">
                  <a16:creationId xmlns:a16="http://schemas.microsoft.com/office/drawing/2014/main" id="{79CD9E8C-1ED7-568D-DCA2-AF82382A4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3664" y="4292637"/>
              <a:ext cx="757237" cy="330200"/>
            </a:xfrm>
            <a:custGeom>
              <a:avLst/>
              <a:gdLst>
                <a:gd name="T0" fmla="*/ 472 w 477"/>
                <a:gd name="T1" fmla="*/ 2 h 208"/>
                <a:gd name="T2" fmla="*/ 474 w 477"/>
                <a:gd name="T3" fmla="*/ 2 h 208"/>
                <a:gd name="T4" fmla="*/ 472 w 477"/>
                <a:gd name="T5" fmla="*/ 2 h 208"/>
                <a:gd name="T6" fmla="*/ 474 w 477"/>
                <a:gd name="T7" fmla="*/ 0 h 208"/>
                <a:gd name="T8" fmla="*/ 473 w 477"/>
                <a:gd name="T9" fmla="*/ 0 h 208"/>
                <a:gd name="T10" fmla="*/ 57 w 477"/>
                <a:gd name="T11" fmla="*/ 179 h 208"/>
                <a:gd name="T12" fmla="*/ 0 w 477"/>
                <a:gd name="T13" fmla="*/ 204 h 208"/>
                <a:gd name="T14" fmla="*/ 0 w 477"/>
                <a:gd name="T15" fmla="*/ 206 h 208"/>
                <a:gd name="T16" fmla="*/ 4 w 477"/>
                <a:gd name="T17" fmla="*/ 207 h 208"/>
                <a:gd name="T18" fmla="*/ 2 w 477"/>
                <a:gd name="T19" fmla="*/ 208 h 208"/>
                <a:gd name="T20" fmla="*/ 3 w 477"/>
                <a:gd name="T21" fmla="*/ 208 h 208"/>
                <a:gd name="T22" fmla="*/ 472 w 477"/>
                <a:gd name="T23" fmla="*/ 5 h 208"/>
                <a:gd name="T24" fmla="*/ 472 w 477"/>
                <a:gd name="T25" fmla="*/ 5 h 208"/>
                <a:gd name="T26" fmla="*/ 477 w 477"/>
                <a:gd name="T27" fmla="*/ 3 h 208"/>
                <a:gd name="T28" fmla="*/ 476 w 477"/>
                <a:gd name="T29" fmla="*/ 0 h 208"/>
                <a:gd name="T30" fmla="*/ 474 w 477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7" h="208">
                  <a:moveTo>
                    <a:pt x="472" y="2"/>
                  </a:moveTo>
                  <a:lnTo>
                    <a:pt x="474" y="2"/>
                  </a:lnTo>
                  <a:lnTo>
                    <a:pt x="472" y="2"/>
                  </a:lnTo>
                  <a:close/>
                  <a:moveTo>
                    <a:pt x="474" y="0"/>
                  </a:moveTo>
                  <a:lnTo>
                    <a:pt x="473" y="0"/>
                  </a:lnTo>
                  <a:lnTo>
                    <a:pt x="57" y="179"/>
                  </a:lnTo>
                  <a:lnTo>
                    <a:pt x="0" y="204"/>
                  </a:lnTo>
                  <a:lnTo>
                    <a:pt x="0" y="206"/>
                  </a:lnTo>
                  <a:lnTo>
                    <a:pt x="4" y="207"/>
                  </a:lnTo>
                  <a:lnTo>
                    <a:pt x="2" y="208"/>
                  </a:lnTo>
                  <a:lnTo>
                    <a:pt x="3" y="208"/>
                  </a:lnTo>
                  <a:lnTo>
                    <a:pt x="472" y="5"/>
                  </a:lnTo>
                  <a:lnTo>
                    <a:pt x="472" y="5"/>
                  </a:lnTo>
                  <a:lnTo>
                    <a:pt x="477" y="3"/>
                  </a:lnTo>
                  <a:lnTo>
                    <a:pt x="476" y="0"/>
                  </a:lnTo>
                  <a:lnTo>
                    <a:pt x="47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813">
              <a:extLst>
                <a:ext uri="{FF2B5EF4-FFF2-40B4-BE49-F238E27FC236}">
                  <a16:creationId xmlns:a16="http://schemas.microsoft.com/office/drawing/2014/main" id="{4DE44208-3299-4A5B-6E19-9131E27D94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3664" y="4292637"/>
              <a:ext cx="757237" cy="330200"/>
            </a:xfrm>
            <a:custGeom>
              <a:avLst/>
              <a:gdLst>
                <a:gd name="T0" fmla="*/ 472 w 477"/>
                <a:gd name="T1" fmla="*/ 2 h 208"/>
                <a:gd name="T2" fmla="*/ 474 w 477"/>
                <a:gd name="T3" fmla="*/ 2 h 208"/>
                <a:gd name="T4" fmla="*/ 472 w 477"/>
                <a:gd name="T5" fmla="*/ 2 h 208"/>
                <a:gd name="T6" fmla="*/ 474 w 477"/>
                <a:gd name="T7" fmla="*/ 0 h 208"/>
                <a:gd name="T8" fmla="*/ 473 w 477"/>
                <a:gd name="T9" fmla="*/ 0 h 208"/>
                <a:gd name="T10" fmla="*/ 57 w 477"/>
                <a:gd name="T11" fmla="*/ 179 h 208"/>
                <a:gd name="T12" fmla="*/ 0 w 477"/>
                <a:gd name="T13" fmla="*/ 204 h 208"/>
                <a:gd name="T14" fmla="*/ 0 w 477"/>
                <a:gd name="T15" fmla="*/ 206 h 208"/>
                <a:gd name="T16" fmla="*/ 4 w 477"/>
                <a:gd name="T17" fmla="*/ 207 h 208"/>
                <a:gd name="T18" fmla="*/ 2 w 477"/>
                <a:gd name="T19" fmla="*/ 208 h 208"/>
                <a:gd name="T20" fmla="*/ 3 w 477"/>
                <a:gd name="T21" fmla="*/ 208 h 208"/>
                <a:gd name="T22" fmla="*/ 472 w 477"/>
                <a:gd name="T23" fmla="*/ 5 h 208"/>
                <a:gd name="T24" fmla="*/ 472 w 477"/>
                <a:gd name="T25" fmla="*/ 5 h 208"/>
                <a:gd name="T26" fmla="*/ 477 w 477"/>
                <a:gd name="T27" fmla="*/ 3 h 208"/>
                <a:gd name="T28" fmla="*/ 476 w 477"/>
                <a:gd name="T29" fmla="*/ 0 h 208"/>
                <a:gd name="T30" fmla="*/ 474 w 477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7" h="208">
                  <a:moveTo>
                    <a:pt x="472" y="2"/>
                  </a:moveTo>
                  <a:lnTo>
                    <a:pt x="474" y="2"/>
                  </a:lnTo>
                  <a:lnTo>
                    <a:pt x="472" y="2"/>
                  </a:lnTo>
                  <a:moveTo>
                    <a:pt x="474" y="0"/>
                  </a:moveTo>
                  <a:lnTo>
                    <a:pt x="473" y="0"/>
                  </a:lnTo>
                  <a:lnTo>
                    <a:pt x="57" y="179"/>
                  </a:lnTo>
                  <a:lnTo>
                    <a:pt x="0" y="204"/>
                  </a:lnTo>
                  <a:lnTo>
                    <a:pt x="0" y="206"/>
                  </a:lnTo>
                  <a:lnTo>
                    <a:pt x="4" y="207"/>
                  </a:lnTo>
                  <a:lnTo>
                    <a:pt x="2" y="208"/>
                  </a:lnTo>
                  <a:lnTo>
                    <a:pt x="3" y="208"/>
                  </a:lnTo>
                  <a:lnTo>
                    <a:pt x="472" y="5"/>
                  </a:lnTo>
                  <a:lnTo>
                    <a:pt x="472" y="5"/>
                  </a:lnTo>
                  <a:lnTo>
                    <a:pt x="477" y="3"/>
                  </a:lnTo>
                  <a:lnTo>
                    <a:pt x="476" y="0"/>
                  </a:lnTo>
                  <a:lnTo>
                    <a:pt x="47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814">
              <a:extLst>
                <a:ext uri="{FF2B5EF4-FFF2-40B4-BE49-F238E27FC236}">
                  <a16:creationId xmlns:a16="http://schemas.microsoft.com/office/drawing/2014/main" id="{CA191047-B8DD-0804-DEC8-734F4A688DDD}"/>
                </a:ext>
              </a:extLst>
            </p:cNvPr>
            <p:cNvSpPr/>
            <p:nvPr/>
          </p:nvSpPr>
          <p:spPr bwMode="auto">
            <a:xfrm>
              <a:off x="3406839" y="462283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1 w 1"/>
                <a:gd name="T6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815">
              <a:extLst>
                <a:ext uri="{FF2B5EF4-FFF2-40B4-BE49-F238E27FC236}">
                  <a16:creationId xmlns:a16="http://schemas.microsoft.com/office/drawing/2014/main" id="{BA8DDB5F-1265-F16B-5699-8E7B33CF53B5}"/>
                </a:ext>
              </a:extLst>
            </p:cNvPr>
            <p:cNvSpPr/>
            <p:nvPr/>
          </p:nvSpPr>
          <p:spPr bwMode="auto">
            <a:xfrm>
              <a:off x="3406839" y="462283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1 w 1"/>
                <a:gd name="T6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816">
              <a:extLst>
                <a:ext uri="{FF2B5EF4-FFF2-40B4-BE49-F238E27FC236}">
                  <a16:creationId xmlns:a16="http://schemas.microsoft.com/office/drawing/2014/main" id="{FD7FE6BD-DE12-E1DB-EEFE-273871C03A4E}"/>
                </a:ext>
              </a:extLst>
            </p:cNvPr>
            <p:cNvSpPr/>
            <p:nvPr/>
          </p:nvSpPr>
          <p:spPr bwMode="auto">
            <a:xfrm>
              <a:off x="3403664" y="4619662"/>
              <a:ext cx="6350" cy="3175"/>
            </a:xfrm>
            <a:custGeom>
              <a:avLst/>
              <a:gdLst>
                <a:gd name="T0" fmla="*/ 0 w 4"/>
                <a:gd name="T1" fmla="*/ 0 h 2"/>
                <a:gd name="T2" fmla="*/ 0 w 4"/>
                <a:gd name="T3" fmla="*/ 0 h 2"/>
                <a:gd name="T4" fmla="*/ 2 w 4"/>
                <a:gd name="T5" fmla="*/ 2 h 2"/>
                <a:gd name="T6" fmla="*/ 4 w 4"/>
                <a:gd name="T7" fmla="*/ 1 h 2"/>
                <a:gd name="T8" fmla="*/ 0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817">
              <a:extLst>
                <a:ext uri="{FF2B5EF4-FFF2-40B4-BE49-F238E27FC236}">
                  <a16:creationId xmlns:a16="http://schemas.microsoft.com/office/drawing/2014/main" id="{D872144B-D53F-387D-616F-4E4AF5A966FA}"/>
                </a:ext>
              </a:extLst>
            </p:cNvPr>
            <p:cNvSpPr/>
            <p:nvPr/>
          </p:nvSpPr>
          <p:spPr bwMode="auto">
            <a:xfrm>
              <a:off x="3403664" y="4619662"/>
              <a:ext cx="6350" cy="3175"/>
            </a:xfrm>
            <a:custGeom>
              <a:avLst/>
              <a:gdLst>
                <a:gd name="T0" fmla="*/ 0 w 4"/>
                <a:gd name="T1" fmla="*/ 0 h 2"/>
                <a:gd name="T2" fmla="*/ 0 w 4"/>
                <a:gd name="T3" fmla="*/ 0 h 2"/>
                <a:gd name="T4" fmla="*/ 2 w 4"/>
                <a:gd name="T5" fmla="*/ 2 h 2"/>
                <a:gd name="T6" fmla="*/ 4 w 4"/>
                <a:gd name="T7" fmla="*/ 1 h 2"/>
                <a:gd name="T8" fmla="*/ 0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818">
              <a:extLst>
                <a:ext uri="{FF2B5EF4-FFF2-40B4-BE49-F238E27FC236}">
                  <a16:creationId xmlns:a16="http://schemas.microsoft.com/office/drawing/2014/main" id="{5BC75D03-E4C3-9B52-0218-32843BD7013B}"/>
                </a:ext>
              </a:extLst>
            </p:cNvPr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819">
              <a:extLst>
                <a:ext uri="{FF2B5EF4-FFF2-40B4-BE49-F238E27FC236}">
                  <a16:creationId xmlns:a16="http://schemas.microsoft.com/office/drawing/2014/main" id="{F91BF4BA-BD06-F405-75E8-4DC05EB292FC}"/>
                </a:ext>
              </a:extLst>
            </p:cNvPr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820">
              <a:extLst>
                <a:ext uri="{FF2B5EF4-FFF2-40B4-BE49-F238E27FC236}">
                  <a16:creationId xmlns:a16="http://schemas.microsoft.com/office/drawing/2014/main" id="{1B79120D-D397-B80F-DD69-E3DC734D6F97}"/>
                </a:ext>
              </a:extLst>
            </p:cNvPr>
            <p:cNvSpPr/>
            <p:nvPr/>
          </p:nvSpPr>
          <p:spPr bwMode="auto">
            <a:xfrm>
              <a:off x="3400489" y="461648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Freeform 821">
              <a:extLst>
                <a:ext uri="{FF2B5EF4-FFF2-40B4-BE49-F238E27FC236}">
                  <a16:creationId xmlns:a16="http://schemas.microsoft.com/office/drawing/2014/main" id="{0ACA290E-1F46-91C6-F1FB-E5FE9F9DD006}"/>
                </a:ext>
              </a:extLst>
            </p:cNvPr>
            <p:cNvSpPr/>
            <p:nvPr/>
          </p:nvSpPr>
          <p:spPr bwMode="auto">
            <a:xfrm>
              <a:off x="3400489" y="461648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822">
              <a:extLst>
                <a:ext uri="{FF2B5EF4-FFF2-40B4-BE49-F238E27FC236}">
                  <a16:creationId xmlns:a16="http://schemas.microsoft.com/office/drawing/2014/main" id="{7BDC43C1-FE4A-9FAD-44EE-BCB1249FAB11}"/>
                </a:ext>
              </a:extLst>
            </p:cNvPr>
            <p:cNvSpPr/>
            <p:nvPr/>
          </p:nvSpPr>
          <p:spPr bwMode="auto">
            <a:xfrm>
              <a:off x="3400489" y="4616487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1 h 2"/>
                <a:gd name="T6" fmla="*/ 2 w 2"/>
                <a:gd name="T7" fmla="*/ 2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823">
              <a:extLst>
                <a:ext uri="{FF2B5EF4-FFF2-40B4-BE49-F238E27FC236}">
                  <a16:creationId xmlns:a16="http://schemas.microsoft.com/office/drawing/2014/main" id="{F4DAC3A4-9BEE-CACE-3610-9922D2E944CE}"/>
                </a:ext>
              </a:extLst>
            </p:cNvPr>
            <p:cNvSpPr/>
            <p:nvPr/>
          </p:nvSpPr>
          <p:spPr bwMode="auto">
            <a:xfrm>
              <a:off x="3400489" y="4616487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1 h 2"/>
                <a:gd name="T6" fmla="*/ 2 w 2"/>
                <a:gd name="T7" fmla="*/ 2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824">
              <a:extLst>
                <a:ext uri="{FF2B5EF4-FFF2-40B4-BE49-F238E27FC236}">
                  <a16:creationId xmlns:a16="http://schemas.microsoft.com/office/drawing/2014/main" id="{687AA43F-2AB1-986F-632B-AA8C6B98DA88}"/>
                </a:ext>
              </a:extLst>
            </p:cNvPr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825">
              <a:extLst>
                <a:ext uri="{FF2B5EF4-FFF2-40B4-BE49-F238E27FC236}">
                  <a16:creationId xmlns:a16="http://schemas.microsoft.com/office/drawing/2014/main" id="{CF01654C-8577-5A56-7DE5-BC82AA813469}"/>
                </a:ext>
              </a:extLst>
            </p:cNvPr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826">
              <a:extLst>
                <a:ext uri="{FF2B5EF4-FFF2-40B4-BE49-F238E27FC236}">
                  <a16:creationId xmlns:a16="http://schemas.microsoft.com/office/drawing/2014/main" id="{3BA3BC05-73FA-ABEE-6C20-0CA104FB0E35}"/>
                </a:ext>
              </a:extLst>
            </p:cNvPr>
            <p:cNvSpPr/>
            <p:nvPr/>
          </p:nvSpPr>
          <p:spPr bwMode="auto">
            <a:xfrm>
              <a:off x="3402076" y="4619662"/>
              <a:ext cx="1587" cy="0"/>
            </a:xfrm>
            <a:custGeom>
              <a:avLst/>
              <a:gdLst>
                <a:gd name="T0" fmla="*/ 0 w 1"/>
                <a:gd name="T1" fmla="*/ 1 w 1"/>
                <a:gd name="T2" fmla="*/ 1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827">
              <a:extLst>
                <a:ext uri="{FF2B5EF4-FFF2-40B4-BE49-F238E27FC236}">
                  <a16:creationId xmlns:a16="http://schemas.microsoft.com/office/drawing/2014/main" id="{92D24BA3-53DA-B86F-9F56-0A8BF827AFE3}"/>
                </a:ext>
              </a:extLst>
            </p:cNvPr>
            <p:cNvSpPr/>
            <p:nvPr/>
          </p:nvSpPr>
          <p:spPr bwMode="auto">
            <a:xfrm>
              <a:off x="3402076" y="4619662"/>
              <a:ext cx="1587" cy="0"/>
            </a:xfrm>
            <a:custGeom>
              <a:avLst/>
              <a:gdLst>
                <a:gd name="T0" fmla="*/ 0 w 1"/>
                <a:gd name="T1" fmla="*/ 1 w 1"/>
                <a:gd name="T2" fmla="*/ 1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Rectangle 828">
              <a:extLst>
                <a:ext uri="{FF2B5EF4-FFF2-40B4-BE49-F238E27FC236}">
                  <a16:creationId xmlns:a16="http://schemas.microsoft.com/office/drawing/2014/main" id="{47E944BA-4EDC-FE09-760A-8D0348179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829">
              <a:extLst>
                <a:ext uri="{FF2B5EF4-FFF2-40B4-BE49-F238E27FC236}">
                  <a16:creationId xmlns:a16="http://schemas.microsoft.com/office/drawing/2014/main" id="{4F4A0331-6C86-958A-CF1A-9F8A328725BE}"/>
                </a:ext>
              </a:extLst>
            </p:cNvPr>
            <p:cNvSpPr/>
            <p:nvPr/>
          </p:nvSpPr>
          <p:spPr bwMode="auto">
            <a:xfrm flipH="1">
              <a:off x="3400489" y="46180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Rectangle 830">
              <a:extLst>
                <a:ext uri="{FF2B5EF4-FFF2-40B4-BE49-F238E27FC236}">
                  <a16:creationId xmlns:a16="http://schemas.microsoft.com/office/drawing/2014/main" id="{F67EE5CF-E6B0-A2AC-0C8B-42EF050A6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Rectangle 831">
              <a:extLst>
                <a:ext uri="{FF2B5EF4-FFF2-40B4-BE49-F238E27FC236}">
                  <a16:creationId xmlns:a16="http://schemas.microsoft.com/office/drawing/2014/main" id="{91B2F41C-39B5-189D-9B5D-83024BB4C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Freeform 832">
              <a:extLst>
                <a:ext uri="{FF2B5EF4-FFF2-40B4-BE49-F238E27FC236}">
                  <a16:creationId xmlns:a16="http://schemas.microsoft.com/office/drawing/2014/main" id="{8F92A1E3-4407-8C30-2346-1F5E242B58AD}"/>
                </a:ext>
              </a:extLst>
            </p:cNvPr>
            <p:cNvSpPr/>
            <p:nvPr/>
          </p:nvSpPr>
          <p:spPr bwMode="auto">
            <a:xfrm flipH="1">
              <a:off x="3402076" y="4618075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Freeform 833">
              <a:extLst>
                <a:ext uri="{FF2B5EF4-FFF2-40B4-BE49-F238E27FC236}">
                  <a16:creationId xmlns:a16="http://schemas.microsoft.com/office/drawing/2014/main" id="{9512574C-4383-09EB-0B3C-AA6CFA2382C8}"/>
                </a:ext>
              </a:extLst>
            </p:cNvPr>
            <p:cNvSpPr/>
            <p:nvPr/>
          </p:nvSpPr>
          <p:spPr bwMode="auto">
            <a:xfrm flipH="1">
              <a:off x="3402076" y="4618075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Freeform 834">
              <a:extLst>
                <a:ext uri="{FF2B5EF4-FFF2-40B4-BE49-F238E27FC236}">
                  <a16:creationId xmlns:a16="http://schemas.microsoft.com/office/drawing/2014/main" id="{69FAE27F-BC51-59FF-678F-826E2C2FEC1E}"/>
                </a:ext>
              </a:extLst>
            </p:cNvPr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Freeform 835">
              <a:extLst>
                <a:ext uri="{FF2B5EF4-FFF2-40B4-BE49-F238E27FC236}">
                  <a16:creationId xmlns:a16="http://schemas.microsoft.com/office/drawing/2014/main" id="{915D60C1-51C0-142B-C374-27C254990C9B}"/>
                </a:ext>
              </a:extLst>
            </p:cNvPr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Freeform 836">
              <a:extLst>
                <a:ext uri="{FF2B5EF4-FFF2-40B4-BE49-F238E27FC236}">
                  <a16:creationId xmlns:a16="http://schemas.microsoft.com/office/drawing/2014/main" id="{A01848BB-22C6-D444-A087-5FEBE937895D}"/>
                </a:ext>
              </a:extLst>
            </p:cNvPr>
            <p:cNvSpPr/>
            <p:nvPr/>
          </p:nvSpPr>
          <p:spPr bwMode="auto">
            <a:xfrm>
              <a:off x="3392551" y="4619662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837">
              <a:extLst>
                <a:ext uri="{FF2B5EF4-FFF2-40B4-BE49-F238E27FC236}">
                  <a16:creationId xmlns:a16="http://schemas.microsoft.com/office/drawing/2014/main" id="{7C3DB116-86AB-791D-852E-8E9EAE92B0A6}"/>
                </a:ext>
              </a:extLst>
            </p:cNvPr>
            <p:cNvSpPr/>
            <p:nvPr/>
          </p:nvSpPr>
          <p:spPr bwMode="auto">
            <a:xfrm>
              <a:off x="3392551" y="4619662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838">
              <a:extLst>
                <a:ext uri="{FF2B5EF4-FFF2-40B4-BE49-F238E27FC236}">
                  <a16:creationId xmlns:a16="http://schemas.microsoft.com/office/drawing/2014/main" id="{971A584F-CC95-44C6-D87D-7E186E632B8B}"/>
                </a:ext>
              </a:extLst>
            </p:cNvPr>
            <p:cNvSpPr/>
            <p:nvPr/>
          </p:nvSpPr>
          <p:spPr bwMode="auto">
            <a:xfrm>
              <a:off x="3394139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839">
              <a:extLst>
                <a:ext uri="{FF2B5EF4-FFF2-40B4-BE49-F238E27FC236}">
                  <a16:creationId xmlns:a16="http://schemas.microsoft.com/office/drawing/2014/main" id="{92E03108-8818-95D8-69B8-66777FAE66C2}"/>
                </a:ext>
              </a:extLst>
            </p:cNvPr>
            <p:cNvSpPr/>
            <p:nvPr/>
          </p:nvSpPr>
          <p:spPr bwMode="auto">
            <a:xfrm>
              <a:off x="3394139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840">
              <a:extLst>
                <a:ext uri="{FF2B5EF4-FFF2-40B4-BE49-F238E27FC236}">
                  <a16:creationId xmlns:a16="http://schemas.microsoft.com/office/drawing/2014/main" id="{9E051283-3F84-1283-0E31-749390737CD9}"/>
                </a:ext>
              </a:extLst>
            </p:cNvPr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841">
              <a:extLst>
                <a:ext uri="{FF2B5EF4-FFF2-40B4-BE49-F238E27FC236}">
                  <a16:creationId xmlns:a16="http://schemas.microsoft.com/office/drawing/2014/main" id="{39CE0BEF-5A7D-BE57-EECD-4140926A99C4}"/>
                </a:ext>
              </a:extLst>
            </p:cNvPr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842">
              <a:extLst>
                <a:ext uri="{FF2B5EF4-FFF2-40B4-BE49-F238E27FC236}">
                  <a16:creationId xmlns:a16="http://schemas.microsoft.com/office/drawing/2014/main" id="{C05BE4ED-0870-07CD-B0E8-4538955241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5764" y="4881600"/>
              <a:ext cx="657225" cy="565150"/>
            </a:xfrm>
            <a:custGeom>
              <a:avLst/>
              <a:gdLst>
                <a:gd name="T0" fmla="*/ 414 w 414"/>
                <a:gd name="T1" fmla="*/ 351 h 356"/>
                <a:gd name="T2" fmla="*/ 411 w 414"/>
                <a:gd name="T3" fmla="*/ 353 h 356"/>
                <a:gd name="T4" fmla="*/ 414 w 414"/>
                <a:gd name="T5" fmla="*/ 356 h 356"/>
                <a:gd name="T6" fmla="*/ 414 w 414"/>
                <a:gd name="T7" fmla="*/ 351 h 356"/>
                <a:gd name="T8" fmla="*/ 0 w 414"/>
                <a:gd name="T9" fmla="*/ 0 h 356"/>
                <a:gd name="T10" fmla="*/ 407 w 414"/>
                <a:gd name="T11" fmla="*/ 350 h 356"/>
                <a:gd name="T12" fmla="*/ 407 w 414"/>
                <a:gd name="T13" fmla="*/ 350 h 356"/>
                <a:gd name="T14" fmla="*/ 0 w 414"/>
                <a:gd name="T15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2" h="356">
                  <a:moveTo>
                    <a:pt x="414" y="351"/>
                  </a:moveTo>
                  <a:lnTo>
                    <a:pt x="411" y="353"/>
                  </a:lnTo>
                  <a:lnTo>
                    <a:pt x="414" y="356"/>
                  </a:lnTo>
                  <a:lnTo>
                    <a:pt x="414" y="351"/>
                  </a:lnTo>
                  <a:close/>
                  <a:moveTo>
                    <a:pt x="0" y="0"/>
                  </a:moveTo>
                  <a:lnTo>
                    <a:pt x="407" y="350"/>
                  </a:lnTo>
                  <a:lnTo>
                    <a:pt x="407" y="35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844">
              <a:extLst>
                <a:ext uri="{FF2B5EF4-FFF2-40B4-BE49-F238E27FC236}">
                  <a16:creationId xmlns:a16="http://schemas.microsoft.com/office/drawing/2014/main" id="{ADD8BD72-8867-1498-523D-5A589E05057B}"/>
                </a:ext>
              </a:extLst>
            </p:cNvPr>
            <p:cNvSpPr/>
            <p:nvPr/>
          </p:nvSpPr>
          <p:spPr bwMode="auto">
            <a:xfrm>
              <a:off x="3379851" y="4599025"/>
              <a:ext cx="17462" cy="15875"/>
            </a:xfrm>
            <a:custGeom>
              <a:avLst/>
              <a:gdLst>
                <a:gd name="T0" fmla="*/ 0 w 11"/>
                <a:gd name="T1" fmla="*/ 0 h 10"/>
                <a:gd name="T2" fmla="*/ 3 w 11"/>
                <a:gd name="T3" fmla="*/ 5 h 10"/>
                <a:gd name="T4" fmla="*/ 11 w 11"/>
                <a:gd name="T5" fmla="*/ 10 h 10"/>
                <a:gd name="T6" fmla="*/ 11 w 11"/>
                <a:gd name="T7" fmla="*/ 9 h 10"/>
                <a:gd name="T8" fmla="*/ 0 w 1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0" y="0"/>
                  </a:moveTo>
                  <a:lnTo>
                    <a:pt x="3" y="5"/>
                  </a:lnTo>
                  <a:lnTo>
                    <a:pt x="11" y="10"/>
                  </a:lnTo>
                  <a:lnTo>
                    <a:pt x="11" y="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Freeform 845">
              <a:extLst>
                <a:ext uri="{FF2B5EF4-FFF2-40B4-BE49-F238E27FC236}">
                  <a16:creationId xmlns:a16="http://schemas.microsoft.com/office/drawing/2014/main" id="{19A8277B-4CD3-EE3C-1488-A6267463AA0D}"/>
                </a:ext>
              </a:extLst>
            </p:cNvPr>
            <p:cNvSpPr/>
            <p:nvPr/>
          </p:nvSpPr>
          <p:spPr bwMode="auto">
            <a:xfrm>
              <a:off x="3379851" y="4599025"/>
              <a:ext cx="17462" cy="15875"/>
            </a:xfrm>
            <a:custGeom>
              <a:avLst/>
              <a:gdLst>
                <a:gd name="T0" fmla="*/ 0 w 11"/>
                <a:gd name="T1" fmla="*/ 0 h 10"/>
                <a:gd name="T2" fmla="*/ 3 w 11"/>
                <a:gd name="T3" fmla="*/ 5 h 10"/>
                <a:gd name="T4" fmla="*/ 11 w 11"/>
                <a:gd name="T5" fmla="*/ 10 h 10"/>
                <a:gd name="T6" fmla="*/ 11 w 11"/>
                <a:gd name="T7" fmla="*/ 9 h 10"/>
                <a:gd name="T8" fmla="*/ 0 w 1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0" y="0"/>
                  </a:moveTo>
                  <a:lnTo>
                    <a:pt x="3" y="5"/>
                  </a:lnTo>
                  <a:lnTo>
                    <a:pt x="11" y="10"/>
                  </a:lnTo>
                  <a:lnTo>
                    <a:pt x="11" y="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Freeform 846">
              <a:extLst>
                <a:ext uri="{FF2B5EF4-FFF2-40B4-BE49-F238E27FC236}">
                  <a16:creationId xmlns:a16="http://schemas.microsoft.com/office/drawing/2014/main" id="{0996DA58-2376-81AC-FCD7-36E9EB00CB77}"/>
                </a:ext>
              </a:extLst>
            </p:cNvPr>
            <p:cNvSpPr/>
            <p:nvPr/>
          </p:nvSpPr>
          <p:spPr bwMode="auto">
            <a:xfrm>
              <a:off x="3384614" y="4606962"/>
              <a:ext cx="12700" cy="7938"/>
            </a:xfrm>
            <a:custGeom>
              <a:avLst/>
              <a:gdLst>
                <a:gd name="T0" fmla="*/ 0 w 8"/>
                <a:gd name="T1" fmla="*/ 0 h 5"/>
                <a:gd name="T2" fmla="*/ 0 w 8"/>
                <a:gd name="T3" fmla="*/ 0 h 5"/>
                <a:gd name="T4" fmla="*/ 8 w 8"/>
                <a:gd name="T5" fmla="*/ 5 h 5"/>
                <a:gd name="T6" fmla="*/ 8 w 8"/>
                <a:gd name="T7" fmla="*/ 5 h 5"/>
                <a:gd name="T8" fmla="*/ 0 w 8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0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Freeform 847">
              <a:extLst>
                <a:ext uri="{FF2B5EF4-FFF2-40B4-BE49-F238E27FC236}">
                  <a16:creationId xmlns:a16="http://schemas.microsoft.com/office/drawing/2014/main" id="{2C6CFB33-58DA-D031-3A51-C6DA6AE33489}"/>
                </a:ext>
              </a:extLst>
            </p:cNvPr>
            <p:cNvSpPr/>
            <p:nvPr/>
          </p:nvSpPr>
          <p:spPr bwMode="auto">
            <a:xfrm>
              <a:off x="3384614" y="4606962"/>
              <a:ext cx="12700" cy="7938"/>
            </a:xfrm>
            <a:custGeom>
              <a:avLst/>
              <a:gdLst>
                <a:gd name="T0" fmla="*/ 0 w 8"/>
                <a:gd name="T1" fmla="*/ 0 h 5"/>
                <a:gd name="T2" fmla="*/ 0 w 8"/>
                <a:gd name="T3" fmla="*/ 0 h 5"/>
                <a:gd name="T4" fmla="*/ 8 w 8"/>
                <a:gd name="T5" fmla="*/ 5 h 5"/>
                <a:gd name="T6" fmla="*/ 8 w 8"/>
                <a:gd name="T7" fmla="*/ 5 h 5"/>
                <a:gd name="T8" fmla="*/ 0 w 8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0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Freeform 848">
              <a:extLst>
                <a:ext uri="{FF2B5EF4-FFF2-40B4-BE49-F238E27FC236}">
                  <a16:creationId xmlns:a16="http://schemas.microsoft.com/office/drawing/2014/main" id="{5C4DA038-A0FD-70D7-D02F-238B99260A08}"/>
                </a:ext>
              </a:extLst>
            </p:cNvPr>
            <p:cNvSpPr/>
            <p:nvPr/>
          </p:nvSpPr>
          <p:spPr bwMode="auto">
            <a:xfrm>
              <a:off x="3384614" y="4606962"/>
              <a:ext cx="12700" cy="9525"/>
            </a:xfrm>
            <a:custGeom>
              <a:avLst/>
              <a:gdLst>
                <a:gd name="T0" fmla="*/ 0 w 8"/>
                <a:gd name="T1" fmla="*/ 0 h 6"/>
                <a:gd name="T2" fmla="*/ 4 w 8"/>
                <a:gd name="T3" fmla="*/ 5 h 6"/>
                <a:gd name="T4" fmla="*/ 8 w 8"/>
                <a:gd name="T5" fmla="*/ 6 h 6"/>
                <a:gd name="T6" fmla="*/ 8 w 8"/>
                <a:gd name="T7" fmla="*/ 5 h 6"/>
                <a:gd name="T8" fmla="*/ 0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4" y="5"/>
                  </a:lnTo>
                  <a:lnTo>
                    <a:pt x="8" y="6"/>
                  </a:lnTo>
                  <a:lnTo>
                    <a:pt x="8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849">
              <a:extLst>
                <a:ext uri="{FF2B5EF4-FFF2-40B4-BE49-F238E27FC236}">
                  <a16:creationId xmlns:a16="http://schemas.microsoft.com/office/drawing/2014/main" id="{68129DB7-E44F-5378-7D59-BD85D4EFE7BA}"/>
                </a:ext>
              </a:extLst>
            </p:cNvPr>
            <p:cNvSpPr/>
            <p:nvPr/>
          </p:nvSpPr>
          <p:spPr bwMode="auto">
            <a:xfrm>
              <a:off x="3384614" y="4606962"/>
              <a:ext cx="12700" cy="9525"/>
            </a:xfrm>
            <a:custGeom>
              <a:avLst/>
              <a:gdLst>
                <a:gd name="T0" fmla="*/ 0 w 8"/>
                <a:gd name="T1" fmla="*/ 0 h 6"/>
                <a:gd name="T2" fmla="*/ 4 w 8"/>
                <a:gd name="T3" fmla="*/ 5 h 6"/>
                <a:gd name="T4" fmla="*/ 8 w 8"/>
                <a:gd name="T5" fmla="*/ 6 h 6"/>
                <a:gd name="T6" fmla="*/ 8 w 8"/>
                <a:gd name="T7" fmla="*/ 5 h 6"/>
                <a:gd name="T8" fmla="*/ 0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4" y="5"/>
                  </a:lnTo>
                  <a:lnTo>
                    <a:pt x="8" y="6"/>
                  </a:lnTo>
                  <a:lnTo>
                    <a:pt x="8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Freeform 850">
              <a:extLst>
                <a:ext uri="{FF2B5EF4-FFF2-40B4-BE49-F238E27FC236}">
                  <a16:creationId xmlns:a16="http://schemas.microsoft.com/office/drawing/2014/main" id="{04FFFE7D-29C5-536E-A989-FFD9FD30CF71}"/>
                </a:ext>
              </a:extLst>
            </p:cNvPr>
            <p:cNvSpPr/>
            <p:nvPr/>
          </p:nvSpPr>
          <p:spPr bwMode="auto">
            <a:xfrm>
              <a:off x="3390964" y="4614900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2 w 4"/>
                <a:gd name="T3" fmla="*/ 3 h 3"/>
                <a:gd name="T4" fmla="*/ 4 w 4"/>
                <a:gd name="T5" fmla="*/ 3 h 3"/>
                <a:gd name="T6" fmla="*/ 4 w 4"/>
                <a:gd name="T7" fmla="*/ 1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2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851">
              <a:extLst>
                <a:ext uri="{FF2B5EF4-FFF2-40B4-BE49-F238E27FC236}">
                  <a16:creationId xmlns:a16="http://schemas.microsoft.com/office/drawing/2014/main" id="{32DBE0EB-A9F1-C5C5-4406-882564CB3B34}"/>
                </a:ext>
              </a:extLst>
            </p:cNvPr>
            <p:cNvSpPr/>
            <p:nvPr/>
          </p:nvSpPr>
          <p:spPr bwMode="auto">
            <a:xfrm>
              <a:off x="3390964" y="4614900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2 w 4"/>
                <a:gd name="T3" fmla="*/ 3 h 3"/>
                <a:gd name="T4" fmla="*/ 4 w 4"/>
                <a:gd name="T5" fmla="*/ 3 h 3"/>
                <a:gd name="T6" fmla="*/ 4 w 4"/>
                <a:gd name="T7" fmla="*/ 1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2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2" name="Freeform 852">
              <a:extLst>
                <a:ext uri="{FF2B5EF4-FFF2-40B4-BE49-F238E27FC236}">
                  <a16:creationId xmlns:a16="http://schemas.microsoft.com/office/drawing/2014/main" id="{E40CCB96-4DC2-AB00-EF2D-83A135BB5713}"/>
                </a:ext>
              </a:extLst>
            </p:cNvPr>
            <p:cNvSpPr/>
            <p:nvPr/>
          </p:nvSpPr>
          <p:spPr bwMode="auto">
            <a:xfrm>
              <a:off x="3397314" y="4613312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1 h 3"/>
                <a:gd name="T4" fmla="*/ 2 w 2"/>
                <a:gd name="T5" fmla="*/ 3 h 3"/>
                <a:gd name="T6" fmla="*/ 2 w 2"/>
                <a:gd name="T7" fmla="*/ 3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3" name="Freeform 853">
              <a:extLst>
                <a:ext uri="{FF2B5EF4-FFF2-40B4-BE49-F238E27FC236}">
                  <a16:creationId xmlns:a16="http://schemas.microsoft.com/office/drawing/2014/main" id="{126DB42F-9657-E99E-A413-D0600757B089}"/>
                </a:ext>
              </a:extLst>
            </p:cNvPr>
            <p:cNvSpPr/>
            <p:nvPr/>
          </p:nvSpPr>
          <p:spPr bwMode="auto">
            <a:xfrm>
              <a:off x="3397314" y="4613312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1 h 3"/>
                <a:gd name="T4" fmla="*/ 2 w 2"/>
                <a:gd name="T5" fmla="*/ 3 h 3"/>
                <a:gd name="T6" fmla="*/ 2 w 2"/>
                <a:gd name="T7" fmla="*/ 3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4" name="Freeform 854">
              <a:extLst>
                <a:ext uri="{FF2B5EF4-FFF2-40B4-BE49-F238E27FC236}">
                  <a16:creationId xmlns:a16="http://schemas.microsoft.com/office/drawing/2014/main" id="{0CD78BC1-7329-6481-E7FC-2868E28C7EDE}"/>
                </a:ext>
              </a:extLst>
            </p:cNvPr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5" name="Freeform 855">
              <a:extLst>
                <a:ext uri="{FF2B5EF4-FFF2-40B4-BE49-F238E27FC236}">
                  <a16:creationId xmlns:a16="http://schemas.microsoft.com/office/drawing/2014/main" id="{2E31C2EA-5600-56D2-3B69-687EB538669E}"/>
                </a:ext>
              </a:extLst>
            </p:cNvPr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6" name="Freeform 856">
              <a:extLst>
                <a:ext uri="{FF2B5EF4-FFF2-40B4-BE49-F238E27FC236}">
                  <a16:creationId xmlns:a16="http://schemas.microsoft.com/office/drawing/2014/main" id="{4C34F352-80D8-2AFA-E58B-2C5105623BFA}"/>
                </a:ext>
              </a:extLst>
            </p:cNvPr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7" name="Freeform 857">
              <a:extLst>
                <a:ext uri="{FF2B5EF4-FFF2-40B4-BE49-F238E27FC236}">
                  <a16:creationId xmlns:a16="http://schemas.microsoft.com/office/drawing/2014/main" id="{A85FFF4F-5D0B-ECBB-18BA-1685ACA5E4B9}"/>
                </a:ext>
              </a:extLst>
            </p:cNvPr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8" name="Freeform 858">
              <a:extLst>
                <a:ext uri="{FF2B5EF4-FFF2-40B4-BE49-F238E27FC236}">
                  <a16:creationId xmlns:a16="http://schemas.microsoft.com/office/drawing/2014/main" id="{2D05C2B3-00DE-4D03-C2EB-BC83533F661A}"/>
                </a:ext>
              </a:extLst>
            </p:cNvPr>
            <p:cNvSpPr/>
            <p:nvPr/>
          </p:nvSpPr>
          <p:spPr bwMode="auto">
            <a:xfrm>
              <a:off x="3397314" y="461648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9" name="Freeform 859">
              <a:extLst>
                <a:ext uri="{FF2B5EF4-FFF2-40B4-BE49-F238E27FC236}">
                  <a16:creationId xmlns:a16="http://schemas.microsoft.com/office/drawing/2014/main" id="{DFA86D0D-C302-B0D0-4680-1A5DE7F4B49E}"/>
                </a:ext>
              </a:extLst>
            </p:cNvPr>
            <p:cNvSpPr/>
            <p:nvPr/>
          </p:nvSpPr>
          <p:spPr bwMode="auto">
            <a:xfrm>
              <a:off x="3397314" y="461648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0" name="Rectangle 860">
              <a:extLst>
                <a:ext uri="{FF2B5EF4-FFF2-40B4-BE49-F238E27FC236}">
                  <a16:creationId xmlns:a16="http://schemas.microsoft.com/office/drawing/2014/main" id="{D1C78058-65FD-D053-86FA-2D6C2B9F3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1" name="Rectangle 861">
              <a:extLst>
                <a:ext uri="{FF2B5EF4-FFF2-40B4-BE49-F238E27FC236}">
                  <a16:creationId xmlns:a16="http://schemas.microsoft.com/office/drawing/2014/main" id="{75DC559B-C85B-71B3-D7FE-CF1C988CD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2" name="Rectangle 862">
              <a:extLst>
                <a:ext uri="{FF2B5EF4-FFF2-40B4-BE49-F238E27FC236}">
                  <a16:creationId xmlns:a16="http://schemas.microsoft.com/office/drawing/2014/main" id="{AFED8192-CB74-2953-4B34-801F58D57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3" name="Rectangle 863">
              <a:extLst>
                <a:ext uri="{FF2B5EF4-FFF2-40B4-BE49-F238E27FC236}">
                  <a16:creationId xmlns:a16="http://schemas.microsoft.com/office/drawing/2014/main" id="{3C1AD649-2BDD-887D-C5BE-0DB43387E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4" name="Freeform 864">
              <a:extLst>
                <a:ext uri="{FF2B5EF4-FFF2-40B4-BE49-F238E27FC236}">
                  <a16:creationId xmlns:a16="http://schemas.microsoft.com/office/drawing/2014/main" id="{16BCEF6C-E32B-53D4-5707-356B36F66586}"/>
                </a:ext>
              </a:extLst>
            </p:cNvPr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5" name="Freeform 865">
              <a:extLst>
                <a:ext uri="{FF2B5EF4-FFF2-40B4-BE49-F238E27FC236}">
                  <a16:creationId xmlns:a16="http://schemas.microsoft.com/office/drawing/2014/main" id="{484D7C4C-0664-10AB-0759-87FBD5BAE414}"/>
                </a:ext>
              </a:extLst>
            </p:cNvPr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6" name="Freeform 866">
              <a:extLst>
                <a:ext uri="{FF2B5EF4-FFF2-40B4-BE49-F238E27FC236}">
                  <a16:creationId xmlns:a16="http://schemas.microsoft.com/office/drawing/2014/main" id="{7FDF57C3-A0C7-FAFB-349C-E81CAE31A819}"/>
                </a:ext>
              </a:extLst>
            </p:cNvPr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7" name="Freeform 867">
              <a:extLst>
                <a:ext uri="{FF2B5EF4-FFF2-40B4-BE49-F238E27FC236}">
                  <a16:creationId xmlns:a16="http://schemas.microsoft.com/office/drawing/2014/main" id="{4FD76F81-FA11-E8E4-FF3F-546A7DF8F33F}"/>
                </a:ext>
              </a:extLst>
            </p:cNvPr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8" name="Freeform 868">
              <a:extLst>
                <a:ext uri="{FF2B5EF4-FFF2-40B4-BE49-F238E27FC236}">
                  <a16:creationId xmlns:a16="http://schemas.microsoft.com/office/drawing/2014/main" id="{EB9E1C08-3D69-FEB1-A1A6-EB967C119F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21126" y="4645062"/>
              <a:ext cx="927100" cy="954088"/>
            </a:xfrm>
            <a:custGeom>
              <a:avLst/>
              <a:gdLst>
                <a:gd name="T0" fmla="*/ 432 w 584"/>
                <a:gd name="T1" fmla="*/ 600 h 601"/>
                <a:gd name="T2" fmla="*/ 430 w 584"/>
                <a:gd name="T3" fmla="*/ 600 h 601"/>
                <a:gd name="T4" fmla="*/ 431 w 584"/>
                <a:gd name="T5" fmla="*/ 601 h 601"/>
                <a:gd name="T6" fmla="*/ 432 w 584"/>
                <a:gd name="T7" fmla="*/ 600 h 601"/>
                <a:gd name="T8" fmla="*/ 0 w 584"/>
                <a:gd name="T9" fmla="*/ 0 h 601"/>
                <a:gd name="T10" fmla="*/ 433 w 584"/>
                <a:gd name="T11" fmla="*/ 597 h 601"/>
                <a:gd name="T12" fmla="*/ 435 w 584"/>
                <a:gd name="T13" fmla="*/ 598 h 601"/>
                <a:gd name="T14" fmla="*/ 584 w 584"/>
                <a:gd name="T15" fmla="*/ 502 h 601"/>
                <a:gd name="T16" fmla="*/ 580 w 584"/>
                <a:gd name="T17" fmla="*/ 499 h 601"/>
                <a:gd name="T18" fmla="*/ 432 w 584"/>
                <a:gd name="T19" fmla="*/ 595 h 601"/>
                <a:gd name="T20" fmla="*/ 0 w 584"/>
                <a:gd name="T21" fmla="*/ 0 h 601"/>
                <a:gd name="T22" fmla="*/ 173 w 584"/>
                <a:gd name="T23" fmla="*/ 149 h 601"/>
                <a:gd name="T24" fmla="*/ 0 w 584"/>
                <a:gd name="T25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4" h="601">
                  <a:moveTo>
                    <a:pt x="432" y="600"/>
                  </a:moveTo>
                  <a:lnTo>
                    <a:pt x="430" y="600"/>
                  </a:lnTo>
                  <a:lnTo>
                    <a:pt x="431" y="601"/>
                  </a:lnTo>
                  <a:lnTo>
                    <a:pt x="432" y="600"/>
                  </a:lnTo>
                  <a:close/>
                  <a:moveTo>
                    <a:pt x="0" y="0"/>
                  </a:moveTo>
                  <a:lnTo>
                    <a:pt x="433" y="597"/>
                  </a:lnTo>
                  <a:lnTo>
                    <a:pt x="435" y="598"/>
                  </a:lnTo>
                  <a:lnTo>
                    <a:pt x="584" y="502"/>
                  </a:lnTo>
                  <a:lnTo>
                    <a:pt x="580" y="499"/>
                  </a:lnTo>
                  <a:lnTo>
                    <a:pt x="432" y="595"/>
                  </a:lnTo>
                  <a:lnTo>
                    <a:pt x="0" y="0"/>
                  </a:lnTo>
                  <a:lnTo>
                    <a:pt x="173" y="14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9" name="Freeform 869">
              <a:extLst>
                <a:ext uri="{FF2B5EF4-FFF2-40B4-BE49-F238E27FC236}">
                  <a16:creationId xmlns:a16="http://schemas.microsoft.com/office/drawing/2014/main" id="{70DE8714-A491-B0FD-C145-EA0E2AA014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21126" y="4645062"/>
              <a:ext cx="927100" cy="954088"/>
            </a:xfrm>
            <a:custGeom>
              <a:avLst/>
              <a:gdLst>
                <a:gd name="T0" fmla="*/ 432 w 584"/>
                <a:gd name="T1" fmla="*/ 600 h 601"/>
                <a:gd name="T2" fmla="*/ 430 w 584"/>
                <a:gd name="T3" fmla="*/ 600 h 601"/>
                <a:gd name="T4" fmla="*/ 431 w 584"/>
                <a:gd name="T5" fmla="*/ 601 h 601"/>
                <a:gd name="T6" fmla="*/ 432 w 584"/>
                <a:gd name="T7" fmla="*/ 600 h 601"/>
                <a:gd name="T8" fmla="*/ 0 w 584"/>
                <a:gd name="T9" fmla="*/ 0 h 601"/>
                <a:gd name="T10" fmla="*/ 433 w 584"/>
                <a:gd name="T11" fmla="*/ 597 h 601"/>
                <a:gd name="T12" fmla="*/ 435 w 584"/>
                <a:gd name="T13" fmla="*/ 598 h 601"/>
                <a:gd name="T14" fmla="*/ 584 w 584"/>
                <a:gd name="T15" fmla="*/ 502 h 601"/>
                <a:gd name="T16" fmla="*/ 580 w 584"/>
                <a:gd name="T17" fmla="*/ 499 h 601"/>
                <a:gd name="T18" fmla="*/ 432 w 584"/>
                <a:gd name="T19" fmla="*/ 595 h 601"/>
                <a:gd name="T20" fmla="*/ 0 w 584"/>
                <a:gd name="T21" fmla="*/ 0 h 601"/>
                <a:gd name="T22" fmla="*/ 173 w 584"/>
                <a:gd name="T23" fmla="*/ 149 h 601"/>
                <a:gd name="T24" fmla="*/ 0 w 584"/>
                <a:gd name="T25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4" h="601">
                  <a:moveTo>
                    <a:pt x="432" y="600"/>
                  </a:moveTo>
                  <a:lnTo>
                    <a:pt x="430" y="600"/>
                  </a:lnTo>
                  <a:lnTo>
                    <a:pt x="431" y="601"/>
                  </a:lnTo>
                  <a:lnTo>
                    <a:pt x="432" y="600"/>
                  </a:lnTo>
                  <a:moveTo>
                    <a:pt x="0" y="0"/>
                  </a:moveTo>
                  <a:lnTo>
                    <a:pt x="433" y="597"/>
                  </a:lnTo>
                  <a:lnTo>
                    <a:pt x="435" y="598"/>
                  </a:lnTo>
                  <a:lnTo>
                    <a:pt x="584" y="502"/>
                  </a:lnTo>
                  <a:lnTo>
                    <a:pt x="580" y="499"/>
                  </a:lnTo>
                  <a:lnTo>
                    <a:pt x="432" y="595"/>
                  </a:lnTo>
                  <a:lnTo>
                    <a:pt x="0" y="0"/>
                  </a:lnTo>
                  <a:lnTo>
                    <a:pt x="173" y="14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0" name="Freeform 870">
              <a:extLst>
                <a:ext uri="{FF2B5EF4-FFF2-40B4-BE49-F238E27FC236}">
                  <a16:creationId xmlns:a16="http://schemas.microsoft.com/office/drawing/2014/main" id="{E991491E-33F4-4DD8-0D3A-BA90D7BD5942}"/>
                </a:ext>
              </a:extLst>
            </p:cNvPr>
            <p:cNvSpPr/>
            <p:nvPr/>
          </p:nvSpPr>
          <p:spPr bwMode="auto">
            <a:xfrm>
              <a:off x="3403664" y="4629187"/>
              <a:ext cx="708025" cy="968375"/>
            </a:xfrm>
            <a:custGeom>
              <a:avLst/>
              <a:gdLst>
                <a:gd name="T0" fmla="*/ 0 w 446"/>
                <a:gd name="T1" fmla="*/ 0 h 610"/>
                <a:gd name="T2" fmla="*/ 0 w 446"/>
                <a:gd name="T3" fmla="*/ 2 h 610"/>
                <a:gd name="T4" fmla="*/ 441 w 446"/>
                <a:gd name="T5" fmla="*/ 610 h 610"/>
                <a:gd name="T6" fmla="*/ 443 w 446"/>
                <a:gd name="T7" fmla="*/ 610 h 610"/>
                <a:gd name="T8" fmla="*/ 444 w 446"/>
                <a:gd name="T9" fmla="*/ 610 h 610"/>
                <a:gd name="T10" fmla="*/ 446 w 446"/>
                <a:gd name="T11" fmla="*/ 608 h 610"/>
                <a:gd name="T12" fmla="*/ 444 w 446"/>
                <a:gd name="T13" fmla="*/ 607 h 610"/>
                <a:gd name="T14" fmla="*/ 11 w 446"/>
                <a:gd name="T15" fmla="*/ 10 h 610"/>
                <a:gd name="T16" fmla="*/ 0 w 446"/>
                <a:gd name="T17" fmla="*/ 0 h 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6" h="610">
                  <a:moveTo>
                    <a:pt x="0" y="0"/>
                  </a:moveTo>
                  <a:lnTo>
                    <a:pt x="0" y="2"/>
                  </a:lnTo>
                  <a:lnTo>
                    <a:pt x="441" y="610"/>
                  </a:lnTo>
                  <a:lnTo>
                    <a:pt x="443" y="610"/>
                  </a:lnTo>
                  <a:lnTo>
                    <a:pt x="444" y="610"/>
                  </a:lnTo>
                  <a:lnTo>
                    <a:pt x="446" y="608"/>
                  </a:lnTo>
                  <a:lnTo>
                    <a:pt x="444" y="607"/>
                  </a:lnTo>
                  <a:lnTo>
                    <a:pt x="11" y="1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2" name="Freeform 872">
              <a:extLst>
                <a:ext uri="{FF2B5EF4-FFF2-40B4-BE49-F238E27FC236}">
                  <a16:creationId xmlns:a16="http://schemas.microsoft.com/office/drawing/2014/main" id="{D39083FD-42FC-8C6C-0826-015C1C2A7E46}"/>
                </a:ext>
              </a:extLst>
            </p:cNvPr>
            <p:cNvSpPr/>
            <p:nvPr/>
          </p:nvSpPr>
          <p:spPr bwMode="auto">
            <a:xfrm>
              <a:off x="3398901" y="4626012"/>
              <a:ext cx="4762" cy="6350"/>
            </a:xfrm>
            <a:custGeom>
              <a:avLst/>
              <a:gdLst>
                <a:gd name="T0" fmla="*/ 0 w 3"/>
                <a:gd name="T1" fmla="*/ 0 h 4"/>
                <a:gd name="T2" fmla="*/ 0 w 3"/>
                <a:gd name="T3" fmla="*/ 0 h 4"/>
                <a:gd name="T4" fmla="*/ 3 w 3"/>
                <a:gd name="T5" fmla="*/ 4 h 4"/>
                <a:gd name="T6" fmla="*/ 3 w 3"/>
                <a:gd name="T7" fmla="*/ 2 h 4"/>
                <a:gd name="T8" fmla="*/ 0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3" name="Freeform 873">
              <a:extLst>
                <a:ext uri="{FF2B5EF4-FFF2-40B4-BE49-F238E27FC236}">
                  <a16:creationId xmlns:a16="http://schemas.microsoft.com/office/drawing/2014/main" id="{09F67DD4-6F9B-E35F-F608-9B757B4465E9}"/>
                </a:ext>
              </a:extLst>
            </p:cNvPr>
            <p:cNvSpPr/>
            <p:nvPr/>
          </p:nvSpPr>
          <p:spPr bwMode="auto">
            <a:xfrm>
              <a:off x="3398901" y="4626012"/>
              <a:ext cx="4762" cy="6350"/>
            </a:xfrm>
            <a:custGeom>
              <a:avLst/>
              <a:gdLst>
                <a:gd name="T0" fmla="*/ 0 w 3"/>
                <a:gd name="T1" fmla="*/ 0 h 4"/>
                <a:gd name="T2" fmla="*/ 0 w 3"/>
                <a:gd name="T3" fmla="*/ 0 h 4"/>
                <a:gd name="T4" fmla="*/ 3 w 3"/>
                <a:gd name="T5" fmla="*/ 4 h 4"/>
                <a:gd name="T6" fmla="*/ 3 w 3"/>
                <a:gd name="T7" fmla="*/ 2 h 4"/>
                <a:gd name="T8" fmla="*/ 0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4" name="Freeform 874">
              <a:extLst>
                <a:ext uri="{FF2B5EF4-FFF2-40B4-BE49-F238E27FC236}">
                  <a16:creationId xmlns:a16="http://schemas.microsoft.com/office/drawing/2014/main" id="{7A042AE8-C109-D4C1-9E31-1F018D169638}"/>
                </a:ext>
              </a:extLst>
            </p:cNvPr>
            <p:cNvSpPr/>
            <p:nvPr/>
          </p:nvSpPr>
          <p:spPr bwMode="auto">
            <a:xfrm>
              <a:off x="3397314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5" name="Freeform 875">
              <a:extLst>
                <a:ext uri="{FF2B5EF4-FFF2-40B4-BE49-F238E27FC236}">
                  <a16:creationId xmlns:a16="http://schemas.microsoft.com/office/drawing/2014/main" id="{3687BF62-7724-F187-E0A7-78E1ECC93F89}"/>
                </a:ext>
              </a:extLst>
            </p:cNvPr>
            <p:cNvSpPr/>
            <p:nvPr/>
          </p:nvSpPr>
          <p:spPr bwMode="auto">
            <a:xfrm>
              <a:off x="3397314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6" name="Freeform 876">
              <a:extLst>
                <a:ext uri="{FF2B5EF4-FFF2-40B4-BE49-F238E27FC236}">
                  <a16:creationId xmlns:a16="http://schemas.microsoft.com/office/drawing/2014/main" id="{4025CC0A-FA6D-029D-F05F-CC0BCE18DD30}"/>
                </a:ext>
              </a:extLst>
            </p:cNvPr>
            <p:cNvSpPr/>
            <p:nvPr/>
          </p:nvSpPr>
          <p:spPr bwMode="auto">
            <a:xfrm>
              <a:off x="3397314" y="462442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7" name="Freeform 877">
              <a:extLst>
                <a:ext uri="{FF2B5EF4-FFF2-40B4-BE49-F238E27FC236}">
                  <a16:creationId xmlns:a16="http://schemas.microsoft.com/office/drawing/2014/main" id="{0C926A71-1031-64A1-933F-D3D1F8E96345}"/>
                </a:ext>
              </a:extLst>
            </p:cNvPr>
            <p:cNvSpPr/>
            <p:nvPr/>
          </p:nvSpPr>
          <p:spPr bwMode="auto">
            <a:xfrm>
              <a:off x="3397314" y="462442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8" name="Rectangle 878">
              <a:extLst>
                <a:ext uri="{FF2B5EF4-FFF2-40B4-BE49-F238E27FC236}">
                  <a16:creationId xmlns:a16="http://schemas.microsoft.com/office/drawing/2014/main" id="{E32DEDB0-CB13-3EF6-A334-62182DC1F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9" name="Freeform 879">
              <a:extLst>
                <a:ext uri="{FF2B5EF4-FFF2-40B4-BE49-F238E27FC236}">
                  <a16:creationId xmlns:a16="http://schemas.microsoft.com/office/drawing/2014/main" id="{A8EB6793-91BB-6C11-2DAE-4B573F3E3546}"/>
                </a:ext>
              </a:extLst>
            </p:cNvPr>
            <p:cNvSpPr/>
            <p:nvPr/>
          </p:nvSpPr>
          <p:spPr bwMode="auto">
            <a:xfrm flipH="1">
              <a:off x="3397314" y="46244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0" name="Freeform 880">
              <a:extLst>
                <a:ext uri="{FF2B5EF4-FFF2-40B4-BE49-F238E27FC236}">
                  <a16:creationId xmlns:a16="http://schemas.microsoft.com/office/drawing/2014/main" id="{2086FB23-7BE9-A7FC-E43B-E4ED8A6794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9301" y="5183225"/>
              <a:ext cx="295275" cy="255588"/>
            </a:xfrm>
            <a:custGeom>
              <a:avLst/>
              <a:gdLst>
                <a:gd name="T0" fmla="*/ 184 w 186"/>
                <a:gd name="T1" fmla="*/ 159 h 161"/>
                <a:gd name="T2" fmla="*/ 185 w 186"/>
                <a:gd name="T3" fmla="*/ 161 h 161"/>
                <a:gd name="T4" fmla="*/ 186 w 186"/>
                <a:gd name="T5" fmla="*/ 160 h 161"/>
                <a:gd name="T6" fmla="*/ 184 w 186"/>
                <a:gd name="T7" fmla="*/ 159 h 161"/>
                <a:gd name="T8" fmla="*/ 0 w 186"/>
                <a:gd name="T9" fmla="*/ 0 h 161"/>
                <a:gd name="T10" fmla="*/ 179 w 186"/>
                <a:gd name="T11" fmla="*/ 154 h 161"/>
                <a:gd name="T12" fmla="*/ 0 w 186"/>
                <a:gd name="T1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6" h="161">
                  <a:moveTo>
                    <a:pt x="184" y="159"/>
                  </a:moveTo>
                  <a:lnTo>
                    <a:pt x="185" y="161"/>
                  </a:lnTo>
                  <a:lnTo>
                    <a:pt x="186" y="160"/>
                  </a:lnTo>
                  <a:lnTo>
                    <a:pt x="184" y="159"/>
                  </a:lnTo>
                  <a:close/>
                  <a:moveTo>
                    <a:pt x="0" y="0"/>
                  </a:moveTo>
                  <a:lnTo>
                    <a:pt x="179" y="15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1" name="Freeform 881">
              <a:extLst>
                <a:ext uri="{FF2B5EF4-FFF2-40B4-BE49-F238E27FC236}">
                  <a16:creationId xmlns:a16="http://schemas.microsoft.com/office/drawing/2014/main" id="{4E58DDCF-0F29-8FD5-6F2A-4ED1FB264A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9301" y="5183225"/>
              <a:ext cx="295275" cy="255588"/>
            </a:xfrm>
            <a:custGeom>
              <a:avLst/>
              <a:gdLst>
                <a:gd name="T0" fmla="*/ 184 w 186"/>
                <a:gd name="T1" fmla="*/ 159 h 161"/>
                <a:gd name="T2" fmla="*/ 185 w 186"/>
                <a:gd name="T3" fmla="*/ 161 h 161"/>
                <a:gd name="T4" fmla="*/ 186 w 186"/>
                <a:gd name="T5" fmla="*/ 160 h 161"/>
                <a:gd name="T6" fmla="*/ 184 w 186"/>
                <a:gd name="T7" fmla="*/ 159 h 161"/>
                <a:gd name="T8" fmla="*/ 0 w 186"/>
                <a:gd name="T9" fmla="*/ 0 h 161"/>
                <a:gd name="T10" fmla="*/ 179 w 186"/>
                <a:gd name="T11" fmla="*/ 154 h 161"/>
                <a:gd name="T12" fmla="*/ 0 w 186"/>
                <a:gd name="T1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6" h="161">
                  <a:moveTo>
                    <a:pt x="184" y="159"/>
                  </a:moveTo>
                  <a:lnTo>
                    <a:pt x="185" y="161"/>
                  </a:lnTo>
                  <a:lnTo>
                    <a:pt x="186" y="160"/>
                  </a:lnTo>
                  <a:lnTo>
                    <a:pt x="184" y="159"/>
                  </a:lnTo>
                  <a:moveTo>
                    <a:pt x="0" y="0"/>
                  </a:moveTo>
                  <a:lnTo>
                    <a:pt x="179" y="15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2" name="Rectangle 882">
              <a:extLst>
                <a:ext uri="{FF2B5EF4-FFF2-40B4-BE49-F238E27FC236}">
                  <a16:creationId xmlns:a16="http://schemas.microsoft.com/office/drawing/2014/main" id="{BAEFBC95-EEE4-2508-64E4-3C04FB49A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4139" y="4619662"/>
              <a:ext cx="3175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3" name="Rectangle 883">
              <a:extLst>
                <a:ext uri="{FF2B5EF4-FFF2-40B4-BE49-F238E27FC236}">
                  <a16:creationId xmlns:a16="http://schemas.microsoft.com/office/drawing/2014/main" id="{A03E37D3-13D2-5289-7421-A21B8AA83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4139" y="4619662"/>
              <a:ext cx="3175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4" name="Freeform 884">
              <a:extLst>
                <a:ext uri="{FF2B5EF4-FFF2-40B4-BE49-F238E27FC236}">
                  <a16:creationId xmlns:a16="http://schemas.microsoft.com/office/drawing/2014/main" id="{915E0C07-1BE6-3D66-E988-4E08B9E62BF3}"/>
                </a:ext>
              </a:extLst>
            </p:cNvPr>
            <p:cNvSpPr/>
            <p:nvPr/>
          </p:nvSpPr>
          <p:spPr bwMode="auto">
            <a:xfrm>
              <a:off x="3410014" y="4629187"/>
              <a:ext cx="942975" cy="812800"/>
            </a:xfrm>
            <a:custGeom>
              <a:avLst/>
              <a:gdLst>
                <a:gd name="T0" fmla="*/ 0 w 594"/>
                <a:gd name="T1" fmla="*/ 0 h 512"/>
                <a:gd name="T2" fmla="*/ 7 w 594"/>
                <a:gd name="T3" fmla="*/ 10 h 512"/>
                <a:gd name="T4" fmla="*/ 180 w 594"/>
                <a:gd name="T5" fmla="*/ 159 h 512"/>
                <a:gd name="T6" fmla="*/ 587 w 594"/>
                <a:gd name="T7" fmla="*/ 509 h 512"/>
                <a:gd name="T8" fmla="*/ 591 w 594"/>
                <a:gd name="T9" fmla="*/ 512 h 512"/>
                <a:gd name="T10" fmla="*/ 594 w 594"/>
                <a:gd name="T11" fmla="*/ 510 h 512"/>
                <a:gd name="T12" fmla="*/ 593 w 594"/>
                <a:gd name="T13" fmla="*/ 508 h 512"/>
                <a:gd name="T14" fmla="*/ 588 w 594"/>
                <a:gd name="T15" fmla="*/ 503 h 512"/>
                <a:gd name="T16" fmla="*/ 588 w 594"/>
                <a:gd name="T17" fmla="*/ 503 h 512"/>
                <a:gd name="T18" fmla="*/ 409 w 594"/>
                <a:gd name="T19" fmla="*/ 349 h 512"/>
                <a:gd name="T20" fmla="*/ 4 w 594"/>
                <a:gd name="T21" fmla="*/ 1 h 512"/>
                <a:gd name="T22" fmla="*/ 0 w 594"/>
                <a:gd name="T23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4" h="512">
                  <a:moveTo>
                    <a:pt x="0" y="0"/>
                  </a:moveTo>
                  <a:lnTo>
                    <a:pt x="7" y="10"/>
                  </a:lnTo>
                  <a:lnTo>
                    <a:pt x="180" y="159"/>
                  </a:lnTo>
                  <a:lnTo>
                    <a:pt x="587" y="509"/>
                  </a:lnTo>
                  <a:lnTo>
                    <a:pt x="591" y="512"/>
                  </a:lnTo>
                  <a:lnTo>
                    <a:pt x="594" y="510"/>
                  </a:lnTo>
                  <a:lnTo>
                    <a:pt x="593" y="508"/>
                  </a:lnTo>
                  <a:lnTo>
                    <a:pt x="588" y="503"/>
                  </a:lnTo>
                  <a:lnTo>
                    <a:pt x="588" y="503"/>
                  </a:lnTo>
                  <a:lnTo>
                    <a:pt x="409" y="349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6" name="Freeform 886">
              <a:extLst>
                <a:ext uri="{FF2B5EF4-FFF2-40B4-BE49-F238E27FC236}">
                  <a16:creationId xmlns:a16="http://schemas.microsoft.com/office/drawing/2014/main" id="{1529C635-7D87-A071-8FB3-381ADC4442BC}"/>
                </a:ext>
              </a:extLst>
            </p:cNvPr>
            <p:cNvSpPr/>
            <p:nvPr/>
          </p:nvSpPr>
          <p:spPr bwMode="auto">
            <a:xfrm>
              <a:off x="3405251" y="4622837"/>
              <a:ext cx="11112" cy="7938"/>
            </a:xfrm>
            <a:custGeom>
              <a:avLst/>
              <a:gdLst>
                <a:gd name="T0" fmla="*/ 1 w 7"/>
                <a:gd name="T1" fmla="*/ 0 h 5"/>
                <a:gd name="T2" fmla="*/ 0 w 7"/>
                <a:gd name="T3" fmla="*/ 0 h 5"/>
                <a:gd name="T4" fmla="*/ 3 w 7"/>
                <a:gd name="T5" fmla="*/ 4 h 5"/>
                <a:gd name="T6" fmla="*/ 7 w 7"/>
                <a:gd name="T7" fmla="*/ 5 h 5"/>
                <a:gd name="T8" fmla="*/ 1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7" y="5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7" name="Freeform 887">
              <a:extLst>
                <a:ext uri="{FF2B5EF4-FFF2-40B4-BE49-F238E27FC236}">
                  <a16:creationId xmlns:a16="http://schemas.microsoft.com/office/drawing/2014/main" id="{722459EE-81F7-E295-8A46-2064EE6C5026}"/>
                </a:ext>
              </a:extLst>
            </p:cNvPr>
            <p:cNvSpPr/>
            <p:nvPr/>
          </p:nvSpPr>
          <p:spPr bwMode="auto">
            <a:xfrm>
              <a:off x="3405251" y="4622837"/>
              <a:ext cx="11112" cy="7938"/>
            </a:xfrm>
            <a:custGeom>
              <a:avLst/>
              <a:gdLst>
                <a:gd name="T0" fmla="*/ 1 w 7"/>
                <a:gd name="T1" fmla="*/ 0 h 5"/>
                <a:gd name="T2" fmla="*/ 0 w 7"/>
                <a:gd name="T3" fmla="*/ 0 h 5"/>
                <a:gd name="T4" fmla="*/ 3 w 7"/>
                <a:gd name="T5" fmla="*/ 4 h 5"/>
                <a:gd name="T6" fmla="*/ 7 w 7"/>
                <a:gd name="T7" fmla="*/ 5 h 5"/>
                <a:gd name="T8" fmla="*/ 1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7" y="5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" name="Rectangle 888">
              <a:extLst>
                <a:ext uri="{FF2B5EF4-FFF2-40B4-BE49-F238E27FC236}">
                  <a16:creationId xmlns:a16="http://schemas.microsoft.com/office/drawing/2014/main" id="{31D942BF-9313-1AEB-6237-A52F4E398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5251" y="46228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9" name="Rectangle 889">
              <a:extLst>
                <a:ext uri="{FF2B5EF4-FFF2-40B4-BE49-F238E27FC236}">
                  <a16:creationId xmlns:a16="http://schemas.microsoft.com/office/drawing/2014/main" id="{3DC231A7-4207-F0B3-B629-B576DE807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5251" y="46228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0" name="Freeform 890">
              <a:extLst>
                <a:ext uri="{FF2B5EF4-FFF2-40B4-BE49-F238E27FC236}">
                  <a16:creationId xmlns:a16="http://schemas.microsoft.com/office/drawing/2014/main" id="{3BE76B27-A7C6-DAAB-47BD-4EFB49A46271}"/>
                </a:ext>
              </a:extLst>
            </p:cNvPr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2" name="Freeform 891">
              <a:extLst>
                <a:ext uri="{FF2B5EF4-FFF2-40B4-BE49-F238E27FC236}">
                  <a16:creationId xmlns:a16="http://schemas.microsoft.com/office/drawing/2014/main" id="{8D20E4DF-57D5-8469-A57D-4484AEA9C742}"/>
                </a:ext>
              </a:extLst>
            </p:cNvPr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3" name="Freeform 892">
              <a:extLst>
                <a:ext uri="{FF2B5EF4-FFF2-40B4-BE49-F238E27FC236}">
                  <a16:creationId xmlns:a16="http://schemas.microsoft.com/office/drawing/2014/main" id="{B786D218-1BBA-2808-893B-7D822C9E03A4}"/>
                </a:ext>
              </a:extLst>
            </p:cNvPr>
            <p:cNvSpPr/>
            <p:nvPr/>
          </p:nvSpPr>
          <p:spPr bwMode="auto">
            <a:xfrm>
              <a:off x="3397314" y="4618075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2 h 2"/>
                <a:gd name="T10" fmla="*/ 1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4" name="Freeform 893">
              <a:extLst>
                <a:ext uri="{FF2B5EF4-FFF2-40B4-BE49-F238E27FC236}">
                  <a16:creationId xmlns:a16="http://schemas.microsoft.com/office/drawing/2014/main" id="{CABD120B-F9B3-75FA-620E-8643893E8C8A}"/>
                </a:ext>
              </a:extLst>
            </p:cNvPr>
            <p:cNvSpPr/>
            <p:nvPr/>
          </p:nvSpPr>
          <p:spPr bwMode="auto">
            <a:xfrm>
              <a:off x="3397314" y="4618075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2 h 2"/>
                <a:gd name="T10" fmla="*/ 1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5" name="Freeform 894">
              <a:extLst>
                <a:ext uri="{FF2B5EF4-FFF2-40B4-BE49-F238E27FC236}">
                  <a16:creationId xmlns:a16="http://schemas.microsoft.com/office/drawing/2014/main" id="{B6F37FC5-3367-6D9A-EF33-D4004682AFB5}"/>
                </a:ext>
              </a:extLst>
            </p:cNvPr>
            <p:cNvSpPr/>
            <p:nvPr/>
          </p:nvSpPr>
          <p:spPr bwMode="auto">
            <a:xfrm>
              <a:off x="3403664" y="4627600"/>
              <a:ext cx="17462" cy="17463"/>
            </a:xfrm>
            <a:custGeom>
              <a:avLst/>
              <a:gdLst>
                <a:gd name="T0" fmla="*/ 0 w 11"/>
                <a:gd name="T1" fmla="*/ 0 h 11"/>
                <a:gd name="T2" fmla="*/ 0 w 11"/>
                <a:gd name="T3" fmla="*/ 1 h 11"/>
                <a:gd name="T4" fmla="*/ 11 w 11"/>
                <a:gd name="T5" fmla="*/ 11 h 11"/>
                <a:gd name="T6" fmla="*/ 4 w 11"/>
                <a:gd name="T7" fmla="*/ 1 h 11"/>
                <a:gd name="T8" fmla="*/ 0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0" y="0"/>
                  </a:moveTo>
                  <a:lnTo>
                    <a:pt x="0" y="1"/>
                  </a:lnTo>
                  <a:lnTo>
                    <a:pt x="11" y="11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" name="Freeform 895">
              <a:extLst>
                <a:ext uri="{FF2B5EF4-FFF2-40B4-BE49-F238E27FC236}">
                  <a16:creationId xmlns:a16="http://schemas.microsoft.com/office/drawing/2014/main" id="{B5A4BE52-ECE5-2AB3-F03C-EF868EB0D163}"/>
                </a:ext>
              </a:extLst>
            </p:cNvPr>
            <p:cNvSpPr/>
            <p:nvPr/>
          </p:nvSpPr>
          <p:spPr bwMode="auto">
            <a:xfrm>
              <a:off x="3403664" y="4627600"/>
              <a:ext cx="17462" cy="17463"/>
            </a:xfrm>
            <a:custGeom>
              <a:avLst/>
              <a:gdLst>
                <a:gd name="T0" fmla="*/ 0 w 11"/>
                <a:gd name="T1" fmla="*/ 0 h 11"/>
                <a:gd name="T2" fmla="*/ 0 w 11"/>
                <a:gd name="T3" fmla="*/ 1 h 11"/>
                <a:gd name="T4" fmla="*/ 11 w 11"/>
                <a:gd name="T5" fmla="*/ 11 h 11"/>
                <a:gd name="T6" fmla="*/ 4 w 11"/>
                <a:gd name="T7" fmla="*/ 1 h 11"/>
                <a:gd name="T8" fmla="*/ 0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0" y="0"/>
                  </a:moveTo>
                  <a:lnTo>
                    <a:pt x="0" y="1"/>
                  </a:lnTo>
                  <a:lnTo>
                    <a:pt x="11" y="11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" name="Freeform 896">
              <a:extLst>
                <a:ext uri="{FF2B5EF4-FFF2-40B4-BE49-F238E27FC236}">
                  <a16:creationId xmlns:a16="http://schemas.microsoft.com/office/drawing/2014/main" id="{80234150-DF32-557A-5456-2F25D5BF8966}"/>
                </a:ext>
              </a:extLst>
            </p:cNvPr>
            <p:cNvSpPr/>
            <p:nvPr/>
          </p:nvSpPr>
          <p:spPr bwMode="auto">
            <a:xfrm>
              <a:off x="3403664" y="4622837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1 h 4"/>
                <a:gd name="T4" fmla="*/ 0 w 4"/>
                <a:gd name="T5" fmla="*/ 3 h 4"/>
                <a:gd name="T6" fmla="*/ 4 w 4"/>
                <a:gd name="T7" fmla="*/ 4 h 4"/>
                <a:gd name="T8" fmla="*/ 1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" name="Freeform 897">
              <a:extLst>
                <a:ext uri="{FF2B5EF4-FFF2-40B4-BE49-F238E27FC236}">
                  <a16:creationId xmlns:a16="http://schemas.microsoft.com/office/drawing/2014/main" id="{CD1BFE9F-FEED-B5DB-23AE-880475E7C424}"/>
                </a:ext>
              </a:extLst>
            </p:cNvPr>
            <p:cNvSpPr/>
            <p:nvPr/>
          </p:nvSpPr>
          <p:spPr bwMode="auto">
            <a:xfrm>
              <a:off x="3403664" y="4622837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1 h 4"/>
                <a:gd name="T4" fmla="*/ 0 w 4"/>
                <a:gd name="T5" fmla="*/ 3 h 4"/>
                <a:gd name="T6" fmla="*/ 4 w 4"/>
                <a:gd name="T7" fmla="*/ 4 h 4"/>
                <a:gd name="T8" fmla="*/ 1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" name="Freeform 898">
              <a:extLst>
                <a:ext uri="{FF2B5EF4-FFF2-40B4-BE49-F238E27FC236}">
                  <a16:creationId xmlns:a16="http://schemas.microsoft.com/office/drawing/2014/main" id="{6515C813-EB86-DC38-C964-4BACA5F8097B}"/>
                </a:ext>
              </a:extLst>
            </p:cNvPr>
            <p:cNvSpPr/>
            <p:nvPr/>
          </p:nvSpPr>
          <p:spPr bwMode="auto">
            <a:xfrm>
              <a:off x="3403664" y="46228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" name="Freeform 899">
              <a:extLst>
                <a:ext uri="{FF2B5EF4-FFF2-40B4-BE49-F238E27FC236}">
                  <a16:creationId xmlns:a16="http://schemas.microsoft.com/office/drawing/2014/main" id="{6459BD2C-C336-6FC6-6FAC-EC63D9C76E7C}"/>
                </a:ext>
              </a:extLst>
            </p:cNvPr>
            <p:cNvSpPr/>
            <p:nvPr/>
          </p:nvSpPr>
          <p:spPr bwMode="auto">
            <a:xfrm>
              <a:off x="3403664" y="46228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" name="Freeform 900">
              <a:extLst>
                <a:ext uri="{FF2B5EF4-FFF2-40B4-BE49-F238E27FC236}">
                  <a16:creationId xmlns:a16="http://schemas.microsoft.com/office/drawing/2014/main" id="{A6708C7E-A263-5D63-A8BB-BC1B3647AF57}"/>
                </a:ext>
              </a:extLst>
            </p:cNvPr>
            <p:cNvSpPr/>
            <p:nvPr/>
          </p:nvSpPr>
          <p:spPr bwMode="auto">
            <a:xfrm>
              <a:off x="3403664" y="46196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1 w 1"/>
                <a:gd name="T5" fmla="*/ 2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" name="Freeform 901">
              <a:extLst>
                <a:ext uri="{FF2B5EF4-FFF2-40B4-BE49-F238E27FC236}">
                  <a16:creationId xmlns:a16="http://schemas.microsoft.com/office/drawing/2014/main" id="{C8409003-F8AE-A710-17E7-7960D4F190E4}"/>
                </a:ext>
              </a:extLst>
            </p:cNvPr>
            <p:cNvSpPr/>
            <p:nvPr/>
          </p:nvSpPr>
          <p:spPr bwMode="auto">
            <a:xfrm>
              <a:off x="3403664" y="46196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1 w 1"/>
                <a:gd name="T5" fmla="*/ 2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" name="Freeform 902">
              <a:extLst>
                <a:ext uri="{FF2B5EF4-FFF2-40B4-BE49-F238E27FC236}">
                  <a16:creationId xmlns:a16="http://schemas.microsoft.com/office/drawing/2014/main" id="{C16968F4-1004-DB26-6D8F-CAAEF7A80C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4139" y="4619662"/>
              <a:ext cx="9525" cy="3175"/>
            </a:xfrm>
            <a:custGeom>
              <a:avLst/>
              <a:gdLst>
                <a:gd name="T0" fmla="*/ 2 w 6"/>
                <a:gd name="T1" fmla="*/ 0 h 2"/>
                <a:gd name="T2" fmla="*/ 0 w 6"/>
                <a:gd name="T3" fmla="*/ 0 h 2"/>
                <a:gd name="T4" fmla="*/ 2 w 6"/>
                <a:gd name="T5" fmla="*/ 2 h 2"/>
                <a:gd name="T6" fmla="*/ 2 w 6"/>
                <a:gd name="T7" fmla="*/ 0 h 2"/>
                <a:gd name="T8" fmla="*/ 6 w 6"/>
                <a:gd name="T9" fmla="*/ 0 h 2"/>
                <a:gd name="T10" fmla="*/ 6 w 6"/>
                <a:gd name="T11" fmla="*/ 0 h 2"/>
                <a:gd name="T12" fmla="*/ 6 w 6"/>
                <a:gd name="T13" fmla="*/ 0 h 2"/>
                <a:gd name="T14" fmla="*/ 6 w 6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" name="Freeform 903">
              <a:extLst>
                <a:ext uri="{FF2B5EF4-FFF2-40B4-BE49-F238E27FC236}">
                  <a16:creationId xmlns:a16="http://schemas.microsoft.com/office/drawing/2014/main" id="{F9CEE3A6-025D-6FE8-54E4-6C3797B18A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4139" y="4619662"/>
              <a:ext cx="9525" cy="3175"/>
            </a:xfrm>
            <a:custGeom>
              <a:avLst/>
              <a:gdLst>
                <a:gd name="T0" fmla="*/ 2 w 6"/>
                <a:gd name="T1" fmla="*/ 0 h 2"/>
                <a:gd name="T2" fmla="*/ 0 w 6"/>
                <a:gd name="T3" fmla="*/ 0 h 2"/>
                <a:gd name="T4" fmla="*/ 2 w 6"/>
                <a:gd name="T5" fmla="*/ 2 h 2"/>
                <a:gd name="T6" fmla="*/ 2 w 6"/>
                <a:gd name="T7" fmla="*/ 0 h 2"/>
                <a:gd name="T8" fmla="*/ 6 w 6"/>
                <a:gd name="T9" fmla="*/ 0 h 2"/>
                <a:gd name="T10" fmla="*/ 6 w 6"/>
                <a:gd name="T11" fmla="*/ 0 h 2"/>
                <a:gd name="T12" fmla="*/ 6 w 6"/>
                <a:gd name="T13" fmla="*/ 0 h 2"/>
                <a:gd name="T14" fmla="*/ 6 w 6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" name="Freeform 904">
              <a:extLst>
                <a:ext uri="{FF2B5EF4-FFF2-40B4-BE49-F238E27FC236}">
                  <a16:creationId xmlns:a16="http://schemas.microsoft.com/office/drawing/2014/main" id="{897EBFC6-F7F5-05C0-FD1B-C3EF493ADF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8901" y="4618075"/>
              <a:ext cx="4762" cy="11113"/>
            </a:xfrm>
            <a:custGeom>
              <a:avLst/>
              <a:gdLst>
                <a:gd name="T0" fmla="*/ 1 w 3"/>
                <a:gd name="T1" fmla="*/ 5 h 7"/>
                <a:gd name="T2" fmla="*/ 0 w 3"/>
                <a:gd name="T3" fmla="*/ 5 h 7"/>
                <a:gd name="T4" fmla="*/ 3 w 3"/>
                <a:gd name="T5" fmla="*/ 7 h 7"/>
                <a:gd name="T6" fmla="*/ 3 w 3"/>
                <a:gd name="T7" fmla="*/ 6 h 7"/>
                <a:gd name="T8" fmla="*/ 1 w 3"/>
                <a:gd name="T9" fmla="*/ 5 h 7"/>
                <a:gd name="T10" fmla="*/ 1 w 3"/>
                <a:gd name="T11" fmla="*/ 0 h 7"/>
                <a:gd name="T12" fmla="*/ 1 w 3"/>
                <a:gd name="T13" fmla="*/ 0 h 7"/>
                <a:gd name="T14" fmla="*/ 1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1" y="5"/>
                  </a:moveTo>
                  <a:lnTo>
                    <a:pt x="0" y="5"/>
                  </a:lnTo>
                  <a:lnTo>
                    <a:pt x="3" y="7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" name="Freeform 905">
              <a:extLst>
                <a:ext uri="{FF2B5EF4-FFF2-40B4-BE49-F238E27FC236}">
                  <a16:creationId xmlns:a16="http://schemas.microsoft.com/office/drawing/2014/main" id="{FE01D71F-907C-FE79-CDA0-01346BD010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8901" y="4618075"/>
              <a:ext cx="4762" cy="11113"/>
            </a:xfrm>
            <a:custGeom>
              <a:avLst/>
              <a:gdLst>
                <a:gd name="T0" fmla="*/ 1 w 3"/>
                <a:gd name="T1" fmla="*/ 5 h 7"/>
                <a:gd name="T2" fmla="*/ 0 w 3"/>
                <a:gd name="T3" fmla="*/ 5 h 7"/>
                <a:gd name="T4" fmla="*/ 3 w 3"/>
                <a:gd name="T5" fmla="*/ 7 h 7"/>
                <a:gd name="T6" fmla="*/ 3 w 3"/>
                <a:gd name="T7" fmla="*/ 6 h 7"/>
                <a:gd name="T8" fmla="*/ 1 w 3"/>
                <a:gd name="T9" fmla="*/ 5 h 7"/>
                <a:gd name="T10" fmla="*/ 1 w 3"/>
                <a:gd name="T11" fmla="*/ 0 h 7"/>
                <a:gd name="T12" fmla="*/ 1 w 3"/>
                <a:gd name="T13" fmla="*/ 0 h 7"/>
                <a:gd name="T14" fmla="*/ 1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1" y="5"/>
                  </a:moveTo>
                  <a:lnTo>
                    <a:pt x="0" y="5"/>
                  </a:lnTo>
                  <a:lnTo>
                    <a:pt x="3" y="7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" name="Freeform 906">
              <a:extLst>
                <a:ext uri="{FF2B5EF4-FFF2-40B4-BE49-F238E27FC236}">
                  <a16:creationId xmlns:a16="http://schemas.microsoft.com/office/drawing/2014/main" id="{BC2AA33E-5940-3C93-EE0D-0982AADD4C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0489" y="4618075"/>
              <a:ext cx="3175" cy="9525"/>
            </a:xfrm>
            <a:custGeom>
              <a:avLst/>
              <a:gdLst>
                <a:gd name="T0" fmla="*/ 2 w 2"/>
                <a:gd name="T1" fmla="*/ 4 h 6"/>
                <a:gd name="T2" fmla="*/ 1 w 2"/>
                <a:gd name="T3" fmla="*/ 4 h 6"/>
                <a:gd name="T4" fmla="*/ 0 w 2"/>
                <a:gd name="T5" fmla="*/ 5 h 6"/>
                <a:gd name="T6" fmla="*/ 2 w 2"/>
                <a:gd name="T7" fmla="*/ 6 h 6"/>
                <a:gd name="T8" fmla="*/ 2 w 2"/>
                <a:gd name="T9" fmla="*/ 4 h 6"/>
                <a:gd name="T10" fmla="*/ 0 w 2"/>
                <a:gd name="T11" fmla="*/ 0 h 6"/>
                <a:gd name="T12" fmla="*/ 0 w 2"/>
                <a:gd name="T13" fmla="*/ 0 h 6"/>
                <a:gd name="T14" fmla="*/ 0 w 2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6">
                  <a:moveTo>
                    <a:pt x="2" y="4"/>
                  </a:moveTo>
                  <a:lnTo>
                    <a:pt x="1" y="4"/>
                  </a:lnTo>
                  <a:lnTo>
                    <a:pt x="0" y="5"/>
                  </a:lnTo>
                  <a:lnTo>
                    <a:pt x="2" y="6"/>
                  </a:lnTo>
                  <a:lnTo>
                    <a:pt x="2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" name="Freeform 907">
              <a:extLst>
                <a:ext uri="{FF2B5EF4-FFF2-40B4-BE49-F238E27FC236}">
                  <a16:creationId xmlns:a16="http://schemas.microsoft.com/office/drawing/2014/main" id="{2BE04ED5-3663-7E7F-3C88-37A3444526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0489" y="4618075"/>
              <a:ext cx="3175" cy="9525"/>
            </a:xfrm>
            <a:custGeom>
              <a:avLst/>
              <a:gdLst>
                <a:gd name="T0" fmla="*/ 2 w 2"/>
                <a:gd name="T1" fmla="*/ 4 h 6"/>
                <a:gd name="T2" fmla="*/ 1 w 2"/>
                <a:gd name="T3" fmla="*/ 4 h 6"/>
                <a:gd name="T4" fmla="*/ 0 w 2"/>
                <a:gd name="T5" fmla="*/ 5 h 6"/>
                <a:gd name="T6" fmla="*/ 2 w 2"/>
                <a:gd name="T7" fmla="*/ 6 h 6"/>
                <a:gd name="T8" fmla="*/ 2 w 2"/>
                <a:gd name="T9" fmla="*/ 4 h 6"/>
                <a:gd name="T10" fmla="*/ 0 w 2"/>
                <a:gd name="T11" fmla="*/ 0 h 6"/>
                <a:gd name="T12" fmla="*/ 0 w 2"/>
                <a:gd name="T13" fmla="*/ 0 h 6"/>
                <a:gd name="T14" fmla="*/ 0 w 2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6">
                  <a:moveTo>
                    <a:pt x="2" y="4"/>
                  </a:moveTo>
                  <a:lnTo>
                    <a:pt x="1" y="4"/>
                  </a:lnTo>
                  <a:lnTo>
                    <a:pt x="0" y="5"/>
                  </a:lnTo>
                  <a:lnTo>
                    <a:pt x="2" y="6"/>
                  </a:lnTo>
                  <a:lnTo>
                    <a:pt x="2" y="4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" name="Rectangle 908">
              <a:extLst>
                <a:ext uri="{FF2B5EF4-FFF2-40B4-BE49-F238E27FC236}">
                  <a16:creationId xmlns:a16="http://schemas.microsoft.com/office/drawing/2014/main" id="{0DFEC100-49E6-8569-2DBD-25E04B233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" name="Rectangle 909">
              <a:extLst>
                <a:ext uri="{FF2B5EF4-FFF2-40B4-BE49-F238E27FC236}">
                  <a16:creationId xmlns:a16="http://schemas.microsoft.com/office/drawing/2014/main" id="{B659E4EA-0B4A-F611-8282-F4FC48835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" name="Freeform 910">
              <a:extLst>
                <a:ext uri="{FF2B5EF4-FFF2-40B4-BE49-F238E27FC236}">
                  <a16:creationId xmlns:a16="http://schemas.microsoft.com/office/drawing/2014/main" id="{159DA283-BAF6-D5A8-5A5A-D7BC5316A5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0489" y="4618075"/>
              <a:ext cx="3175" cy="6350"/>
            </a:xfrm>
            <a:custGeom>
              <a:avLst/>
              <a:gdLst>
                <a:gd name="T0" fmla="*/ 2 w 2"/>
                <a:gd name="T1" fmla="*/ 4 h 4"/>
                <a:gd name="T2" fmla="*/ 1 w 2"/>
                <a:gd name="T3" fmla="*/ 4 h 4"/>
                <a:gd name="T4" fmla="*/ 2 w 2"/>
                <a:gd name="T5" fmla="*/ 4 h 4"/>
                <a:gd name="T6" fmla="*/ 2 w 2"/>
                <a:gd name="T7" fmla="*/ 4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1 w 2"/>
                <a:gd name="T17" fmla="*/ 0 h 4"/>
                <a:gd name="T18" fmla="*/ 0 w 2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" name="Freeform 911">
              <a:extLst>
                <a:ext uri="{FF2B5EF4-FFF2-40B4-BE49-F238E27FC236}">
                  <a16:creationId xmlns:a16="http://schemas.microsoft.com/office/drawing/2014/main" id="{BB12E28C-8CB9-1FBE-DCBA-C20CDBC537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0489" y="4618075"/>
              <a:ext cx="3175" cy="6350"/>
            </a:xfrm>
            <a:custGeom>
              <a:avLst/>
              <a:gdLst>
                <a:gd name="T0" fmla="*/ 2 w 2"/>
                <a:gd name="T1" fmla="*/ 4 h 4"/>
                <a:gd name="T2" fmla="*/ 1 w 2"/>
                <a:gd name="T3" fmla="*/ 4 h 4"/>
                <a:gd name="T4" fmla="*/ 2 w 2"/>
                <a:gd name="T5" fmla="*/ 4 h 4"/>
                <a:gd name="T6" fmla="*/ 2 w 2"/>
                <a:gd name="T7" fmla="*/ 4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1 w 2"/>
                <a:gd name="T17" fmla="*/ 0 h 4"/>
                <a:gd name="T18" fmla="*/ 0 w 2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" name="Freeform 912">
              <a:extLst>
                <a:ext uri="{FF2B5EF4-FFF2-40B4-BE49-F238E27FC236}">
                  <a16:creationId xmlns:a16="http://schemas.microsoft.com/office/drawing/2014/main" id="{BE8241B7-CFD6-C993-B6E5-B7FCD78B1D1F}"/>
                </a:ext>
              </a:extLst>
            </p:cNvPr>
            <p:cNvSpPr/>
            <p:nvPr/>
          </p:nvSpPr>
          <p:spPr bwMode="auto">
            <a:xfrm>
              <a:off x="3398901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1 h 1"/>
                <a:gd name="T10" fmla="*/ 0 w 1"/>
                <a:gd name="T11" fmla="*/ 0 h 1"/>
                <a:gd name="T12" fmla="*/ 0 w 1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" name="Freeform 913">
              <a:extLst>
                <a:ext uri="{FF2B5EF4-FFF2-40B4-BE49-F238E27FC236}">
                  <a16:creationId xmlns:a16="http://schemas.microsoft.com/office/drawing/2014/main" id="{1AEDA024-071D-8C01-B8DE-C9CAA58D93FC}"/>
                </a:ext>
              </a:extLst>
            </p:cNvPr>
            <p:cNvSpPr/>
            <p:nvPr/>
          </p:nvSpPr>
          <p:spPr bwMode="auto">
            <a:xfrm>
              <a:off x="3398901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1 h 1"/>
                <a:gd name="T10" fmla="*/ 0 w 1"/>
                <a:gd name="T11" fmla="*/ 0 h 1"/>
                <a:gd name="T12" fmla="*/ 0 w 1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" name="Freeform 914">
              <a:extLst>
                <a:ext uri="{FF2B5EF4-FFF2-40B4-BE49-F238E27FC236}">
                  <a16:creationId xmlns:a16="http://schemas.microsoft.com/office/drawing/2014/main" id="{E21EDF36-CD00-59AD-E1C3-ACBEA5D0BB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7314" y="4624425"/>
              <a:ext cx="4762" cy="1588"/>
            </a:xfrm>
            <a:custGeom>
              <a:avLst/>
              <a:gdLst>
                <a:gd name="T0" fmla="*/ 3 w 3"/>
                <a:gd name="T1" fmla="*/ 0 h 1"/>
                <a:gd name="T2" fmla="*/ 2 w 3"/>
                <a:gd name="T3" fmla="*/ 0 h 1"/>
                <a:gd name="T4" fmla="*/ 2 w 3"/>
                <a:gd name="T5" fmla="*/ 1 h 1"/>
                <a:gd name="T6" fmla="*/ 2 w 3"/>
                <a:gd name="T7" fmla="*/ 1 h 1"/>
                <a:gd name="T8" fmla="*/ 3 w 3"/>
                <a:gd name="T9" fmla="*/ 0 h 1"/>
                <a:gd name="T10" fmla="*/ 0 w 3"/>
                <a:gd name="T11" fmla="*/ 0 h 1"/>
                <a:gd name="T12" fmla="*/ 1 w 3"/>
                <a:gd name="T13" fmla="*/ 0 h 1"/>
                <a:gd name="T14" fmla="*/ 1 w 3"/>
                <a:gd name="T15" fmla="*/ 0 h 1"/>
                <a:gd name="T16" fmla="*/ 0 w 3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close/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8" name="Freeform 915">
              <a:extLst>
                <a:ext uri="{FF2B5EF4-FFF2-40B4-BE49-F238E27FC236}">
                  <a16:creationId xmlns:a16="http://schemas.microsoft.com/office/drawing/2014/main" id="{5FA9F4BE-4F8B-3D8E-8970-5F41487A7E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7314" y="4624425"/>
              <a:ext cx="4762" cy="1588"/>
            </a:xfrm>
            <a:custGeom>
              <a:avLst/>
              <a:gdLst>
                <a:gd name="T0" fmla="*/ 3 w 3"/>
                <a:gd name="T1" fmla="*/ 0 h 1"/>
                <a:gd name="T2" fmla="*/ 2 w 3"/>
                <a:gd name="T3" fmla="*/ 0 h 1"/>
                <a:gd name="T4" fmla="*/ 2 w 3"/>
                <a:gd name="T5" fmla="*/ 1 h 1"/>
                <a:gd name="T6" fmla="*/ 2 w 3"/>
                <a:gd name="T7" fmla="*/ 1 h 1"/>
                <a:gd name="T8" fmla="*/ 3 w 3"/>
                <a:gd name="T9" fmla="*/ 0 h 1"/>
                <a:gd name="T10" fmla="*/ 0 w 3"/>
                <a:gd name="T11" fmla="*/ 0 h 1"/>
                <a:gd name="T12" fmla="*/ 1 w 3"/>
                <a:gd name="T13" fmla="*/ 0 h 1"/>
                <a:gd name="T14" fmla="*/ 1 w 3"/>
                <a:gd name="T15" fmla="*/ 0 h 1"/>
                <a:gd name="T16" fmla="*/ 0 w 3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9" name="Freeform 916">
              <a:extLst>
                <a:ext uri="{FF2B5EF4-FFF2-40B4-BE49-F238E27FC236}">
                  <a16:creationId xmlns:a16="http://schemas.microsoft.com/office/drawing/2014/main" id="{C56BA846-0B36-129D-B427-BE867501E6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8901" y="4618075"/>
              <a:ext cx="3175" cy="7938"/>
            </a:xfrm>
            <a:custGeom>
              <a:avLst/>
              <a:gdLst>
                <a:gd name="T0" fmla="*/ 0 w 2"/>
                <a:gd name="T1" fmla="*/ 4 h 5"/>
                <a:gd name="T2" fmla="*/ 0 w 2"/>
                <a:gd name="T3" fmla="*/ 5 h 5"/>
                <a:gd name="T4" fmla="*/ 1 w 2"/>
                <a:gd name="T5" fmla="*/ 5 h 5"/>
                <a:gd name="T6" fmla="*/ 0 w 2"/>
                <a:gd name="T7" fmla="*/ 4 h 5"/>
                <a:gd name="T8" fmla="*/ 2 w 2"/>
                <a:gd name="T9" fmla="*/ 0 h 5"/>
                <a:gd name="T10" fmla="*/ 2 w 2"/>
                <a:gd name="T11" fmla="*/ 0 h 5"/>
                <a:gd name="T12" fmla="*/ 2 w 2"/>
                <a:gd name="T13" fmla="*/ 0 h 5"/>
                <a:gd name="T14" fmla="*/ 2 w 2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5">
                  <a:moveTo>
                    <a:pt x="0" y="4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0" y="4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0" name="Freeform 917">
              <a:extLst>
                <a:ext uri="{FF2B5EF4-FFF2-40B4-BE49-F238E27FC236}">
                  <a16:creationId xmlns:a16="http://schemas.microsoft.com/office/drawing/2014/main" id="{D53FB4E1-E0B3-4C2E-D487-EC20E0A1C6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8901" y="4618075"/>
              <a:ext cx="3175" cy="7938"/>
            </a:xfrm>
            <a:custGeom>
              <a:avLst/>
              <a:gdLst>
                <a:gd name="T0" fmla="*/ 0 w 2"/>
                <a:gd name="T1" fmla="*/ 4 h 5"/>
                <a:gd name="T2" fmla="*/ 0 w 2"/>
                <a:gd name="T3" fmla="*/ 5 h 5"/>
                <a:gd name="T4" fmla="*/ 1 w 2"/>
                <a:gd name="T5" fmla="*/ 5 h 5"/>
                <a:gd name="T6" fmla="*/ 0 w 2"/>
                <a:gd name="T7" fmla="*/ 4 h 5"/>
                <a:gd name="T8" fmla="*/ 2 w 2"/>
                <a:gd name="T9" fmla="*/ 0 h 5"/>
                <a:gd name="T10" fmla="*/ 2 w 2"/>
                <a:gd name="T11" fmla="*/ 0 h 5"/>
                <a:gd name="T12" fmla="*/ 2 w 2"/>
                <a:gd name="T13" fmla="*/ 0 h 5"/>
                <a:gd name="T14" fmla="*/ 2 w 2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5">
                  <a:moveTo>
                    <a:pt x="0" y="4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0" y="4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1" name="Freeform 918">
              <a:extLst>
                <a:ext uri="{FF2B5EF4-FFF2-40B4-BE49-F238E27FC236}">
                  <a16:creationId xmlns:a16="http://schemas.microsoft.com/office/drawing/2014/main" id="{8A1AFFC4-EDC9-E7BB-8BD9-4CD962261C14}"/>
                </a:ext>
              </a:extLst>
            </p:cNvPr>
            <p:cNvSpPr/>
            <p:nvPr/>
          </p:nvSpPr>
          <p:spPr bwMode="auto">
            <a:xfrm>
              <a:off x="3397314" y="4618075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1 w 4"/>
                <a:gd name="T3" fmla="*/ 0 h 5"/>
                <a:gd name="T4" fmla="*/ 1 w 4"/>
                <a:gd name="T5" fmla="*/ 0 h 5"/>
                <a:gd name="T6" fmla="*/ 2 w 4"/>
                <a:gd name="T7" fmla="*/ 2 h 5"/>
                <a:gd name="T8" fmla="*/ 1 w 4"/>
                <a:gd name="T9" fmla="*/ 0 h 5"/>
                <a:gd name="T10" fmla="*/ 0 w 4"/>
                <a:gd name="T11" fmla="*/ 1 h 5"/>
                <a:gd name="T12" fmla="*/ 0 w 4"/>
                <a:gd name="T13" fmla="*/ 3 h 5"/>
                <a:gd name="T14" fmla="*/ 0 w 4"/>
                <a:gd name="T15" fmla="*/ 4 h 5"/>
                <a:gd name="T16" fmla="*/ 0 w 4"/>
                <a:gd name="T17" fmla="*/ 4 h 5"/>
                <a:gd name="T18" fmla="*/ 1 w 4"/>
                <a:gd name="T19" fmla="*/ 4 h 5"/>
                <a:gd name="T20" fmla="*/ 2 w 4"/>
                <a:gd name="T21" fmla="*/ 5 h 5"/>
                <a:gd name="T22" fmla="*/ 2 w 4"/>
                <a:gd name="T23" fmla="*/ 4 h 5"/>
                <a:gd name="T24" fmla="*/ 3 w 4"/>
                <a:gd name="T25" fmla="*/ 4 h 5"/>
                <a:gd name="T26" fmla="*/ 4 w 4"/>
                <a:gd name="T27" fmla="*/ 4 h 5"/>
                <a:gd name="T28" fmla="*/ 4 w 4"/>
                <a:gd name="T29" fmla="*/ 1 h 5"/>
                <a:gd name="T30" fmla="*/ 4 w 4"/>
                <a:gd name="T31" fmla="*/ 1 h 5"/>
                <a:gd name="T32" fmla="*/ 3 w 4"/>
                <a:gd name="T33" fmla="*/ 0 h 5"/>
                <a:gd name="T34" fmla="*/ 3 w 4"/>
                <a:gd name="T35" fmla="*/ 0 h 5"/>
                <a:gd name="T36" fmla="*/ 2 w 4"/>
                <a:gd name="T37" fmla="*/ 0 h 5"/>
                <a:gd name="T38" fmla="*/ 2 w 4"/>
                <a:gd name="T3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2" name="Freeform 919">
              <a:extLst>
                <a:ext uri="{FF2B5EF4-FFF2-40B4-BE49-F238E27FC236}">
                  <a16:creationId xmlns:a16="http://schemas.microsoft.com/office/drawing/2014/main" id="{F82AF1C1-0963-D786-5A93-B0AE6F617D48}"/>
                </a:ext>
              </a:extLst>
            </p:cNvPr>
            <p:cNvSpPr/>
            <p:nvPr/>
          </p:nvSpPr>
          <p:spPr bwMode="auto">
            <a:xfrm>
              <a:off x="3397314" y="4618075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1 w 4"/>
                <a:gd name="T3" fmla="*/ 0 h 5"/>
                <a:gd name="T4" fmla="*/ 1 w 4"/>
                <a:gd name="T5" fmla="*/ 0 h 5"/>
                <a:gd name="T6" fmla="*/ 2 w 4"/>
                <a:gd name="T7" fmla="*/ 2 h 5"/>
                <a:gd name="T8" fmla="*/ 1 w 4"/>
                <a:gd name="T9" fmla="*/ 0 h 5"/>
                <a:gd name="T10" fmla="*/ 0 w 4"/>
                <a:gd name="T11" fmla="*/ 1 h 5"/>
                <a:gd name="T12" fmla="*/ 0 w 4"/>
                <a:gd name="T13" fmla="*/ 3 h 5"/>
                <a:gd name="T14" fmla="*/ 0 w 4"/>
                <a:gd name="T15" fmla="*/ 4 h 5"/>
                <a:gd name="T16" fmla="*/ 0 w 4"/>
                <a:gd name="T17" fmla="*/ 4 h 5"/>
                <a:gd name="T18" fmla="*/ 1 w 4"/>
                <a:gd name="T19" fmla="*/ 4 h 5"/>
                <a:gd name="T20" fmla="*/ 2 w 4"/>
                <a:gd name="T21" fmla="*/ 5 h 5"/>
                <a:gd name="T22" fmla="*/ 2 w 4"/>
                <a:gd name="T23" fmla="*/ 4 h 5"/>
                <a:gd name="T24" fmla="*/ 3 w 4"/>
                <a:gd name="T25" fmla="*/ 4 h 5"/>
                <a:gd name="T26" fmla="*/ 4 w 4"/>
                <a:gd name="T27" fmla="*/ 4 h 5"/>
                <a:gd name="T28" fmla="*/ 4 w 4"/>
                <a:gd name="T29" fmla="*/ 1 h 5"/>
                <a:gd name="T30" fmla="*/ 4 w 4"/>
                <a:gd name="T31" fmla="*/ 1 h 5"/>
                <a:gd name="T32" fmla="*/ 3 w 4"/>
                <a:gd name="T33" fmla="*/ 0 h 5"/>
                <a:gd name="T34" fmla="*/ 3 w 4"/>
                <a:gd name="T35" fmla="*/ 0 h 5"/>
                <a:gd name="T36" fmla="*/ 2 w 4"/>
                <a:gd name="T37" fmla="*/ 0 h 5"/>
                <a:gd name="T38" fmla="*/ 2 w 4"/>
                <a:gd name="T3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582" name="组合 12581">
            <a:extLst>
              <a:ext uri="{FF2B5EF4-FFF2-40B4-BE49-F238E27FC236}">
                <a16:creationId xmlns:a16="http://schemas.microsoft.com/office/drawing/2014/main" id="{2F756441-9E33-7E86-B7A5-8483C3F795B3}"/>
              </a:ext>
            </a:extLst>
          </p:cNvPr>
          <p:cNvGrpSpPr/>
          <p:nvPr/>
        </p:nvGrpSpPr>
        <p:grpSpPr>
          <a:xfrm flipH="1" flipV="1">
            <a:off x="9923463" y="-401469"/>
            <a:ext cx="2268537" cy="1557339"/>
            <a:chOff x="11796349" y="8382981"/>
            <a:chExt cx="2268537" cy="1557339"/>
          </a:xfrm>
        </p:grpSpPr>
        <p:sp>
          <p:nvSpPr>
            <p:cNvPr id="945" name="Freeform 175">
              <a:extLst>
                <a:ext uri="{FF2B5EF4-FFF2-40B4-BE49-F238E27FC236}">
                  <a16:creationId xmlns:a16="http://schemas.microsoft.com/office/drawing/2014/main" id="{C98317D9-29C2-DFFC-56BB-DD8E1DFACC9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6" name="Freeform 176">
              <a:extLst>
                <a:ext uri="{FF2B5EF4-FFF2-40B4-BE49-F238E27FC236}">
                  <a16:creationId xmlns:a16="http://schemas.microsoft.com/office/drawing/2014/main" id="{1384A746-65C6-7842-BBBC-519CEEEFE81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7" name="Freeform 177">
              <a:extLst>
                <a:ext uri="{FF2B5EF4-FFF2-40B4-BE49-F238E27FC236}">
                  <a16:creationId xmlns:a16="http://schemas.microsoft.com/office/drawing/2014/main" id="{D203D8D5-E652-7044-2EE2-15F70E0C7010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8" name="Freeform 178">
              <a:extLst>
                <a:ext uri="{FF2B5EF4-FFF2-40B4-BE49-F238E27FC236}">
                  <a16:creationId xmlns:a16="http://schemas.microsoft.com/office/drawing/2014/main" id="{AD36CE2B-2ED0-FDD4-0D28-1F48A5A5953A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7" name="Freeform 217">
              <a:extLst>
                <a:ext uri="{FF2B5EF4-FFF2-40B4-BE49-F238E27FC236}">
                  <a16:creationId xmlns:a16="http://schemas.microsoft.com/office/drawing/2014/main" id="{A9A8178A-AB8C-E2D5-119C-F7E8C351E785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8" name="Freeform 218">
              <a:extLst>
                <a:ext uri="{FF2B5EF4-FFF2-40B4-BE49-F238E27FC236}">
                  <a16:creationId xmlns:a16="http://schemas.microsoft.com/office/drawing/2014/main" id="{CB478592-6A91-CF37-13A4-698C45057485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1" name="Freeform 231">
              <a:extLst>
                <a:ext uri="{FF2B5EF4-FFF2-40B4-BE49-F238E27FC236}">
                  <a16:creationId xmlns:a16="http://schemas.microsoft.com/office/drawing/2014/main" id="{2436A38C-4E0E-9BA2-0BB1-C37A906470D9}"/>
                </a:ext>
              </a:extLst>
            </p:cNvPr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2" name="Freeform 232">
              <a:extLst>
                <a:ext uri="{FF2B5EF4-FFF2-40B4-BE49-F238E27FC236}">
                  <a16:creationId xmlns:a16="http://schemas.microsoft.com/office/drawing/2014/main" id="{08AD8159-728E-C8BC-E367-93136D96C6EC}"/>
                </a:ext>
              </a:extLst>
            </p:cNvPr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3" name="Freeform 233">
              <a:extLst>
                <a:ext uri="{FF2B5EF4-FFF2-40B4-BE49-F238E27FC236}">
                  <a16:creationId xmlns:a16="http://schemas.microsoft.com/office/drawing/2014/main" id="{49A17279-ECC6-8BF4-F34A-9337613E2289}"/>
                </a:ext>
              </a:extLst>
            </p:cNvPr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4" name="Freeform 234">
              <a:extLst>
                <a:ext uri="{FF2B5EF4-FFF2-40B4-BE49-F238E27FC236}">
                  <a16:creationId xmlns:a16="http://schemas.microsoft.com/office/drawing/2014/main" id="{18BC8242-A0CC-57C7-844F-437908947CA5}"/>
                </a:ext>
              </a:extLst>
            </p:cNvPr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5" name="Freeform 235">
              <a:extLst>
                <a:ext uri="{FF2B5EF4-FFF2-40B4-BE49-F238E27FC236}">
                  <a16:creationId xmlns:a16="http://schemas.microsoft.com/office/drawing/2014/main" id="{F026AEB6-9F87-D78F-8017-6295092F0B6F}"/>
                </a:ext>
              </a:extLst>
            </p:cNvPr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6" name="Freeform 236">
              <a:extLst>
                <a:ext uri="{FF2B5EF4-FFF2-40B4-BE49-F238E27FC236}">
                  <a16:creationId xmlns:a16="http://schemas.microsoft.com/office/drawing/2014/main" id="{B2946949-40C6-424B-2539-C3F0D2E6F18A}"/>
                </a:ext>
              </a:extLst>
            </p:cNvPr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7" name="Freeform 237">
              <a:extLst>
                <a:ext uri="{FF2B5EF4-FFF2-40B4-BE49-F238E27FC236}">
                  <a16:creationId xmlns:a16="http://schemas.microsoft.com/office/drawing/2014/main" id="{724F6C84-F060-E0E3-5D86-B4E20D8E68C4}"/>
                </a:ext>
              </a:extLst>
            </p:cNvPr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8" name="Freeform 238">
              <a:extLst>
                <a:ext uri="{FF2B5EF4-FFF2-40B4-BE49-F238E27FC236}">
                  <a16:creationId xmlns:a16="http://schemas.microsoft.com/office/drawing/2014/main" id="{F84150F2-2215-D67F-26EF-C3D48B403F56}"/>
                </a:ext>
              </a:extLst>
            </p:cNvPr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9" name="Freeform 239">
              <a:extLst>
                <a:ext uri="{FF2B5EF4-FFF2-40B4-BE49-F238E27FC236}">
                  <a16:creationId xmlns:a16="http://schemas.microsoft.com/office/drawing/2014/main" id="{8431E0F2-8D01-5C6B-EF46-A72521D62A0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0" name="Freeform 240">
              <a:extLst>
                <a:ext uri="{FF2B5EF4-FFF2-40B4-BE49-F238E27FC236}">
                  <a16:creationId xmlns:a16="http://schemas.microsoft.com/office/drawing/2014/main" id="{9E3D675A-7512-6AD3-F626-BC12EAC4E793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1" name="Freeform 241">
              <a:extLst>
                <a:ext uri="{FF2B5EF4-FFF2-40B4-BE49-F238E27FC236}">
                  <a16:creationId xmlns:a16="http://schemas.microsoft.com/office/drawing/2014/main" id="{7274AB74-771C-4F27-75AD-8E104BDFD141}"/>
                </a:ext>
              </a:extLst>
            </p:cNvPr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2" name="Freeform 242">
              <a:extLst>
                <a:ext uri="{FF2B5EF4-FFF2-40B4-BE49-F238E27FC236}">
                  <a16:creationId xmlns:a16="http://schemas.microsoft.com/office/drawing/2014/main" id="{6B71B078-8342-21E0-B6EE-C237388356E7}"/>
                </a:ext>
              </a:extLst>
            </p:cNvPr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3" name="Freeform 243">
              <a:extLst>
                <a:ext uri="{FF2B5EF4-FFF2-40B4-BE49-F238E27FC236}">
                  <a16:creationId xmlns:a16="http://schemas.microsoft.com/office/drawing/2014/main" id="{CEABFCB8-F257-47E6-1DE8-379075F98B09}"/>
                </a:ext>
              </a:extLst>
            </p:cNvPr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4" name="Freeform 244">
              <a:extLst>
                <a:ext uri="{FF2B5EF4-FFF2-40B4-BE49-F238E27FC236}">
                  <a16:creationId xmlns:a16="http://schemas.microsoft.com/office/drawing/2014/main" id="{D1DB3B9C-6359-0EE5-AD1C-DD95FC2A4D7D}"/>
                </a:ext>
              </a:extLst>
            </p:cNvPr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5" name="Freeform 245">
              <a:extLst>
                <a:ext uri="{FF2B5EF4-FFF2-40B4-BE49-F238E27FC236}">
                  <a16:creationId xmlns:a16="http://schemas.microsoft.com/office/drawing/2014/main" id="{775F993E-F8EB-95A6-1BA8-A2398601EB20}"/>
                </a:ext>
              </a:extLst>
            </p:cNvPr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6" name="Freeform 246">
              <a:extLst>
                <a:ext uri="{FF2B5EF4-FFF2-40B4-BE49-F238E27FC236}">
                  <a16:creationId xmlns:a16="http://schemas.microsoft.com/office/drawing/2014/main" id="{95214545-186B-E019-88F6-B6850D5F3F77}"/>
                </a:ext>
              </a:extLst>
            </p:cNvPr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7" name="Rectangle 247">
              <a:extLst>
                <a:ext uri="{FF2B5EF4-FFF2-40B4-BE49-F238E27FC236}">
                  <a16:creationId xmlns:a16="http://schemas.microsoft.com/office/drawing/2014/main" id="{41D88631-C834-99F1-25B5-FA8667A7A4A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8" name="Rectangle 248">
              <a:extLst>
                <a:ext uri="{FF2B5EF4-FFF2-40B4-BE49-F238E27FC236}">
                  <a16:creationId xmlns:a16="http://schemas.microsoft.com/office/drawing/2014/main" id="{B93D2334-8553-9452-3931-8AB2680C488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9" name="Freeform 249">
              <a:extLst>
                <a:ext uri="{FF2B5EF4-FFF2-40B4-BE49-F238E27FC236}">
                  <a16:creationId xmlns:a16="http://schemas.microsoft.com/office/drawing/2014/main" id="{03BE5980-4D37-A897-C62B-9241ABA0E98B}"/>
                </a:ext>
              </a:extLst>
            </p:cNvPr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0" name="Freeform 250">
              <a:extLst>
                <a:ext uri="{FF2B5EF4-FFF2-40B4-BE49-F238E27FC236}">
                  <a16:creationId xmlns:a16="http://schemas.microsoft.com/office/drawing/2014/main" id="{656DB5D8-B06F-6815-4262-70750321822F}"/>
                </a:ext>
              </a:extLst>
            </p:cNvPr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1" name="Freeform 251">
              <a:extLst>
                <a:ext uri="{FF2B5EF4-FFF2-40B4-BE49-F238E27FC236}">
                  <a16:creationId xmlns:a16="http://schemas.microsoft.com/office/drawing/2014/main" id="{D95CE8DD-8B3E-DB51-F44A-430421ABBA2B}"/>
                </a:ext>
              </a:extLst>
            </p:cNvPr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2" name="Freeform 252">
              <a:extLst>
                <a:ext uri="{FF2B5EF4-FFF2-40B4-BE49-F238E27FC236}">
                  <a16:creationId xmlns:a16="http://schemas.microsoft.com/office/drawing/2014/main" id="{16156DA2-C683-104B-83D3-CDC31A4B97DD}"/>
                </a:ext>
              </a:extLst>
            </p:cNvPr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3" name="Freeform 253">
              <a:extLst>
                <a:ext uri="{FF2B5EF4-FFF2-40B4-BE49-F238E27FC236}">
                  <a16:creationId xmlns:a16="http://schemas.microsoft.com/office/drawing/2014/main" id="{29ECA8AF-E38F-90F8-9778-3E923C02DCE9}"/>
                </a:ext>
              </a:extLst>
            </p:cNvPr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4" name="Freeform 254">
              <a:extLst>
                <a:ext uri="{FF2B5EF4-FFF2-40B4-BE49-F238E27FC236}">
                  <a16:creationId xmlns:a16="http://schemas.microsoft.com/office/drawing/2014/main" id="{B411CC00-9C51-DD99-55A0-817AA11C5E0C}"/>
                </a:ext>
              </a:extLst>
            </p:cNvPr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5" name="Freeform 255">
              <a:extLst>
                <a:ext uri="{FF2B5EF4-FFF2-40B4-BE49-F238E27FC236}">
                  <a16:creationId xmlns:a16="http://schemas.microsoft.com/office/drawing/2014/main" id="{D85573D6-009A-D8F6-7221-3DC93AC37FD6}"/>
                </a:ext>
              </a:extLst>
            </p:cNvPr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6" name="Freeform 256">
              <a:extLst>
                <a:ext uri="{FF2B5EF4-FFF2-40B4-BE49-F238E27FC236}">
                  <a16:creationId xmlns:a16="http://schemas.microsoft.com/office/drawing/2014/main" id="{CEF9CC57-4AD3-73B0-EE86-6A156FB8D3EE}"/>
                </a:ext>
              </a:extLst>
            </p:cNvPr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7" name="Freeform 257">
              <a:extLst>
                <a:ext uri="{FF2B5EF4-FFF2-40B4-BE49-F238E27FC236}">
                  <a16:creationId xmlns:a16="http://schemas.microsoft.com/office/drawing/2014/main" id="{5C6EB08C-2FEB-3272-D41D-22D1FDF27760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8" name="Freeform 258">
              <a:extLst>
                <a:ext uri="{FF2B5EF4-FFF2-40B4-BE49-F238E27FC236}">
                  <a16:creationId xmlns:a16="http://schemas.microsoft.com/office/drawing/2014/main" id="{7BA21730-52C1-FC32-071B-60B7110A8FF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9" name="Freeform 259">
              <a:extLst>
                <a:ext uri="{FF2B5EF4-FFF2-40B4-BE49-F238E27FC236}">
                  <a16:creationId xmlns:a16="http://schemas.microsoft.com/office/drawing/2014/main" id="{76E1C66D-5D0E-38B3-0F58-8F46C4047254}"/>
                </a:ext>
              </a:extLst>
            </p:cNvPr>
            <p:cNvSpPr/>
            <p:nvPr/>
          </p:nvSpPr>
          <p:spPr bwMode="auto">
            <a:xfrm flipV="1">
              <a:off x="12637724" y="8395682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1" name="Freeform 261">
              <a:extLst>
                <a:ext uri="{FF2B5EF4-FFF2-40B4-BE49-F238E27FC236}">
                  <a16:creationId xmlns:a16="http://schemas.microsoft.com/office/drawing/2014/main" id="{9AA7C070-CAAA-53F3-C132-1C5A6D7E116E}"/>
                </a:ext>
              </a:extLst>
            </p:cNvPr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2" name="Freeform 262">
              <a:extLst>
                <a:ext uri="{FF2B5EF4-FFF2-40B4-BE49-F238E27FC236}">
                  <a16:creationId xmlns:a16="http://schemas.microsoft.com/office/drawing/2014/main" id="{1710E578-0FDD-8579-A914-A3644F917F76}"/>
                </a:ext>
              </a:extLst>
            </p:cNvPr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3" name="Freeform 263">
              <a:extLst>
                <a:ext uri="{FF2B5EF4-FFF2-40B4-BE49-F238E27FC236}">
                  <a16:creationId xmlns:a16="http://schemas.microsoft.com/office/drawing/2014/main" id="{3995F796-21FD-B0D8-435B-F6D8DF64BF15}"/>
                </a:ext>
              </a:extLst>
            </p:cNvPr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4" name="Freeform 264">
              <a:extLst>
                <a:ext uri="{FF2B5EF4-FFF2-40B4-BE49-F238E27FC236}">
                  <a16:creationId xmlns:a16="http://schemas.microsoft.com/office/drawing/2014/main" id="{65BF0C66-091B-2603-CB13-7C95DA318249}"/>
                </a:ext>
              </a:extLst>
            </p:cNvPr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5" name="Freeform 265">
              <a:extLst>
                <a:ext uri="{FF2B5EF4-FFF2-40B4-BE49-F238E27FC236}">
                  <a16:creationId xmlns:a16="http://schemas.microsoft.com/office/drawing/2014/main" id="{A3F5DBDA-A863-B988-DF59-A9C0DCDBFCCE}"/>
                </a:ext>
              </a:extLst>
            </p:cNvPr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6" name="Freeform 266">
              <a:extLst>
                <a:ext uri="{FF2B5EF4-FFF2-40B4-BE49-F238E27FC236}">
                  <a16:creationId xmlns:a16="http://schemas.microsoft.com/office/drawing/2014/main" id="{45FB6951-00F7-E2E8-E327-29D0FBC07C32}"/>
                </a:ext>
              </a:extLst>
            </p:cNvPr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7" name="Freeform 267">
              <a:extLst>
                <a:ext uri="{FF2B5EF4-FFF2-40B4-BE49-F238E27FC236}">
                  <a16:creationId xmlns:a16="http://schemas.microsoft.com/office/drawing/2014/main" id="{0606B154-DD23-75DD-18F4-FEB322404C69}"/>
                </a:ext>
              </a:extLst>
            </p:cNvPr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8" name="Freeform 268">
              <a:extLst>
                <a:ext uri="{FF2B5EF4-FFF2-40B4-BE49-F238E27FC236}">
                  <a16:creationId xmlns:a16="http://schemas.microsoft.com/office/drawing/2014/main" id="{611DC370-AFB9-CE91-75F3-20F90CC094FE}"/>
                </a:ext>
              </a:extLst>
            </p:cNvPr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9" name="Freeform 269">
              <a:extLst>
                <a:ext uri="{FF2B5EF4-FFF2-40B4-BE49-F238E27FC236}">
                  <a16:creationId xmlns:a16="http://schemas.microsoft.com/office/drawing/2014/main" id="{F94B6020-0F5D-0A37-8A24-516C23EFBC79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0" name="Freeform 270">
              <a:extLst>
                <a:ext uri="{FF2B5EF4-FFF2-40B4-BE49-F238E27FC236}">
                  <a16:creationId xmlns:a16="http://schemas.microsoft.com/office/drawing/2014/main" id="{C66EB8D0-5EF0-ED43-FD1D-035D197BCBE8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1" name="Rectangle 271">
              <a:extLst>
                <a:ext uri="{FF2B5EF4-FFF2-40B4-BE49-F238E27FC236}">
                  <a16:creationId xmlns:a16="http://schemas.microsoft.com/office/drawing/2014/main" id="{199ED6B8-ACAC-9C64-5761-3C746D9D8CA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2" name="Rectangle 272">
              <a:extLst>
                <a:ext uri="{FF2B5EF4-FFF2-40B4-BE49-F238E27FC236}">
                  <a16:creationId xmlns:a16="http://schemas.microsoft.com/office/drawing/2014/main" id="{5F6A99FA-D9D1-1FD7-0AB9-5D7CB902992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3" name="Freeform 273">
              <a:extLst>
                <a:ext uri="{FF2B5EF4-FFF2-40B4-BE49-F238E27FC236}">
                  <a16:creationId xmlns:a16="http://schemas.microsoft.com/office/drawing/2014/main" id="{13816DE1-D3E2-9834-69BA-4D8B4E719D99}"/>
                </a:ext>
              </a:extLst>
            </p:cNvPr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4" name="Freeform 274">
              <a:extLst>
                <a:ext uri="{FF2B5EF4-FFF2-40B4-BE49-F238E27FC236}">
                  <a16:creationId xmlns:a16="http://schemas.microsoft.com/office/drawing/2014/main" id="{9E16A1D6-5B93-2160-60A8-A67A17169B27}"/>
                </a:ext>
              </a:extLst>
            </p:cNvPr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5" name="Freeform 275">
              <a:extLst>
                <a:ext uri="{FF2B5EF4-FFF2-40B4-BE49-F238E27FC236}">
                  <a16:creationId xmlns:a16="http://schemas.microsoft.com/office/drawing/2014/main" id="{AB21F4E5-9D4F-E434-502D-88F5B68816A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6" name="Freeform 276">
              <a:extLst>
                <a:ext uri="{FF2B5EF4-FFF2-40B4-BE49-F238E27FC236}">
                  <a16:creationId xmlns:a16="http://schemas.microsoft.com/office/drawing/2014/main" id="{681547F0-03ED-1D07-2AA7-B51D4C1501CE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7" name="Freeform 277">
              <a:extLst>
                <a:ext uri="{FF2B5EF4-FFF2-40B4-BE49-F238E27FC236}">
                  <a16:creationId xmlns:a16="http://schemas.microsoft.com/office/drawing/2014/main" id="{D7AB844E-CD64-E221-97AC-F8A80F113617}"/>
                </a:ext>
              </a:extLst>
            </p:cNvPr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" name="Freeform 278">
              <a:extLst>
                <a:ext uri="{FF2B5EF4-FFF2-40B4-BE49-F238E27FC236}">
                  <a16:creationId xmlns:a16="http://schemas.microsoft.com/office/drawing/2014/main" id="{08E4E673-89D0-1A40-42DB-25814D3FBA55}"/>
                </a:ext>
              </a:extLst>
            </p:cNvPr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" name="Freeform 279">
              <a:extLst>
                <a:ext uri="{FF2B5EF4-FFF2-40B4-BE49-F238E27FC236}">
                  <a16:creationId xmlns:a16="http://schemas.microsoft.com/office/drawing/2014/main" id="{A6D4BFD3-BA75-9204-5FC5-6AADEEAF6B15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" name="Freeform 280">
              <a:extLst>
                <a:ext uri="{FF2B5EF4-FFF2-40B4-BE49-F238E27FC236}">
                  <a16:creationId xmlns:a16="http://schemas.microsoft.com/office/drawing/2014/main" id="{4CB61DF5-31CE-6824-B275-C92F4E151BB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1" name="Freeform 281">
              <a:extLst>
                <a:ext uri="{FF2B5EF4-FFF2-40B4-BE49-F238E27FC236}">
                  <a16:creationId xmlns:a16="http://schemas.microsoft.com/office/drawing/2014/main" id="{E50527E0-2D2B-98A1-B272-BDE1F0549B13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2" name="Freeform 282">
              <a:extLst>
                <a:ext uri="{FF2B5EF4-FFF2-40B4-BE49-F238E27FC236}">
                  <a16:creationId xmlns:a16="http://schemas.microsoft.com/office/drawing/2014/main" id="{BD921CA9-DA4F-E6DD-4BEF-893A962D8A53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3" name="Freeform 283">
              <a:extLst>
                <a:ext uri="{FF2B5EF4-FFF2-40B4-BE49-F238E27FC236}">
                  <a16:creationId xmlns:a16="http://schemas.microsoft.com/office/drawing/2014/main" id="{5318C402-8ECF-5C1A-B7AB-04BC1236B17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4" name="Freeform 284">
              <a:extLst>
                <a:ext uri="{FF2B5EF4-FFF2-40B4-BE49-F238E27FC236}">
                  <a16:creationId xmlns:a16="http://schemas.microsoft.com/office/drawing/2014/main" id="{D78F380F-337C-157A-E4CD-17D6A54CE3B9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5" name="Freeform 285">
              <a:extLst>
                <a:ext uri="{FF2B5EF4-FFF2-40B4-BE49-F238E27FC236}">
                  <a16:creationId xmlns:a16="http://schemas.microsoft.com/office/drawing/2014/main" id="{C65BAA10-F738-D451-D802-3942E217EF62}"/>
                </a:ext>
              </a:extLst>
            </p:cNvPr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6" name="Freeform 286">
              <a:extLst>
                <a:ext uri="{FF2B5EF4-FFF2-40B4-BE49-F238E27FC236}">
                  <a16:creationId xmlns:a16="http://schemas.microsoft.com/office/drawing/2014/main" id="{3776A0D7-2026-15FB-F273-05EBAF8B36ED}"/>
                </a:ext>
              </a:extLst>
            </p:cNvPr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7" name="Freeform 287">
              <a:extLst>
                <a:ext uri="{FF2B5EF4-FFF2-40B4-BE49-F238E27FC236}">
                  <a16:creationId xmlns:a16="http://schemas.microsoft.com/office/drawing/2014/main" id="{09A14C04-398A-942E-D990-05DAED91CD5C}"/>
                </a:ext>
              </a:extLst>
            </p:cNvPr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8" name="Freeform 288">
              <a:extLst>
                <a:ext uri="{FF2B5EF4-FFF2-40B4-BE49-F238E27FC236}">
                  <a16:creationId xmlns:a16="http://schemas.microsoft.com/office/drawing/2014/main" id="{EE63C001-E96F-CD14-F0D8-531A0F2B24D6}"/>
                </a:ext>
              </a:extLst>
            </p:cNvPr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9" name="Freeform 289">
              <a:extLst>
                <a:ext uri="{FF2B5EF4-FFF2-40B4-BE49-F238E27FC236}">
                  <a16:creationId xmlns:a16="http://schemas.microsoft.com/office/drawing/2014/main" id="{86A6E422-0887-C8BB-F2BA-341006EA3021}"/>
                </a:ext>
              </a:extLst>
            </p:cNvPr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0" name="Freeform 290">
              <a:extLst>
                <a:ext uri="{FF2B5EF4-FFF2-40B4-BE49-F238E27FC236}">
                  <a16:creationId xmlns:a16="http://schemas.microsoft.com/office/drawing/2014/main" id="{12082D90-14E9-6E78-3DE2-5530F1953DD4}"/>
                </a:ext>
              </a:extLst>
            </p:cNvPr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1" name="Freeform 291">
              <a:extLst>
                <a:ext uri="{FF2B5EF4-FFF2-40B4-BE49-F238E27FC236}">
                  <a16:creationId xmlns:a16="http://schemas.microsoft.com/office/drawing/2014/main" id="{E879E868-CAEA-EC16-D72F-F8BBA947D573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2" name="Freeform 292">
              <a:extLst>
                <a:ext uri="{FF2B5EF4-FFF2-40B4-BE49-F238E27FC236}">
                  <a16:creationId xmlns:a16="http://schemas.microsoft.com/office/drawing/2014/main" id="{8D34B8C0-D79A-261A-7792-8037C99D94AA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7" name="Freeform 347">
              <a:extLst>
                <a:ext uri="{FF2B5EF4-FFF2-40B4-BE49-F238E27FC236}">
                  <a16:creationId xmlns:a16="http://schemas.microsoft.com/office/drawing/2014/main" id="{F5B7B324-E899-9A78-B07B-7D751F10904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8" name="Freeform 348">
              <a:extLst>
                <a:ext uri="{FF2B5EF4-FFF2-40B4-BE49-F238E27FC236}">
                  <a16:creationId xmlns:a16="http://schemas.microsoft.com/office/drawing/2014/main" id="{EB9CEEE0-2635-7F5C-3A47-14845B59F59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9" name="Freeform 349">
              <a:extLst>
                <a:ext uri="{FF2B5EF4-FFF2-40B4-BE49-F238E27FC236}">
                  <a16:creationId xmlns:a16="http://schemas.microsoft.com/office/drawing/2014/main" id="{82C79796-A82A-1633-B21E-8508F8DD58EC}"/>
                </a:ext>
              </a:extLst>
            </p:cNvPr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0" name="Freeform 350">
              <a:extLst>
                <a:ext uri="{FF2B5EF4-FFF2-40B4-BE49-F238E27FC236}">
                  <a16:creationId xmlns:a16="http://schemas.microsoft.com/office/drawing/2014/main" id="{B024AC1F-BAC9-7991-624B-BDACDAA4526E}"/>
                </a:ext>
              </a:extLst>
            </p:cNvPr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1" name="Freeform 351">
              <a:extLst>
                <a:ext uri="{FF2B5EF4-FFF2-40B4-BE49-F238E27FC236}">
                  <a16:creationId xmlns:a16="http://schemas.microsoft.com/office/drawing/2014/main" id="{2836C2F0-C01A-5867-34A2-4BBA5AC0B2BA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2" name="Freeform 352">
              <a:extLst>
                <a:ext uri="{FF2B5EF4-FFF2-40B4-BE49-F238E27FC236}">
                  <a16:creationId xmlns:a16="http://schemas.microsoft.com/office/drawing/2014/main" id="{7A6504C9-E15C-AF15-E816-486E30F557F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3" name="Freeform 353">
              <a:extLst>
                <a:ext uri="{FF2B5EF4-FFF2-40B4-BE49-F238E27FC236}">
                  <a16:creationId xmlns:a16="http://schemas.microsoft.com/office/drawing/2014/main" id="{27B7BDFC-C903-01DF-FEBF-B131DF9E3C57}"/>
                </a:ext>
              </a:extLst>
            </p:cNvPr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4" name="Freeform 354">
              <a:extLst>
                <a:ext uri="{FF2B5EF4-FFF2-40B4-BE49-F238E27FC236}">
                  <a16:creationId xmlns:a16="http://schemas.microsoft.com/office/drawing/2014/main" id="{100F0FCF-75ED-8C5E-61BE-AEA0E83B0FA0}"/>
                </a:ext>
              </a:extLst>
            </p:cNvPr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5" name="Freeform 355">
              <a:extLst>
                <a:ext uri="{FF2B5EF4-FFF2-40B4-BE49-F238E27FC236}">
                  <a16:creationId xmlns:a16="http://schemas.microsoft.com/office/drawing/2014/main" id="{F62DC423-F1F8-A5DE-2E5F-5F2CBF14D24E}"/>
                </a:ext>
              </a:extLst>
            </p:cNvPr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6" name="Freeform 356">
              <a:extLst>
                <a:ext uri="{FF2B5EF4-FFF2-40B4-BE49-F238E27FC236}">
                  <a16:creationId xmlns:a16="http://schemas.microsoft.com/office/drawing/2014/main" id="{5BCD98DE-BE61-54D7-3493-A8395E9EA87E}"/>
                </a:ext>
              </a:extLst>
            </p:cNvPr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7" name="Freeform 357">
              <a:extLst>
                <a:ext uri="{FF2B5EF4-FFF2-40B4-BE49-F238E27FC236}">
                  <a16:creationId xmlns:a16="http://schemas.microsoft.com/office/drawing/2014/main" id="{F4849E3E-8E6C-D702-DA0D-7FA4D7C33141}"/>
                </a:ext>
              </a:extLst>
            </p:cNvPr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8" name="Freeform 358">
              <a:extLst>
                <a:ext uri="{FF2B5EF4-FFF2-40B4-BE49-F238E27FC236}">
                  <a16:creationId xmlns:a16="http://schemas.microsoft.com/office/drawing/2014/main" id="{6DE91942-BE2C-73C2-D3A0-FCC7C3E2254A}"/>
                </a:ext>
              </a:extLst>
            </p:cNvPr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9" name="Freeform 359">
              <a:extLst>
                <a:ext uri="{FF2B5EF4-FFF2-40B4-BE49-F238E27FC236}">
                  <a16:creationId xmlns:a16="http://schemas.microsoft.com/office/drawing/2014/main" id="{EDFF5D9C-7FA4-FC80-4041-7AD27BE4AC2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0" name="Freeform 360">
              <a:extLst>
                <a:ext uri="{FF2B5EF4-FFF2-40B4-BE49-F238E27FC236}">
                  <a16:creationId xmlns:a16="http://schemas.microsoft.com/office/drawing/2014/main" id="{536A2781-CA8F-7965-0D56-A42EC0FC3E4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1" name="Freeform 361">
              <a:extLst>
                <a:ext uri="{FF2B5EF4-FFF2-40B4-BE49-F238E27FC236}">
                  <a16:creationId xmlns:a16="http://schemas.microsoft.com/office/drawing/2014/main" id="{CDD51F43-7AB6-D794-F2B7-F6D56A0F517F}"/>
                </a:ext>
              </a:extLst>
            </p:cNvPr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2" name="Freeform 362">
              <a:extLst>
                <a:ext uri="{FF2B5EF4-FFF2-40B4-BE49-F238E27FC236}">
                  <a16:creationId xmlns:a16="http://schemas.microsoft.com/office/drawing/2014/main" id="{7D1E839C-6EA6-A8CF-C0F6-6DC0CB6A51E2}"/>
                </a:ext>
              </a:extLst>
            </p:cNvPr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3" name="Freeform 363">
              <a:extLst>
                <a:ext uri="{FF2B5EF4-FFF2-40B4-BE49-F238E27FC236}">
                  <a16:creationId xmlns:a16="http://schemas.microsoft.com/office/drawing/2014/main" id="{9F3A910B-5474-9C24-0A90-21638199972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4" name="Freeform 364">
              <a:extLst>
                <a:ext uri="{FF2B5EF4-FFF2-40B4-BE49-F238E27FC236}">
                  <a16:creationId xmlns:a16="http://schemas.microsoft.com/office/drawing/2014/main" id="{8BAD0306-9F77-00BA-87D0-69C5A4036D5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5" name="Freeform 365">
              <a:extLst>
                <a:ext uri="{FF2B5EF4-FFF2-40B4-BE49-F238E27FC236}">
                  <a16:creationId xmlns:a16="http://schemas.microsoft.com/office/drawing/2014/main" id="{558F8561-D888-DE0C-9E80-808E44F0EC89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6" name="Freeform 366">
              <a:extLst>
                <a:ext uri="{FF2B5EF4-FFF2-40B4-BE49-F238E27FC236}">
                  <a16:creationId xmlns:a16="http://schemas.microsoft.com/office/drawing/2014/main" id="{8407404C-B533-3784-E66D-08C9E608083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7" name="Freeform 367">
              <a:extLst>
                <a:ext uri="{FF2B5EF4-FFF2-40B4-BE49-F238E27FC236}">
                  <a16:creationId xmlns:a16="http://schemas.microsoft.com/office/drawing/2014/main" id="{C2063CDF-128C-A2FB-0D4E-620D8E65680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8" name="Freeform 368">
              <a:extLst>
                <a:ext uri="{FF2B5EF4-FFF2-40B4-BE49-F238E27FC236}">
                  <a16:creationId xmlns:a16="http://schemas.microsoft.com/office/drawing/2014/main" id="{CA0526EE-9392-3A86-1696-2BCA715CF4D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9" name="Freeform 369">
              <a:extLst>
                <a:ext uri="{FF2B5EF4-FFF2-40B4-BE49-F238E27FC236}">
                  <a16:creationId xmlns:a16="http://schemas.microsoft.com/office/drawing/2014/main" id="{37CA3EC7-FE4D-AA23-873C-25C3D78B614F}"/>
                </a:ext>
              </a:extLst>
            </p:cNvPr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0" name="Freeform 370">
              <a:extLst>
                <a:ext uri="{FF2B5EF4-FFF2-40B4-BE49-F238E27FC236}">
                  <a16:creationId xmlns:a16="http://schemas.microsoft.com/office/drawing/2014/main" id="{870D6A64-7020-72B8-D964-E100EFB7EBAF}"/>
                </a:ext>
              </a:extLst>
            </p:cNvPr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1" name="Freeform 372">
              <a:extLst>
                <a:ext uri="{FF2B5EF4-FFF2-40B4-BE49-F238E27FC236}">
                  <a16:creationId xmlns:a16="http://schemas.microsoft.com/office/drawing/2014/main" id="{5DD57374-37EC-6051-947F-E626430C3A70}"/>
                </a:ext>
              </a:extLst>
            </p:cNvPr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2" name="Freeform 373">
              <a:extLst>
                <a:ext uri="{FF2B5EF4-FFF2-40B4-BE49-F238E27FC236}">
                  <a16:creationId xmlns:a16="http://schemas.microsoft.com/office/drawing/2014/main" id="{8A5C048F-5B6C-8402-3C06-76418FF5C1AB}"/>
                </a:ext>
              </a:extLst>
            </p:cNvPr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3" name="Freeform 374">
              <a:extLst>
                <a:ext uri="{FF2B5EF4-FFF2-40B4-BE49-F238E27FC236}">
                  <a16:creationId xmlns:a16="http://schemas.microsoft.com/office/drawing/2014/main" id="{2E1022A2-A519-898D-3C55-5FD9663BD7E6}"/>
                </a:ext>
              </a:extLst>
            </p:cNvPr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4" name="Freeform 375">
              <a:extLst>
                <a:ext uri="{FF2B5EF4-FFF2-40B4-BE49-F238E27FC236}">
                  <a16:creationId xmlns:a16="http://schemas.microsoft.com/office/drawing/2014/main" id="{FC6F343C-7D13-CAEC-568F-BA1F3A1B9E9F}"/>
                </a:ext>
              </a:extLst>
            </p:cNvPr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5" name="Freeform 376">
              <a:extLst>
                <a:ext uri="{FF2B5EF4-FFF2-40B4-BE49-F238E27FC236}">
                  <a16:creationId xmlns:a16="http://schemas.microsoft.com/office/drawing/2014/main" id="{0C2C6162-B930-637A-1A8C-73316E1EEFFF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6" name="Freeform 377">
              <a:extLst>
                <a:ext uri="{FF2B5EF4-FFF2-40B4-BE49-F238E27FC236}">
                  <a16:creationId xmlns:a16="http://schemas.microsoft.com/office/drawing/2014/main" id="{3927FB74-2F4C-6DD4-5B28-AF3865C61F85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7" name="Freeform 378">
              <a:extLst>
                <a:ext uri="{FF2B5EF4-FFF2-40B4-BE49-F238E27FC236}">
                  <a16:creationId xmlns:a16="http://schemas.microsoft.com/office/drawing/2014/main" id="{2BC69E36-DA82-DF09-ACD1-E12EDEA8A2B3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8" name="Freeform 379">
              <a:extLst>
                <a:ext uri="{FF2B5EF4-FFF2-40B4-BE49-F238E27FC236}">
                  <a16:creationId xmlns:a16="http://schemas.microsoft.com/office/drawing/2014/main" id="{D469576D-EA15-2567-8192-35AD7FA03A00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9" name="Freeform 380">
              <a:extLst>
                <a:ext uri="{FF2B5EF4-FFF2-40B4-BE49-F238E27FC236}">
                  <a16:creationId xmlns:a16="http://schemas.microsoft.com/office/drawing/2014/main" id="{D94D98E8-3891-FED6-A1DA-FA90425A61CF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0" name="Freeform 381">
              <a:extLst>
                <a:ext uri="{FF2B5EF4-FFF2-40B4-BE49-F238E27FC236}">
                  <a16:creationId xmlns:a16="http://schemas.microsoft.com/office/drawing/2014/main" id="{75CBA1B8-C551-110F-D70B-1E4CCE9540B5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1" name="Freeform 382">
              <a:extLst>
                <a:ext uri="{FF2B5EF4-FFF2-40B4-BE49-F238E27FC236}">
                  <a16:creationId xmlns:a16="http://schemas.microsoft.com/office/drawing/2014/main" id="{6326C034-6204-A7E9-9DFC-8808630F350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" name="Freeform 383">
              <a:extLst>
                <a:ext uri="{FF2B5EF4-FFF2-40B4-BE49-F238E27FC236}">
                  <a16:creationId xmlns:a16="http://schemas.microsoft.com/office/drawing/2014/main" id="{28F2F525-FE10-F422-F26A-4BA38B9C446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" name="Freeform 394">
              <a:extLst>
                <a:ext uri="{FF2B5EF4-FFF2-40B4-BE49-F238E27FC236}">
                  <a16:creationId xmlns:a16="http://schemas.microsoft.com/office/drawing/2014/main" id="{9E7C0429-5917-5714-2F99-8D88E535CF8E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" name="Freeform 395">
              <a:extLst>
                <a:ext uri="{FF2B5EF4-FFF2-40B4-BE49-F238E27FC236}">
                  <a16:creationId xmlns:a16="http://schemas.microsoft.com/office/drawing/2014/main" id="{0AA96A65-809B-AE9C-847E-0F3BB757263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" name="Rectangle 400">
              <a:extLst>
                <a:ext uri="{FF2B5EF4-FFF2-40B4-BE49-F238E27FC236}">
                  <a16:creationId xmlns:a16="http://schemas.microsoft.com/office/drawing/2014/main" id="{186FDC32-BF07-234E-FB25-E1DB55920B3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9311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" name="Freeform 401">
              <a:extLst>
                <a:ext uri="{FF2B5EF4-FFF2-40B4-BE49-F238E27FC236}">
                  <a16:creationId xmlns:a16="http://schemas.microsoft.com/office/drawing/2014/main" id="{F9B86A3F-E2C0-5DC7-0300-735A04164D7E}"/>
                </a:ext>
              </a:extLst>
            </p:cNvPr>
            <p:cNvSpPr/>
            <p:nvPr/>
          </p:nvSpPr>
          <p:spPr bwMode="auto">
            <a:xfrm flipH="1" flipV="1">
              <a:off x="13909311" y="86734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" name="Freeform 404">
              <a:extLst>
                <a:ext uri="{FF2B5EF4-FFF2-40B4-BE49-F238E27FC236}">
                  <a16:creationId xmlns:a16="http://schemas.microsoft.com/office/drawing/2014/main" id="{145A0654-1AE4-BBAD-1F5D-86F52E09C63B}"/>
                </a:ext>
              </a:extLst>
            </p:cNvPr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" name="Freeform 405">
              <a:extLst>
                <a:ext uri="{FF2B5EF4-FFF2-40B4-BE49-F238E27FC236}">
                  <a16:creationId xmlns:a16="http://schemas.microsoft.com/office/drawing/2014/main" id="{F7CDEE6A-E12A-5020-48DB-9515C0CBD8BB}"/>
                </a:ext>
              </a:extLst>
            </p:cNvPr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" name="Freeform 406">
              <a:extLst>
                <a:ext uri="{FF2B5EF4-FFF2-40B4-BE49-F238E27FC236}">
                  <a16:creationId xmlns:a16="http://schemas.microsoft.com/office/drawing/2014/main" id="{666FAFDE-A9EA-CB50-886C-A72114656210}"/>
                </a:ext>
              </a:extLst>
            </p:cNvPr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" name="Freeform 407">
              <a:extLst>
                <a:ext uri="{FF2B5EF4-FFF2-40B4-BE49-F238E27FC236}">
                  <a16:creationId xmlns:a16="http://schemas.microsoft.com/office/drawing/2014/main" id="{BE81AA89-DE17-B14B-28B7-421C00B22C20}"/>
                </a:ext>
              </a:extLst>
            </p:cNvPr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" name="Freeform 412">
              <a:extLst>
                <a:ext uri="{FF2B5EF4-FFF2-40B4-BE49-F238E27FC236}">
                  <a16:creationId xmlns:a16="http://schemas.microsoft.com/office/drawing/2014/main" id="{954BBD85-BFD5-5853-F9D9-F8A839B4FB89}"/>
                </a:ext>
              </a:extLst>
            </p:cNvPr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" name="Freeform 413">
              <a:extLst>
                <a:ext uri="{FF2B5EF4-FFF2-40B4-BE49-F238E27FC236}">
                  <a16:creationId xmlns:a16="http://schemas.microsoft.com/office/drawing/2014/main" id="{DD945448-0586-8757-BDA5-ABB3B7113E96}"/>
                </a:ext>
              </a:extLst>
            </p:cNvPr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" name="Rectangle 414">
              <a:extLst>
                <a:ext uri="{FF2B5EF4-FFF2-40B4-BE49-F238E27FC236}">
                  <a16:creationId xmlns:a16="http://schemas.microsoft.com/office/drawing/2014/main" id="{8CAF3488-1988-56DE-16BD-DB802E85D3F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" name="Rectangle 415">
              <a:extLst>
                <a:ext uri="{FF2B5EF4-FFF2-40B4-BE49-F238E27FC236}">
                  <a16:creationId xmlns:a16="http://schemas.microsoft.com/office/drawing/2014/main" id="{53843074-3BA5-1503-674C-76471C4E14C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" name="Freeform 424">
              <a:extLst>
                <a:ext uri="{FF2B5EF4-FFF2-40B4-BE49-F238E27FC236}">
                  <a16:creationId xmlns:a16="http://schemas.microsoft.com/office/drawing/2014/main" id="{DE25D77E-2848-F98C-BA6A-7F564A043973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8" name="Freeform 425">
              <a:extLst>
                <a:ext uri="{FF2B5EF4-FFF2-40B4-BE49-F238E27FC236}">
                  <a16:creationId xmlns:a16="http://schemas.microsoft.com/office/drawing/2014/main" id="{E003C4A5-DD36-3BCE-8762-C4182B07802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1" name="Freeform 428">
              <a:extLst>
                <a:ext uri="{FF2B5EF4-FFF2-40B4-BE49-F238E27FC236}">
                  <a16:creationId xmlns:a16="http://schemas.microsoft.com/office/drawing/2014/main" id="{00B539B4-5F56-AE76-E196-E2B52F3BCA9E}"/>
                </a:ext>
              </a:extLst>
            </p:cNvPr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2" name="Freeform 429">
              <a:extLst>
                <a:ext uri="{FF2B5EF4-FFF2-40B4-BE49-F238E27FC236}">
                  <a16:creationId xmlns:a16="http://schemas.microsoft.com/office/drawing/2014/main" id="{1BA629D8-A03E-CDC6-9AD8-C0B03009B429}"/>
                </a:ext>
              </a:extLst>
            </p:cNvPr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9" name="Freeform 436">
              <a:extLst>
                <a:ext uri="{FF2B5EF4-FFF2-40B4-BE49-F238E27FC236}">
                  <a16:creationId xmlns:a16="http://schemas.microsoft.com/office/drawing/2014/main" id="{470920C7-C097-C130-9AC5-AF34C999F1E7}"/>
                </a:ext>
              </a:extLst>
            </p:cNvPr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0" name="Freeform 437">
              <a:extLst>
                <a:ext uri="{FF2B5EF4-FFF2-40B4-BE49-F238E27FC236}">
                  <a16:creationId xmlns:a16="http://schemas.microsoft.com/office/drawing/2014/main" id="{282609FF-6430-DABC-1C79-DCC35EC4BFCD}"/>
                </a:ext>
              </a:extLst>
            </p:cNvPr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1" name="Freeform 438">
              <a:extLst>
                <a:ext uri="{FF2B5EF4-FFF2-40B4-BE49-F238E27FC236}">
                  <a16:creationId xmlns:a16="http://schemas.microsoft.com/office/drawing/2014/main" id="{559A8C70-21BA-9785-1C59-3BEA317800DF}"/>
                </a:ext>
              </a:extLst>
            </p:cNvPr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2" name="Freeform 439">
              <a:extLst>
                <a:ext uri="{FF2B5EF4-FFF2-40B4-BE49-F238E27FC236}">
                  <a16:creationId xmlns:a16="http://schemas.microsoft.com/office/drawing/2014/main" id="{0C6D4FFA-4C05-2EE1-6FC4-8C6CA51743FF}"/>
                </a:ext>
              </a:extLst>
            </p:cNvPr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3" name="Freeform 440">
              <a:extLst>
                <a:ext uri="{FF2B5EF4-FFF2-40B4-BE49-F238E27FC236}">
                  <a16:creationId xmlns:a16="http://schemas.microsoft.com/office/drawing/2014/main" id="{0FADD220-8830-07AF-FC95-80022FC09D24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4" name="Freeform 441">
              <a:extLst>
                <a:ext uri="{FF2B5EF4-FFF2-40B4-BE49-F238E27FC236}">
                  <a16:creationId xmlns:a16="http://schemas.microsoft.com/office/drawing/2014/main" id="{A428CDD0-0FFD-4130-047F-B7CF47095CB7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5" name="Freeform 442">
              <a:extLst>
                <a:ext uri="{FF2B5EF4-FFF2-40B4-BE49-F238E27FC236}">
                  <a16:creationId xmlns:a16="http://schemas.microsoft.com/office/drawing/2014/main" id="{4E23C7C2-D34C-1F67-25B9-05D4A6DD97AB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6" name="Freeform 443">
              <a:extLst>
                <a:ext uri="{FF2B5EF4-FFF2-40B4-BE49-F238E27FC236}">
                  <a16:creationId xmlns:a16="http://schemas.microsoft.com/office/drawing/2014/main" id="{3D6E5EEB-C8E9-F0CC-95AF-3522DE2A758F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7" name="Freeform 444">
              <a:extLst>
                <a:ext uri="{FF2B5EF4-FFF2-40B4-BE49-F238E27FC236}">
                  <a16:creationId xmlns:a16="http://schemas.microsoft.com/office/drawing/2014/main" id="{C2F7BC4F-0CA1-2CB0-B5E5-E8C94655FC22}"/>
                </a:ext>
              </a:extLst>
            </p:cNvPr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8" name="Freeform 445">
              <a:extLst>
                <a:ext uri="{FF2B5EF4-FFF2-40B4-BE49-F238E27FC236}">
                  <a16:creationId xmlns:a16="http://schemas.microsoft.com/office/drawing/2014/main" id="{D808AC40-7F23-2478-B6D1-75267CC41486}"/>
                </a:ext>
              </a:extLst>
            </p:cNvPr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9" name="Freeform 446">
              <a:extLst>
                <a:ext uri="{FF2B5EF4-FFF2-40B4-BE49-F238E27FC236}">
                  <a16:creationId xmlns:a16="http://schemas.microsoft.com/office/drawing/2014/main" id="{4715FA92-A119-5518-EDF4-BA59208DC5C2}"/>
                </a:ext>
              </a:extLst>
            </p:cNvPr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" name="Freeform 447">
              <a:extLst>
                <a:ext uri="{FF2B5EF4-FFF2-40B4-BE49-F238E27FC236}">
                  <a16:creationId xmlns:a16="http://schemas.microsoft.com/office/drawing/2014/main" id="{F4499315-486C-47E9-B520-2A8BBE2EB57E}"/>
                </a:ext>
              </a:extLst>
            </p:cNvPr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1" name="Rectangle 448">
              <a:extLst>
                <a:ext uri="{FF2B5EF4-FFF2-40B4-BE49-F238E27FC236}">
                  <a16:creationId xmlns:a16="http://schemas.microsoft.com/office/drawing/2014/main" id="{86369C9C-954B-940E-D8DC-25B04C054E9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26775" y="94085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2" name="Freeform 449">
              <a:extLst>
                <a:ext uri="{FF2B5EF4-FFF2-40B4-BE49-F238E27FC236}">
                  <a16:creationId xmlns:a16="http://schemas.microsoft.com/office/drawing/2014/main" id="{36983396-613D-0EBD-985D-59CA0F5CB882}"/>
                </a:ext>
              </a:extLst>
            </p:cNvPr>
            <p:cNvSpPr/>
            <p:nvPr/>
          </p:nvSpPr>
          <p:spPr bwMode="auto">
            <a:xfrm flipH="1" flipV="1">
              <a:off x="13926775" y="94100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3" name="Freeform 450">
              <a:extLst>
                <a:ext uri="{FF2B5EF4-FFF2-40B4-BE49-F238E27FC236}">
                  <a16:creationId xmlns:a16="http://schemas.microsoft.com/office/drawing/2014/main" id="{FB34FE42-89D9-D6E5-2981-0AA830A98A71}"/>
                </a:ext>
              </a:extLst>
            </p:cNvPr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4" name="Freeform 451">
              <a:extLst>
                <a:ext uri="{FF2B5EF4-FFF2-40B4-BE49-F238E27FC236}">
                  <a16:creationId xmlns:a16="http://schemas.microsoft.com/office/drawing/2014/main" id="{EA8B4DF6-8339-842A-5203-8568D9D2E70E}"/>
                </a:ext>
              </a:extLst>
            </p:cNvPr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5" name="Freeform 452">
              <a:extLst>
                <a:ext uri="{FF2B5EF4-FFF2-40B4-BE49-F238E27FC236}">
                  <a16:creationId xmlns:a16="http://schemas.microsoft.com/office/drawing/2014/main" id="{F11B2836-2030-0318-0E56-C8976F84623A}"/>
                </a:ext>
              </a:extLst>
            </p:cNvPr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6" name="Freeform 453">
              <a:extLst>
                <a:ext uri="{FF2B5EF4-FFF2-40B4-BE49-F238E27FC236}">
                  <a16:creationId xmlns:a16="http://schemas.microsoft.com/office/drawing/2014/main" id="{0129C1D1-A358-ED80-4808-D05FB53ABB10}"/>
                </a:ext>
              </a:extLst>
            </p:cNvPr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7" name="Freeform 454">
              <a:extLst>
                <a:ext uri="{FF2B5EF4-FFF2-40B4-BE49-F238E27FC236}">
                  <a16:creationId xmlns:a16="http://schemas.microsoft.com/office/drawing/2014/main" id="{F89F775C-CBE2-F70B-118C-5AEE03A9003A}"/>
                </a:ext>
              </a:extLst>
            </p:cNvPr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8" name="Freeform 455">
              <a:extLst>
                <a:ext uri="{FF2B5EF4-FFF2-40B4-BE49-F238E27FC236}">
                  <a16:creationId xmlns:a16="http://schemas.microsoft.com/office/drawing/2014/main" id="{18AC124D-55EE-07A9-A89C-709E9EF36EC3}"/>
                </a:ext>
              </a:extLst>
            </p:cNvPr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9" name="Freeform 456">
              <a:extLst>
                <a:ext uri="{FF2B5EF4-FFF2-40B4-BE49-F238E27FC236}">
                  <a16:creationId xmlns:a16="http://schemas.microsoft.com/office/drawing/2014/main" id="{C1B15AA8-4709-F3F5-AEF7-937F78E796CA}"/>
                </a:ext>
              </a:extLst>
            </p:cNvPr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0" name="Freeform 457">
              <a:extLst>
                <a:ext uri="{FF2B5EF4-FFF2-40B4-BE49-F238E27FC236}">
                  <a16:creationId xmlns:a16="http://schemas.microsoft.com/office/drawing/2014/main" id="{C5E978BC-D734-646D-5A91-959E65FE300A}"/>
                </a:ext>
              </a:extLst>
            </p:cNvPr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1" name="Rectangle 458">
              <a:extLst>
                <a:ext uri="{FF2B5EF4-FFF2-40B4-BE49-F238E27FC236}">
                  <a16:creationId xmlns:a16="http://schemas.microsoft.com/office/drawing/2014/main" id="{B64FC81F-212B-1471-7006-E778F593348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2" name="Rectangle 459">
              <a:extLst>
                <a:ext uri="{FF2B5EF4-FFF2-40B4-BE49-F238E27FC236}">
                  <a16:creationId xmlns:a16="http://schemas.microsoft.com/office/drawing/2014/main" id="{928501F2-9FF1-570F-196C-09E0C4B57AF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3" name="Rectangle 460">
              <a:extLst>
                <a:ext uri="{FF2B5EF4-FFF2-40B4-BE49-F238E27FC236}">
                  <a16:creationId xmlns:a16="http://schemas.microsoft.com/office/drawing/2014/main" id="{26D777C2-3DC5-0B70-8ACA-D96EB21B41B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4" name="Rectangle 461">
              <a:extLst>
                <a:ext uri="{FF2B5EF4-FFF2-40B4-BE49-F238E27FC236}">
                  <a16:creationId xmlns:a16="http://schemas.microsoft.com/office/drawing/2014/main" id="{03539B3A-7DC7-A4CF-B041-A2AC111FB08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5" name="Rectangle 462">
              <a:extLst>
                <a:ext uri="{FF2B5EF4-FFF2-40B4-BE49-F238E27FC236}">
                  <a16:creationId xmlns:a16="http://schemas.microsoft.com/office/drawing/2014/main" id="{4EC5A335-A640-2B9F-F698-ADD234F23C6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6" name="Rectangle 463">
              <a:extLst>
                <a:ext uri="{FF2B5EF4-FFF2-40B4-BE49-F238E27FC236}">
                  <a16:creationId xmlns:a16="http://schemas.microsoft.com/office/drawing/2014/main" id="{3AB647E0-CF63-0C3E-3EBD-50AC3E3C92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7" name="Freeform 464">
              <a:extLst>
                <a:ext uri="{FF2B5EF4-FFF2-40B4-BE49-F238E27FC236}">
                  <a16:creationId xmlns:a16="http://schemas.microsoft.com/office/drawing/2014/main" id="{4B25B390-3EC0-E9D5-A0F5-2F03E995B76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8" name="Freeform 465">
              <a:extLst>
                <a:ext uri="{FF2B5EF4-FFF2-40B4-BE49-F238E27FC236}">
                  <a16:creationId xmlns:a16="http://schemas.microsoft.com/office/drawing/2014/main" id="{6E5C7A00-4F6A-3CEE-499F-95E8968722E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9" name="Freeform 466">
              <a:extLst>
                <a:ext uri="{FF2B5EF4-FFF2-40B4-BE49-F238E27FC236}">
                  <a16:creationId xmlns:a16="http://schemas.microsoft.com/office/drawing/2014/main" id="{84783865-4B49-8B94-101E-0B9588B5464D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0" name="Freeform 467">
              <a:extLst>
                <a:ext uri="{FF2B5EF4-FFF2-40B4-BE49-F238E27FC236}">
                  <a16:creationId xmlns:a16="http://schemas.microsoft.com/office/drawing/2014/main" id="{6C926EC2-2630-0349-1663-5E8C0313BCA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1" name="Freeform 468">
              <a:extLst>
                <a:ext uri="{FF2B5EF4-FFF2-40B4-BE49-F238E27FC236}">
                  <a16:creationId xmlns:a16="http://schemas.microsoft.com/office/drawing/2014/main" id="{20C12901-B06E-4711-14CA-D6237C8F8B25}"/>
                </a:ext>
              </a:extLst>
            </p:cNvPr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2" name="Freeform 469">
              <a:extLst>
                <a:ext uri="{FF2B5EF4-FFF2-40B4-BE49-F238E27FC236}">
                  <a16:creationId xmlns:a16="http://schemas.microsoft.com/office/drawing/2014/main" id="{E0C4A4E7-B616-E6A5-9476-6C8FDDAC882C}"/>
                </a:ext>
              </a:extLst>
            </p:cNvPr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3" name="Freeform 470">
              <a:extLst>
                <a:ext uri="{FF2B5EF4-FFF2-40B4-BE49-F238E27FC236}">
                  <a16:creationId xmlns:a16="http://schemas.microsoft.com/office/drawing/2014/main" id="{87B6A392-1CF3-188C-4394-4613A8F1D7D2}"/>
                </a:ext>
              </a:extLst>
            </p:cNvPr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4" name="Freeform 471">
              <a:extLst>
                <a:ext uri="{FF2B5EF4-FFF2-40B4-BE49-F238E27FC236}">
                  <a16:creationId xmlns:a16="http://schemas.microsoft.com/office/drawing/2014/main" id="{A3A0BE0B-8B62-B50D-7503-91658A7BBB9E}"/>
                </a:ext>
              </a:extLst>
            </p:cNvPr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5" name="Rectangle 472">
              <a:extLst>
                <a:ext uri="{FF2B5EF4-FFF2-40B4-BE49-F238E27FC236}">
                  <a16:creationId xmlns:a16="http://schemas.microsoft.com/office/drawing/2014/main" id="{CC8B22B0-987F-B444-E576-0699CB45505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6" name="Rectangle 473">
              <a:extLst>
                <a:ext uri="{FF2B5EF4-FFF2-40B4-BE49-F238E27FC236}">
                  <a16:creationId xmlns:a16="http://schemas.microsoft.com/office/drawing/2014/main" id="{D6FCFE38-1A92-807D-4D09-2B706051E54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7" name="Rectangle 474">
              <a:extLst>
                <a:ext uri="{FF2B5EF4-FFF2-40B4-BE49-F238E27FC236}">
                  <a16:creationId xmlns:a16="http://schemas.microsoft.com/office/drawing/2014/main" id="{74CEDF22-A1AD-CBE0-59D3-FCD1CEBAD82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8" name="Rectangle 475">
              <a:extLst>
                <a:ext uri="{FF2B5EF4-FFF2-40B4-BE49-F238E27FC236}">
                  <a16:creationId xmlns:a16="http://schemas.microsoft.com/office/drawing/2014/main" id="{44A31988-37C7-4F44-DDAB-E12F22CF187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9" name="Freeform 476">
              <a:extLst>
                <a:ext uri="{FF2B5EF4-FFF2-40B4-BE49-F238E27FC236}">
                  <a16:creationId xmlns:a16="http://schemas.microsoft.com/office/drawing/2014/main" id="{C659419A-A7EB-0821-DB1E-B3E4267793A1}"/>
                </a:ext>
              </a:extLst>
            </p:cNvPr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0" name="Freeform 477">
              <a:extLst>
                <a:ext uri="{FF2B5EF4-FFF2-40B4-BE49-F238E27FC236}">
                  <a16:creationId xmlns:a16="http://schemas.microsoft.com/office/drawing/2014/main" id="{A2718C3C-F8C4-AF5F-13F8-364A3534735E}"/>
                </a:ext>
              </a:extLst>
            </p:cNvPr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1" name="Freeform 478">
              <a:extLst>
                <a:ext uri="{FF2B5EF4-FFF2-40B4-BE49-F238E27FC236}">
                  <a16:creationId xmlns:a16="http://schemas.microsoft.com/office/drawing/2014/main" id="{E105EE6E-FE07-CBCC-0E3B-891D59C876BC}"/>
                </a:ext>
              </a:extLst>
            </p:cNvPr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2" name="Freeform 479">
              <a:extLst>
                <a:ext uri="{FF2B5EF4-FFF2-40B4-BE49-F238E27FC236}">
                  <a16:creationId xmlns:a16="http://schemas.microsoft.com/office/drawing/2014/main" id="{CE12F6C0-CF30-2B22-22D4-D661159D0C7C}"/>
                </a:ext>
              </a:extLst>
            </p:cNvPr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3" name="Freeform 480">
              <a:extLst>
                <a:ext uri="{FF2B5EF4-FFF2-40B4-BE49-F238E27FC236}">
                  <a16:creationId xmlns:a16="http://schemas.microsoft.com/office/drawing/2014/main" id="{AA90F9BC-CA2C-B16C-CD94-B73690059845}"/>
                </a:ext>
              </a:extLst>
            </p:cNvPr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4" name="Freeform 481">
              <a:extLst>
                <a:ext uri="{FF2B5EF4-FFF2-40B4-BE49-F238E27FC236}">
                  <a16:creationId xmlns:a16="http://schemas.microsoft.com/office/drawing/2014/main" id="{7A186D5B-8DBE-FBB4-D91C-54BC7740A48C}"/>
                </a:ext>
              </a:extLst>
            </p:cNvPr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5" name="Rectangle 482">
              <a:extLst>
                <a:ext uri="{FF2B5EF4-FFF2-40B4-BE49-F238E27FC236}">
                  <a16:creationId xmlns:a16="http://schemas.microsoft.com/office/drawing/2014/main" id="{2877BD15-28A7-E206-2EDC-20A01D6D10F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6" name="Rectangle 483">
              <a:extLst>
                <a:ext uri="{FF2B5EF4-FFF2-40B4-BE49-F238E27FC236}">
                  <a16:creationId xmlns:a16="http://schemas.microsoft.com/office/drawing/2014/main" id="{241935B2-8B1D-8377-D5B9-0ABEA1A6C87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7" name="Freeform 484">
              <a:extLst>
                <a:ext uri="{FF2B5EF4-FFF2-40B4-BE49-F238E27FC236}">
                  <a16:creationId xmlns:a16="http://schemas.microsoft.com/office/drawing/2014/main" id="{A35E7461-F62F-47B1-61F5-BB9D9AD82421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8" name="Freeform 485">
              <a:extLst>
                <a:ext uri="{FF2B5EF4-FFF2-40B4-BE49-F238E27FC236}">
                  <a16:creationId xmlns:a16="http://schemas.microsoft.com/office/drawing/2014/main" id="{417F7B87-2133-73DC-B971-BA5909262C0E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9" name="Rectangle 486">
              <a:extLst>
                <a:ext uri="{FF2B5EF4-FFF2-40B4-BE49-F238E27FC236}">
                  <a16:creationId xmlns:a16="http://schemas.microsoft.com/office/drawing/2014/main" id="{64F8388A-54CB-E686-F25C-66012461644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0" name="Rectangle 487">
              <a:extLst>
                <a:ext uri="{FF2B5EF4-FFF2-40B4-BE49-F238E27FC236}">
                  <a16:creationId xmlns:a16="http://schemas.microsoft.com/office/drawing/2014/main" id="{6D6BCB4C-7F51-D8D3-42EE-C58A7EEFDF0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1" name="Rectangle 488">
              <a:extLst>
                <a:ext uri="{FF2B5EF4-FFF2-40B4-BE49-F238E27FC236}">
                  <a16:creationId xmlns:a16="http://schemas.microsoft.com/office/drawing/2014/main" id="{067A5170-F2D6-3DA3-9C53-3AFD7CB3104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2" name="Rectangle 489">
              <a:extLst>
                <a:ext uri="{FF2B5EF4-FFF2-40B4-BE49-F238E27FC236}">
                  <a16:creationId xmlns:a16="http://schemas.microsoft.com/office/drawing/2014/main" id="{B84BEB88-A169-440C-F2C4-7DA18FE0DBB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3" name="Freeform 490">
              <a:extLst>
                <a:ext uri="{FF2B5EF4-FFF2-40B4-BE49-F238E27FC236}">
                  <a16:creationId xmlns:a16="http://schemas.microsoft.com/office/drawing/2014/main" id="{3DD019A3-A483-312F-1CD2-F4C00CFD309F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4" name="Freeform 491">
              <a:extLst>
                <a:ext uri="{FF2B5EF4-FFF2-40B4-BE49-F238E27FC236}">
                  <a16:creationId xmlns:a16="http://schemas.microsoft.com/office/drawing/2014/main" id="{01B82253-29C5-B10C-8A2C-315CA28FB1C6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5" name="Rectangle 492">
              <a:extLst>
                <a:ext uri="{FF2B5EF4-FFF2-40B4-BE49-F238E27FC236}">
                  <a16:creationId xmlns:a16="http://schemas.microsoft.com/office/drawing/2014/main" id="{BC30A443-BE2C-FCB3-699D-DD63A47E9AD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6" name="Rectangle 493">
              <a:extLst>
                <a:ext uri="{FF2B5EF4-FFF2-40B4-BE49-F238E27FC236}">
                  <a16:creationId xmlns:a16="http://schemas.microsoft.com/office/drawing/2014/main" id="{7AE2D730-B007-8634-6713-680E8362294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7" name="Freeform 494">
              <a:extLst>
                <a:ext uri="{FF2B5EF4-FFF2-40B4-BE49-F238E27FC236}">
                  <a16:creationId xmlns:a16="http://schemas.microsoft.com/office/drawing/2014/main" id="{88FCC923-5E79-E18C-FC0E-322CDEE992ED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8" name="Freeform 495">
              <a:extLst>
                <a:ext uri="{FF2B5EF4-FFF2-40B4-BE49-F238E27FC236}">
                  <a16:creationId xmlns:a16="http://schemas.microsoft.com/office/drawing/2014/main" id="{3DF5135B-BCFA-509F-6CAE-2D690C3E92D8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9" name="Freeform 496">
              <a:extLst>
                <a:ext uri="{FF2B5EF4-FFF2-40B4-BE49-F238E27FC236}">
                  <a16:creationId xmlns:a16="http://schemas.microsoft.com/office/drawing/2014/main" id="{406F4E87-796F-6433-3FD8-D35F07488468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0" name="Freeform 497">
              <a:extLst>
                <a:ext uri="{FF2B5EF4-FFF2-40B4-BE49-F238E27FC236}">
                  <a16:creationId xmlns:a16="http://schemas.microsoft.com/office/drawing/2014/main" id="{2A370E43-AE48-9E55-9024-6065B1B1E4D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1" name="Freeform 498">
              <a:extLst>
                <a:ext uri="{FF2B5EF4-FFF2-40B4-BE49-F238E27FC236}">
                  <a16:creationId xmlns:a16="http://schemas.microsoft.com/office/drawing/2014/main" id="{68C3FE12-8C19-BF93-741F-91CB6A2C6EDD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2" name="Freeform 499">
              <a:extLst>
                <a:ext uri="{FF2B5EF4-FFF2-40B4-BE49-F238E27FC236}">
                  <a16:creationId xmlns:a16="http://schemas.microsoft.com/office/drawing/2014/main" id="{5B255059-0EC8-2405-AA6F-D99F7CF6D67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3" name="Freeform 500">
              <a:extLst>
                <a:ext uri="{FF2B5EF4-FFF2-40B4-BE49-F238E27FC236}">
                  <a16:creationId xmlns:a16="http://schemas.microsoft.com/office/drawing/2014/main" id="{8332465A-7C01-1A89-E052-2341ED45F5F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4" name="Freeform 501">
              <a:extLst>
                <a:ext uri="{FF2B5EF4-FFF2-40B4-BE49-F238E27FC236}">
                  <a16:creationId xmlns:a16="http://schemas.microsoft.com/office/drawing/2014/main" id="{B39FDC2C-9882-DFC8-43FF-8D71984AF5F3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5" name="Freeform 502">
              <a:extLst>
                <a:ext uri="{FF2B5EF4-FFF2-40B4-BE49-F238E27FC236}">
                  <a16:creationId xmlns:a16="http://schemas.microsoft.com/office/drawing/2014/main" id="{E58294F3-9B6C-93BF-A88A-EE9C88751AB3}"/>
                </a:ext>
              </a:extLst>
            </p:cNvPr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6" name="Freeform 503">
              <a:extLst>
                <a:ext uri="{FF2B5EF4-FFF2-40B4-BE49-F238E27FC236}">
                  <a16:creationId xmlns:a16="http://schemas.microsoft.com/office/drawing/2014/main" id="{D4AE5F43-BE35-B08E-0D77-66FDEF73CF36}"/>
                </a:ext>
              </a:extLst>
            </p:cNvPr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7" name="Freeform 504">
              <a:extLst>
                <a:ext uri="{FF2B5EF4-FFF2-40B4-BE49-F238E27FC236}">
                  <a16:creationId xmlns:a16="http://schemas.microsoft.com/office/drawing/2014/main" id="{6EA56C3A-7BE4-AC0B-60D0-A5A065C36D4F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8" name="Freeform 505">
              <a:extLst>
                <a:ext uri="{FF2B5EF4-FFF2-40B4-BE49-F238E27FC236}">
                  <a16:creationId xmlns:a16="http://schemas.microsoft.com/office/drawing/2014/main" id="{C24455FC-2538-BBDD-3E83-C0C0EE56434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9" name="Freeform 506">
              <a:extLst>
                <a:ext uri="{FF2B5EF4-FFF2-40B4-BE49-F238E27FC236}">
                  <a16:creationId xmlns:a16="http://schemas.microsoft.com/office/drawing/2014/main" id="{C3539AE5-B621-3085-A010-1CEE1C793E28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0" name="Freeform 507">
              <a:extLst>
                <a:ext uri="{FF2B5EF4-FFF2-40B4-BE49-F238E27FC236}">
                  <a16:creationId xmlns:a16="http://schemas.microsoft.com/office/drawing/2014/main" id="{886A280E-11CC-ACCC-FA03-C921AB179FEF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1" name="Freeform 508">
              <a:extLst>
                <a:ext uri="{FF2B5EF4-FFF2-40B4-BE49-F238E27FC236}">
                  <a16:creationId xmlns:a16="http://schemas.microsoft.com/office/drawing/2014/main" id="{FE2A89D0-8E21-FBF6-486E-A585F0318FA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2" name="Freeform 509">
              <a:extLst>
                <a:ext uri="{FF2B5EF4-FFF2-40B4-BE49-F238E27FC236}">
                  <a16:creationId xmlns:a16="http://schemas.microsoft.com/office/drawing/2014/main" id="{DACE4B45-0936-53C9-ACD1-54FC173499A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3" name="Freeform 510">
              <a:extLst>
                <a:ext uri="{FF2B5EF4-FFF2-40B4-BE49-F238E27FC236}">
                  <a16:creationId xmlns:a16="http://schemas.microsoft.com/office/drawing/2014/main" id="{A86C138F-4CB9-DCC2-E69C-3922234F7465}"/>
                </a:ext>
              </a:extLst>
            </p:cNvPr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4" name="Freeform 511">
              <a:extLst>
                <a:ext uri="{FF2B5EF4-FFF2-40B4-BE49-F238E27FC236}">
                  <a16:creationId xmlns:a16="http://schemas.microsoft.com/office/drawing/2014/main" id="{5CA6A803-646C-1C52-146F-46947E7F0347}"/>
                </a:ext>
              </a:extLst>
            </p:cNvPr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5" name="Freeform 643">
              <a:extLst>
                <a:ext uri="{FF2B5EF4-FFF2-40B4-BE49-F238E27FC236}">
                  <a16:creationId xmlns:a16="http://schemas.microsoft.com/office/drawing/2014/main" id="{BF0E8174-0D33-5BC1-6EA3-0E169D36916E}"/>
                </a:ext>
              </a:extLst>
            </p:cNvPr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6" name="Freeform 644">
              <a:extLst>
                <a:ext uri="{FF2B5EF4-FFF2-40B4-BE49-F238E27FC236}">
                  <a16:creationId xmlns:a16="http://schemas.microsoft.com/office/drawing/2014/main" id="{0C603B0E-7A8A-4546-BF52-771F13C046BD}"/>
                </a:ext>
              </a:extLst>
            </p:cNvPr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7" name="Rectangle 645">
              <a:extLst>
                <a:ext uri="{FF2B5EF4-FFF2-40B4-BE49-F238E27FC236}">
                  <a16:creationId xmlns:a16="http://schemas.microsoft.com/office/drawing/2014/main" id="{1300B01A-610F-FA4B-15BB-59905C3FB3B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8" name="Rectangle 646">
              <a:extLst>
                <a:ext uri="{FF2B5EF4-FFF2-40B4-BE49-F238E27FC236}">
                  <a16:creationId xmlns:a16="http://schemas.microsoft.com/office/drawing/2014/main" id="{9BC3DE18-AA52-813D-2212-3EE1DEFAAD1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9" name="Freeform 647">
              <a:extLst>
                <a:ext uri="{FF2B5EF4-FFF2-40B4-BE49-F238E27FC236}">
                  <a16:creationId xmlns:a16="http://schemas.microsoft.com/office/drawing/2014/main" id="{11067601-5823-2918-ED10-30903197E43E}"/>
                </a:ext>
              </a:extLst>
            </p:cNvPr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0" name="Freeform 648">
              <a:extLst>
                <a:ext uri="{FF2B5EF4-FFF2-40B4-BE49-F238E27FC236}">
                  <a16:creationId xmlns:a16="http://schemas.microsoft.com/office/drawing/2014/main" id="{D013F2F9-5605-E2B7-9856-F3B646A886C7}"/>
                </a:ext>
              </a:extLst>
            </p:cNvPr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1" name="Freeform 649">
              <a:extLst>
                <a:ext uri="{FF2B5EF4-FFF2-40B4-BE49-F238E27FC236}">
                  <a16:creationId xmlns:a16="http://schemas.microsoft.com/office/drawing/2014/main" id="{8D031EF6-9383-B8BB-6511-6AFA983D5FD5}"/>
                </a:ext>
              </a:extLst>
            </p:cNvPr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2" name="Freeform 650">
              <a:extLst>
                <a:ext uri="{FF2B5EF4-FFF2-40B4-BE49-F238E27FC236}">
                  <a16:creationId xmlns:a16="http://schemas.microsoft.com/office/drawing/2014/main" id="{AFA0243A-3750-BC49-8B23-DF2BDA70048A}"/>
                </a:ext>
              </a:extLst>
            </p:cNvPr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3" name="Freeform 651">
              <a:extLst>
                <a:ext uri="{FF2B5EF4-FFF2-40B4-BE49-F238E27FC236}">
                  <a16:creationId xmlns:a16="http://schemas.microsoft.com/office/drawing/2014/main" id="{099259A3-A76E-DFC5-F6C9-8A1670D7545A}"/>
                </a:ext>
              </a:extLst>
            </p:cNvPr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4" name="Freeform 652">
              <a:extLst>
                <a:ext uri="{FF2B5EF4-FFF2-40B4-BE49-F238E27FC236}">
                  <a16:creationId xmlns:a16="http://schemas.microsoft.com/office/drawing/2014/main" id="{5249EC85-6CAA-EB47-B250-E0033B51E24C}"/>
                </a:ext>
              </a:extLst>
            </p:cNvPr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5" name="Freeform 653">
              <a:extLst>
                <a:ext uri="{FF2B5EF4-FFF2-40B4-BE49-F238E27FC236}">
                  <a16:creationId xmlns:a16="http://schemas.microsoft.com/office/drawing/2014/main" id="{43E6859A-38ED-F442-5DD5-7DA7933CB859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6" name="Freeform 654">
              <a:extLst>
                <a:ext uri="{FF2B5EF4-FFF2-40B4-BE49-F238E27FC236}">
                  <a16:creationId xmlns:a16="http://schemas.microsoft.com/office/drawing/2014/main" id="{F08F9190-5A24-583F-F0B1-B91FED2205E7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7" name="Rectangle 655">
              <a:extLst>
                <a:ext uri="{FF2B5EF4-FFF2-40B4-BE49-F238E27FC236}">
                  <a16:creationId xmlns:a16="http://schemas.microsoft.com/office/drawing/2014/main" id="{CB31D8AA-5074-CC64-DD35-9E6A8806001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8" name="Rectangle 656">
              <a:extLst>
                <a:ext uri="{FF2B5EF4-FFF2-40B4-BE49-F238E27FC236}">
                  <a16:creationId xmlns:a16="http://schemas.microsoft.com/office/drawing/2014/main" id="{3ACB544E-027B-9DCF-F220-6897D35412D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9" name="Rectangle 657">
              <a:extLst>
                <a:ext uri="{FF2B5EF4-FFF2-40B4-BE49-F238E27FC236}">
                  <a16:creationId xmlns:a16="http://schemas.microsoft.com/office/drawing/2014/main" id="{AA7667F6-2465-C73A-9098-940A5AAF560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0" name="Rectangle 658">
              <a:extLst>
                <a:ext uri="{FF2B5EF4-FFF2-40B4-BE49-F238E27FC236}">
                  <a16:creationId xmlns:a16="http://schemas.microsoft.com/office/drawing/2014/main" id="{52E105E2-C6B0-331B-4B04-15232BABD3C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1" name="Rectangle 659">
              <a:extLst>
                <a:ext uri="{FF2B5EF4-FFF2-40B4-BE49-F238E27FC236}">
                  <a16:creationId xmlns:a16="http://schemas.microsoft.com/office/drawing/2014/main" id="{18C5EC6A-A3AE-1E59-2080-D375D553EFC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2" name="Rectangle 660">
              <a:extLst>
                <a:ext uri="{FF2B5EF4-FFF2-40B4-BE49-F238E27FC236}">
                  <a16:creationId xmlns:a16="http://schemas.microsoft.com/office/drawing/2014/main" id="{4C040D44-4479-DA1B-80E7-FD8A1DFC547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3" name="Rectangle 661">
              <a:extLst>
                <a:ext uri="{FF2B5EF4-FFF2-40B4-BE49-F238E27FC236}">
                  <a16:creationId xmlns:a16="http://schemas.microsoft.com/office/drawing/2014/main" id="{A0950111-64E0-BDA4-D4CF-19BBD034613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4" name="Rectangle 662">
              <a:extLst>
                <a:ext uri="{FF2B5EF4-FFF2-40B4-BE49-F238E27FC236}">
                  <a16:creationId xmlns:a16="http://schemas.microsoft.com/office/drawing/2014/main" id="{BDD6CA3B-37BE-BB4A-6893-53722560ED7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5" name="Freeform 663">
              <a:extLst>
                <a:ext uri="{FF2B5EF4-FFF2-40B4-BE49-F238E27FC236}">
                  <a16:creationId xmlns:a16="http://schemas.microsoft.com/office/drawing/2014/main" id="{D5C9F059-8878-C5EA-A1B9-686CFF1CB4BB}"/>
                </a:ext>
              </a:extLst>
            </p:cNvPr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6" name="Freeform 664">
              <a:extLst>
                <a:ext uri="{FF2B5EF4-FFF2-40B4-BE49-F238E27FC236}">
                  <a16:creationId xmlns:a16="http://schemas.microsoft.com/office/drawing/2014/main" id="{0E0D4C86-2235-7828-54F7-E723ED62F5EF}"/>
                </a:ext>
              </a:extLst>
            </p:cNvPr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7" name="Freeform 665">
              <a:extLst>
                <a:ext uri="{FF2B5EF4-FFF2-40B4-BE49-F238E27FC236}">
                  <a16:creationId xmlns:a16="http://schemas.microsoft.com/office/drawing/2014/main" id="{91CB64A3-C100-6543-7105-66E1321B4597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8" name="Freeform 666">
              <a:extLst>
                <a:ext uri="{FF2B5EF4-FFF2-40B4-BE49-F238E27FC236}">
                  <a16:creationId xmlns:a16="http://schemas.microsoft.com/office/drawing/2014/main" id="{C124245A-6939-2035-D5B6-8B7CF21478C8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9" name="Freeform 667">
              <a:extLst>
                <a:ext uri="{FF2B5EF4-FFF2-40B4-BE49-F238E27FC236}">
                  <a16:creationId xmlns:a16="http://schemas.microsoft.com/office/drawing/2014/main" id="{C74F9993-0950-2A17-8A39-2EFEFECB4D15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0" name="Freeform 668">
              <a:extLst>
                <a:ext uri="{FF2B5EF4-FFF2-40B4-BE49-F238E27FC236}">
                  <a16:creationId xmlns:a16="http://schemas.microsoft.com/office/drawing/2014/main" id="{2628CDAC-AEFE-CB89-E595-CDC472A438C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7" name="Freeform 675">
              <a:extLst>
                <a:ext uri="{FF2B5EF4-FFF2-40B4-BE49-F238E27FC236}">
                  <a16:creationId xmlns:a16="http://schemas.microsoft.com/office/drawing/2014/main" id="{0984B01B-8E15-88DB-FF7D-9CF960EA871D}"/>
                </a:ext>
              </a:extLst>
            </p:cNvPr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8" name="Freeform 676">
              <a:extLst>
                <a:ext uri="{FF2B5EF4-FFF2-40B4-BE49-F238E27FC236}">
                  <a16:creationId xmlns:a16="http://schemas.microsoft.com/office/drawing/2014/main" id="{1DE57266-519A-C124-2D13-5BD280AF1ACB}"/>
                </a:ext>
              </a:extLst>
            </p:cNvPr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9" name="Freeform 677">
              <a:extLst>
                <a:ext uri="{FF2B5EF4-FFF2-40B4-BE49-F238E27FC236}">
                  <a16:creationId xmlns:a16="http://schemas.microsoft.com/office/drawing/2014/main" id="{1D4ACBFC-98B8-2F6A-277D-D7D5E34052E7}"/>
                </a:ext>
              </a:extLst>
            </p:cNvPr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0" name="Freeform 678">
              <a:extLst>
                <a:ext uri="{FF2B5EF4-FFF2-40B4-BE49-F238E27FC236}">
                  <a16:creationId xmlns:a16="http://schemas.microsoft.com/office/drawing/2014/main" id="{288D5139-E5A2-85EA-132D-BEC60E759583}"/>
                </a:ext>
              </a:extLst>
            </p:cNvPr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1" name="Rectangle 679">
              <a:extLst>
                <a:ext uri="{FF2B5EF4-FFF2-40B4-BE49-F238E27FC236}">
                  <a16:creationId xmlns:a16="http://schemas.microsoft.com/office/drawing/2014/main" id="{1ABEF772-FABA-42DC-473A-9A6F473C36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2" name="Rectangle 680">
              <a:extLst>
                <a:ext uri="{FF2B5EF4-FFF2-40B4-BE49-F238E27FC236}">
                  <a16:creationId xmlns:a16="http://schemas.microsoft.com/office/drawing/2014/main" id="{A1903D64-A240-4AC1-D856-B47AE10532D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3" name="Freeform 681">
              <a:extLst>
                <a:ext uri="{FF2B5EF4-FFF2-40B4-BE49-F238E27FC236}">
                  <a16:creationId xmlns:a16="http://schemas.microsoft.com/office/drawing/2014/main" id="{BAD160F7-2508-5C29-E7F8-AC91D0C68489}"/>
                </a:ext>
              </a:extLst>
            </p:cNvPr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4" name="Freeform 682">
              <a:extLst>
                <a:ext uri="{FF2B5EF4-FFF2-40B4-BE49-F238E27FC236}">
                  <a16:creationId xmlns:a16="http://schemas.microsoft.com/office/drawing/2014/main" id="{1F8BC320-DF3D-32C8-E998-BCC1FBE6C9ED}"/>
                </a:ext>
              </a:extLst>
            </p:cNvPr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5" name="Freeform 683">
              <a:extLst>
                <a:ext uri="{FF2B5EF4-FFF2-40B4-BE49-F238E27FC236}">
                  <a16:creationId xmlns:a16="http://schemas.microsoft.com/office/drawing/2014/main" id="{522A8F65-3C61-DB84-9420-334DC35810F6}"/>
                </a:ext>
              </a:extLst>
            </p:cNvPr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6" name="Freeform 684">
              <a:extLst>
                <a:ext uri="{FF2B5EF4-FFF2-40B4-BE49-F238E27FC236}">
                  <a16:creationId xmlns:a16="http://schemas.microsoft.com/office/drawing/2014/main" id="{22CE29D4-B689-BAA8-726E-65CD04D6A030}"/>
                </a:ext>
              </a:extLst>
            </p:cNvPr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7" name="Rectangle 685">
              <a:extLst>
                <a:ext uri="{FF2B5EF4-FFF2-40B4-BE49-F238E27FC236}">
                  <a16:creationId xmlns:a16="http://schemas.microsoft.com/office/drawing/2014/main" id="{F53BA2E7-C926-E270-8CF4-6BC09DD6539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8" name="Rectangle 686">
              <a:extLst>
                <a:ext uri="{FF2B5EF4-FFF2-40B4-BE49-F238E27FC236}">
                  <a16:creationId xmlns:a16="http://schemas.microsoft.com/office/drawing/2014/main" id="{0C3B4560-EE2E-2D49-BCE2-AEB1EFF7155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9" name="Rectangle 687">
              <a:extLst>
                <a:ext uri="{FF2B5EF4-FFF2-40B4-BE49-F238E27FC236}">
                  <a16:creationId xmlns:a16="http://schemas.microsoft.com/office/drawing/2014/main" id="{438B2AFC-85A1-43A9-1A17-EDADDA414DE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0" name="Rectangle 688">
              <a:extLst>
                <a:ext uri="{FF2B5EF4-FFF2-40B4-BE49-F238E27FC236}">
                  <a16:creationId xmlns:a16="http://schemas.microsoft.com/office/drawing/2014/main" id="{FDB8D294-851A-6E54-08CE-5549B26A265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1" name="Rectangle 689">
              <a:extLst>
                <a:ext uri="{FF2B5EF4-FFF2-40B4-BE49-F238E27FC236}">
                  <a16:creationId xmlns:a16="http://schemas.microsoft.com/office/drawing/2014/main" id="{F5B55A21-B8FB-643D-DAF6-7837E47C785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2" name="Rectangle 690">
              <a:extLst>
                <a:ext uri="{FF2B5EF4-FFF2-40B4-BE49-F238E27FC236}">
                  <a16:creationId xmlns:a16="http://schemas.microsoft.com/office/drawing/2014/main" id="{B7E9FF55-C4B5-E03C-51CD-9C59D314C74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3" name="Rectangle 691">
              <a:extLst>
                <a:ext uri="{FF2B5EF4-FFF2-40B4-BE49-F238E27FC236}">
                  <a16:creationId xmlns:a16="http://schemas.microsoft.com/office/drawing/2014/main" id="{427A24DF-A6FF-68A4-A719-1676D84FABD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4" name="Freeform 692">
              <a:extLst>
                <a:ext uri="{FF2B5EF4-FFF2-40B4-BE49-F238E27FC236}">
                  <a16:creationId xmlns:a16="http://schemas.microsoft.com/office/drawing/2014/main" id="{B0FE8F3D-D300-6EA6-3A5D-3F78BC1CD79D}"/>
                </a:ext>
              </a:extLst>
            </p:cNvPr>
            <p:cNvSpPr/>
            <p:nvPr/>
          </p:nvSpPr>
          <p:spPr bwMode="auto">
            <a:xfrm flipH="1" flipV="1">
              <a:off x="13902961" y="866397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5" name="Rectangle 693">
              <a:extLst>
                <a:ext uri="{FF2B5EF4-FFF2-40B4-BE49-F238E27FC236}">
                  <a16:creationId xmlns:a16="http://schemas.microsoft.com/office/drawing/2014/main" id="{D15D2AEF-1212-204C-5C19-4EF708B18EF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6" name="Rectangle 694">
              <a:extLst>
                <a:ext uri="{FF2B5EF4-FFF2-40B4-BE49-F238E27FC236}">
                  <a16:creationId xmlns:a16="http://schemas.microsoft.com/office/drawing/2014/main" id="{988F65BC-3580-EE73-E364-E5A4FBAC2BF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7" name="Rectangle 695">
              <a:extLst>
                <a:ext uri="{FF2B5EF4-FFF2-40B4-BE49-F238E27FC236}">
                  <a16:creationId xmlns:a16="http://schemas.microsoft.com/office/drawing/2014/main" id="{603A2932-6BE1-D845-68E7-7F05B3B5874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8" name="Rectangle 696">
              <a:extLst>
                <a:ext uri="{FF2B5EF4-FFF2-40B4-BE49-F238E27FC236}">
                  <a16:creationId xmlns:a16="http://schemas.microsoft.com/office/drawing/2014/main" id="{A9FDE2E2-88B8-F84B-CCD5-EC39B5111E1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9" name="Freeform 697">
              <a:extLst>
                <a:ext uri="{FF2B5EF4-FFF2-40B4-BE49-F238E27FC236}">
                  <a16:creationId xmlns:a16="http://schemas.microsoft.com/office/drawing/2014/main" id="{E5325AF2-77EF-9D47-000B-2B9CBB7AB2E2}"/>
                </a:ext>
              </a:extLst>
            </p:cNvPr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0" name="Freeform 698">
              <a:extLst>
                <a:ext uri="{FF2B5EF4-FFF2-40B4-BE49-F238E27FC236}">
                  <a16:creationId xmlns:a16="http://schemas.microsoft.com/office/drawing/2014/main" id="{B3D2C706-E823-4EDD-D35C-2D84900620AF}"/>
                </a:ext>
              </a:extLst>
            </p:cNvPr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1" name="Freeform 699">
              <a:extLst>
                <a:ext uri="{FF2B5EF4-FFF2-40B4-BE49-F238E27FC236}">
                  <a16:creationId xmlns:a16="http://schemas.microsoft.com/office/drawing/2014/main" id="{9D1AA20A-D675-31BF-168B-534098C6686D}"/>
                </a:ext>
              </a:extLst>
            </p:cNvPr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2" name="Freeform 700">
              <a:extLst>
                <a:ext uri="{FF2B5EF4-FFF2-40B4-BE49-F238E27FC236}">
                  <a16:creationId xmlns:a16="http://schemas.microsoft.com/office/drawing/2014/main" id="{5CEF86AF-4C8F-30B2-953F-9CDD209F4E16}"/>
                </a:ext>
              </a:extLst>
            </p:cNvPr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3" name="Freeform 701">
              <a:extLst>
                <a:ext uri="{FF2B5EF4-FFF2-40B4-BE49-F238E27FC236}">
                  <a16:creationId xmlns:a16="http://schemas.microsoft.com/office/drawing/2014/main" id="{71963F6D-AC25-C2D4-5992-69B081C1D27C}"/>
                </a:ext>
              </a:extLst>
            </p:cNvPr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4" name="Freeform 702">
              <a:extLst>
                <a:ext uri="{FF2B5EF4-FFF2-40B4-BE49-F238E27FC236}">
                  <a16:creationId xmlns:a16="http://schemas.microsoft.com/office/drawing/2014/main" id="{A176C733-AA24-937C-41E6-5B9872923737}"/>
                </a:ext>
              </a:extLst>
            </p:cNvPr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5" name="Rectangle 703">
              <a:extLst>
                <a:ext uri="{FF2B5EF4-FFF2-40B4-BE49-F238E27FC236}">
                  <a16:creationId xmlns:a16="http://schemas.microsoft.com/office/drawing/2014/main" id="{6173EF69-7197-69B9-D2A8-02D3349819E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6" name="Rectangle 704">
              <a:extLst>
                <a:ext uri="{FF2B5EF4-FFF2-40B4-BE49-F238E27FC236}">
                  <a16:creationId xmlns:a16="http://schemas.microsoft.com/office/drawing/2014/main" id="{26185EF2-3FCA-FE9D-5B69-23506AE768E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7" name="Rectangle 705">
              <a:extLst>
                <a:ext uri="{FF2B5EF4-FFF2-40B4-BE49-F238E27FC236}">
                  <a16:creationId xmlns:a16="http://schemas.microsoft.com/office/drawing/2014/main" id="{BC35030B-D801-E372-35D1-444FCFFDEAF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8" name="Freeform 706">
              <a:extLst>
                <a:ext uri="{FF2B5EF4-FFF2-40B4-BE49-F238E27FC236}">
                  <a16:creationId xmlns:a16="http://schemas.microsoft.com/office/drawing/2014/main" id="{D68451CE-56EF-60D3-DA3C-0F20A0D82DF6}"/>
                </a:ext>
              </a:extLst>
            </p:cNvPr>
            <p:cNvSpPr/>
            <p:nvPr/>
          </p:nvSpPr>
          <p:spPr bwMode="auto">
            <a:xfrm flipV="1">
              <a:off x="13901375" y="866397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9" name="Freeform 707">
              <a:extLst>
                <a:ext uri="{FF2B5EF4-FFF2-40B4-BE49-F238E27FC236}">
                  <a16:creationId xmlns:a16="http://schemas.microsoft.com/office/drawing/2014/main" id="{D62FE3F2-0A87-92CC-263F-EC5F1BF07984}"/>
                </a:ext>
              </a:extLst>
            </p:cNvPr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0" name="Freeform 708">
              <a:extLst>
                <a:ext uri="{FF2B5EF4-FFF2-40B4-BE49-F238E27FC236}">
                  <a16:creationId xmlns:a16="http://schemas.microsoft.com/office/drawing/2014/main" id="{12C9C96D-95CB-C1E4-FEBD-64198F03F0F7}"/>
                </a:ext>
              </a:extLst>
            </p:cNvPr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1" name="Freeform 709">
              <a:extLst>
                <a:ext uri="{FF2B5EF4-FFF2-40B4-BE49-F238E27FC236}">
                  <a16:creationId xmlns:a16="http://schemas.microsoft.com/office/drawing/2014/main" id="{607AB391-B7AE-156C-1028-69B269BF3958}"/>
                </a:ext>
              </a:extLst>
            </p:cNvPr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2" name="Freeform 710">
              <a:extLst>
                <a:ext uri="{FF2B5EF4-FFF2-40B4-BE49-F238E27FC236}">
                  <a16:creationId xmlns:a16="http://schemas.microsoft.com/office/drawing/2014/main" id="{BF204822-97A8-0C36-4CDF-C5FE3E639D32}"/>
                </a:ext>
              </a:extLst>
            </p:cNvPr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3" name="Freeform 711">
              <a:extLst>
                <a:ext uri="{FF2B5EF4-FFF2-40B4-BE49-F238E27FC236}">
                  <a16:creationId xmlns:a16="http://schemas.microsoft.com/office/drawing/2014/main" id="{893650B8-571F-6E1F-0645-D62C7B2F1D4C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4" name="Freeform 712">
              <a:extLst>
                <a:ext uri="{FF2B5EF4-FFF2-40B4-BE49-F238E27FC236}">
                  <a16:creationId xmlns:a16="http://schemas.microsoft.com/office/drawing/2014/main" id="{CA3F3563-F52B-9096-9E5A-22C9B726ABCF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5" name="Freeform 713">
              <a:extLst>
                <a:ext uri="{FF2B5EF4-FFF2-40B4-BE49-F238E27FC236}">
                  <a16:creationId xmlns:a16="http://schemas.microsoft.com/office/drawing/2014/main" id="{7E2567DF-368C-9220-EF23-88508B95EB19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6" name="Freeform 714">
              <a:extLst>
                <a:ext uri="{FF2B5EF4-FFF2-40B4-BE49-F238E27FC236}">
                  <a16:creationId xmlns:a16="http://schemas.microsoft.com/office/drawing/2014/main" id="{2FA8B466-56A0-9FC7-B9AB-B4992869365B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7" name="Freeform 715">
              <a:extLst>
                <a:ext uri="{FF2B5EF4-FFF2-40B4-BE49-F238E27FC236}">
                  <a16:creationId xmlns:a16="http://schemas.microsoft.com/office/drawing/2014/main" id="{80BC9F24-BF3B-A85C-BEA7-52D584A81CD6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8" name="Freeform 716">
              <a:extLst>
                <a:ext uri="{FF2B5EF4-FFF2-40B4-BE49-F238E27FC236}">
                  <a16:creationId xmlns:a16="http://schemas.microsoft.com/office/drawing/2014/main" id="{26F893C6-625A-6943-DE17-BA2FDB5CE11F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9" name="Rectangle 717">
              <a:extLst>
                <a:ext uri="{FF2B5EF4-FFF2-40B4-BE49-F238E27FC236}">
                  <a16:creationId xmlns:a16="http://schemas.microsoft.com/office/drawing/2014/main" id="{2EADAC69-6C8F-B327-EF63-59154249D49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7144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0" name="Freeform 718">
              <a:extLst>
                <a:ext uri="{FF2B5EF4-FFF2-40B4-BE49-F238E27FC236}">
                  <a16:creationId xmlns:a16="http://schemas.microsoft.com/office/drawing/2014/main" id="{0DD83E68-377A-9477-9547-E92A8736E9D1}"/>
                </a:ext>
              </a:extLst>
            </p:cNvPr>
            <p:cNvSpPr/>
            <p:nvPr/>
          </p:nvSpPr>
          <p:spPr bwMode="auto">
            <a:xfrm flipH="1" flipV="1">
              <a:off x="13906136" y="8668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1" name="Freeform 719">
              <a:extLst>
                <a:ext uri="{FF2B5EF4-FFF2-40B4-BE49-F238E27FC236}">
                  <a16:creationId xmlns:a16="http://schemas.microsoft.com/office/drawing/2014/main" id="{EC297E9A-6552-A4CE-8698-C9744444C4A4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2" name="Freeform 720">
              <a:extLst>
                <a:ext uri="{FF2B5EF4-FFF2-40B4-BE49-F238E27FC236}">
                  <a16:creationId xmlns:a16="http://schemas.microsoft.com/office/drawing/2014/main" id="{E47E0389-E255-25D8-18F3-0F149DED57FC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3" name="Freeform 721">
              <a:extLst>
                <a:ext uri="{FF2B5EF4-FFF2-40B4-BE49-F238E27FC236}">
                  <a16:creationId xmlns:a16="http://schemas.microsoft.com/office/drawing/2014/main" id="{753DBE9F-704B-D517-9B30-ED170248B34F}"/>
                </a:ext>
              </a:extLst>
            </p:cNvPr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4" name="Freeform 722">
              <a:extLst>
                <a:ext uri="{FF2B5EF4-FFF2-40B4-BE49-F238E27FC236}">
                  <a16:creationId xmlns:a16="http://schemas.microsoft.com/office/drawing/2014/main" id="{435D5421-4881-C693-D6E8-42D840BBC662}"/>
                </a:ext>
              </a:extLst>
            </p:cNvPr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5" name="Freeform 723">
              <a:extLst>
                <a:ext uri="{FF2B5EF4-FFF2-40B4-BE49-F238E27FC236}">
                  <a16:creationId xmlns:a16="http://schemas.microsoft.com/office/drawing/2014/main" id="{CC616828-A905-085C-0D59-BBA745624144}"/>
                </a:ext>
              </a:extLst>
            </p:cNvPr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6" name="Freeform 724">
              <a:extLst>
                <a:ext uri="{FF2B5EF4-FFF2-40B4-BE49-F238E27FC236}">
                  <a16:creationId xmlns:a16="http://schemas.microsoft.com/office/drawing/2014/main" id="{55EE7DBA-4D43-DA4E-82A5-6B0D1623BE17}"/>
                </a:ext>
              </a:extLst>
            </p:cNvPr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7" name="Freeform 725">
              <a:extLst>
                <a:ext uri="{FF2B5EF4-FFF2-40B4-BE49-F238E27FC236}">
                  <a16:creationId xmlns:a16="http://schemas.microsoft.com/office/drawing/2014/main" id="{2B3C1B2F-C974-34A4-46D5-2ABC599A5C9D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8" name="Freeform 726">
              <a:extLst>
                <a:ext uri="{FF2B5EF4-FFF2-40B4-BE49-F238E27FC236}">
                  <a16:creationId xmlns:a16="http://schemas.microsoft.com/office/drawing/2014/main" id="{DA200175-6C7F-B292-68EF-585BED2949FC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9" name="Rectangle 727">
              <a:extLst>
                <a:ext uri="{FF2B5EF4-FFF2-40B4-BE49-F238E27FC236}">
                  <a16:creationId xmlns:a16="http://schemas.microsoft.com/office/drawing/2014/main" id="{AE1507A3-C8D5-A79C-521B-61B83B4279E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0" name="Freeform 728">
              <a:extLst>
                <a:ext uri="{FF2B5EF4-FFF2-40B4-BE49-F238E27FC236}">
                  <a16:creationId xmlns:a16="http://schemas.microsoft.com/office/drawing/2014/main" id="{718A43E2-9925-2389-F443-AC617C25BC68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1" name="Freeform 729">
              <a:extLst>
                <a:ext uri="{FF2B5EF4-FFF2-40B4-BE49-F238E27FC236}">
                  <a16:creationId xmlns:a16="http://schemas.microsoft.com/office/drawing/2014/main" id="{28F7F809-B28D-88C1-36D0-191C2ED83C29}"/>
                </a:ext>
              </a:extLst>
            </p:cNvPr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2" name="Freeform 730">
              <a:extLst>
                <a:ext uri="{FF2B5EF4-FFF2-40B4-BE49-F238E27FC236}">
                  <a16:creationId xmlns:a16="http://schemas.microsoft.com/office/drawing/2014/main" id="{5E84F782-A460-2484-2717-E923459289E3}"/>
                </a:ext>
              </a:extLst>
            </p:cNvPr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3" name="Freeform 731">
              <a:extLst>
                <a:ext uri="{FF2B5EF4-FFF2-40B4-BE49-F238E27FC236}">
                  <a16:creationId xmlns:a16="http://schemas.microsoft.com/office/drawing/2014/main" id="{DEC8D4AA-221F-4580-D74D-ED9E370530C5}"/>
                </a:ext>
              </a:extLst>
            </p:cNvPr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4" name="Freeform 732">
              <a:extLst>
                <a:ext uri="{FF2B5EF4-FFF2-40B4-BE49-F238E27FC236}">
                  <a16:creationId xmlns:a16="http://schemas.microsoft.com/office/drawing/2014/main" id="{796CD1B4-ACEA-9426-307F-19DF67D6EAE0}"/>
                </a:ext>
              </a:extLst>
            </p:cNvPr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5" name="椭圆 184">
            <a:extLst>
              <a:ext uri="{FF2B5EF4-FFF2-40B4-BE49-F238E27FC236}">
                <a16:creationId xmlns:a16="http://schemas.microsoft.com/office/drawing/2014/main" id="{62C66329-B744-4C1C-2C47-46649F2241E3}"/>
              </a:ext>
            </a:extLst>
          </p:cNvPr>
          <p:cNvSpPr/>
          <p:nvPr/>
        </p:nvSpPr>
        <p:spPr>
          <a:xfrm flipH="1">
            <a:off x="1346418" y="1155870"/>
            <a:ext cx="3489866" cy="3489866"/>
          </a:xfrm>
          <a:prstGeom prst="ellipse">
            <a:avLst/>
          </a:prstGeom>
          <a:gradFill>
            <a:gsLst>
              <a:gs pos="0">
                <a:srgbClr val="A60279">
                  <a:lumMod val="94000"/>
                  <a:lumOff val="6000"/>
                </a:srgbClr>
              </a:gs>
              <a:gs pos="12000">
                <a:srgbClr val="910475"/>
              </a:gs>
              <a:gs pos="85000">
                <a:srgbClr val="001340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BF7C55BA-4705-C12A-D2DF-C7C8545B1DC7}"/>
              </a:ext>
            </a:extLst>
          </p:cNvPr>
          <p:cNvSpPr/>
          <p:nvPr/>
        </p:nvSpPr>
        <p:spPr>
          <a:xfrm flipH="1" flipV="1">
            <a:off x="4229067" y="3519322"/>
            <a:ext cx="1382708" cy="1382708"/>
          </a:xfrm>
          <a:prstGeom prst="ellipse">
            <a:avLst/>
          </a:prstGeom>
          <a:gradFill>
            <a:gsLst>
              <a:gs pos="0">
                <a:srgbClr val="A60279">
                  <a:lumMod val="94000"/>
                  <a:lumOff val="6000"/>
                </a:srgbClr>
              </a:gs>
              <a:gs pos="12000">
                <a:srgbClr val="910475"/>
              </a:gs>
              <a:gs pos="85000">
                <a:srgbClr val="001340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4" name="文本框 913" descr="演讲时间">
            <a:extLst>
              <a:ext uri="{FF2B5EF4-FFF2-40B4-BE49-F238E27FC236}">
                <a16:creationId xmlns:a16="http://schemas.microsoft.com/office/drawing/2014/main" id="{ED73EEAE-A0E4-54CA-8991-B7F4ED259519}"/>
              </a:ext>
            </a:extLst>
          </p:cNvPr>
          <p:cNvSpPr txBox="1"/>
          <p:nvPr/>
        </p:nvSpPr>
        <p:spPr>
          <a:xfrm>
            <a:off x="713348" y="407346"/>
            <a:ext cx="10926956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en-US" altLang="zh-CN" sz="8800" dirty="0">
                <a:latin typeface="汉仪大宋简" panose="02010609000101010101" charset="-122"/>
                <a:ea typeface="汉仪大宋简" panose="02010609000101010101" charset="-122"/>
              </a:rPr>
              <a:t>One More Thing…</a:t>
            </a:r>
            <a:endParaRPr lang="zh-CN" altLang="en-US" sz="8800" dirty="0"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5EED793D-B0B2-0EA2-0B58-273499E5ACB8}"/>
              </a:ext>
            </a:extLst>
          </p:cNvPr>
          <p:cNvCxnSpPr/>
          <p:nvPr/>
        </p:nvCxnSpPr>
        <p:spPr>
          <a:xfrm>
            <a:off x="2809254" y="4614262"/>
            <a:ext cx="268264" cy="0"/>
          </a:xfrm>
          <a:prstGeom prst="line">
            <a:avLst/>
          </a:prstGeom>
          <a:ln w="3175">
            <a:gradFill>
              <a:gsLst>
                <a:gs pos="9000">
                  <a:srgbClr val="FA005F"/>
                </a:gs>
                <a:gs pos="41000">
                  <a:srgbClr val="5944C0"/>
                </a:gs>
              </a:gsLst>
              <a:lin ang="0" scaled="0"/>
            </a:gra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27" name="椭圆 12626">
            <a:extLst>
              <a:ext uri="{FF2B5EF4-FFF2-40B4-BE49-F238E27FC236}">
                <a16:creationId xmlns:a16="http://schemas.microsoft.com/office/drawing/2014/main" id="{B02769D8-F1A2-8400-66D5-A1DE61D3F9B2}"/>
              </a:ext>
            </a:extLst>
          </p:cNvPr>
          <p:cNvSpPr>
            <a:spLocks noChangeAspect="1"/>
          </p:cNvSpPr>
          <p:nvPr/>
        </p:nvSpPr>
        <p:spPr>
          <a:xfrm>
            <a:off x="8966200" y="299720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3" name="椭圆 2132">
            <a:extLst>
              <a:ext uri="{FF2B5EF4-FFF2-40B4-BE49-F238E27FC236}">
                <a16:creationId xmlns:a16="http://schemas.microsoft.com/office/drawing/2014/main" id="{4ECAA9DD-5F40-1B15-4C71-73DE7E18D953}"/>
              </a:ext>
            </a:extLst>
          </p:cNvPr>
          <p:cNvSpPr>
            <a:spLocks noChangeAspect="1"/>
          </p:cNvSpPr>
          <p:nvPr/>
        </p:nvSpPr>
        <p:spPr>
          <a:xfrm>
            <a:off x="9403402" y="327990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4" name="椭圆 2133">
            <a:extLst>
              <a:ext uri="{FF2B5EF4-FFF2-40B4-BE49-F238E27FC236}">
                <a16:creationId xmlns:a16="http://schemas.microsoft.com/office/drawing/2014/main" id="{119999DC-668D-FC5B-6A0D-DEE54D8784C4}"/>
              </a:ext>
            </a:extLst>
          </p:cNvPr>
          <p:cNvSpPr>
            <a:spLocks noChangeAspect="1"/>
          </p:cNvSpPr>
          <p:nvPr/>
        </p:nvSpPr>
        <p:spPr>
          <a:xfrm>
            <a:off x="9927885" y="4123803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5" name="椭圆 2134">
            <a:extLst>
              <a:ext uri="{FF2B5EF4-FFF2-40B4-BE49-F238E27FC236}">
                <a16:creationId xmlns:a16="http://schemas.microsoft.com/office/drawing/2014/main" id="{8EF9A5CB-BB51-A84F-D115-3ABFA3AD81A9}"/>
              </a:ext>
            </a:extLst>
          </p:cNvPr>
          <p:cNvSpPr>
            <a:spLocks noChangeAspect="1"/>
          </p:cNvSpPr>
          <p:nvPr/>
        </p:nvSpPr>
        <p:spPr>
          <a:xfrm>
            <a:off x="11315904" y="3503661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6" name="椭圆 2135">
            <a:extLst>
              <a:ext uri="{FF2B5EF4-FFF2-40B4-BE49-F238E27FC236}">
                <a16:creationId xmlns:a16="http://schemas.microsoft.com/office/drawing/2014/main" id="{1BD48939-6874-5BB5-BF33-8E8FE78186DF}"/>
              </a:ext>
            </a:extLst>
          </p:cNvPr>
          <p:cNvSpPr>
            <a:spLocks noChangeAspect="1"/>
          </p:cNvSpPr>
          <p:nvPr/>
        </p:nvSpPr>
        <p:spPr>
          <a:xfrm>
            <a:off x="10153227" y="5632639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7" name="椭圆 2136">
            <a:extLst>
              <a:ext uri="{FF2B5EF4-FFF2-40B4-BE49-F238E27FC236}">
                <a16:creationId xmlns:a16="http://schemas.microsoft.com/office/drawing/2014/main" id="{8882D860-7AEC-E053-CFF0-E93C63496DE1}"/>
              </a:ext>
            </a:extLst>
          </p:cNvPr>
          <p:cNvSpPr>
            <a:spLocks noChangeAspect="1"/>
          </p:cNvSpPr>
          <p:nvPr/>
        </p:nvSpPr>
        <p:spPr>
          <a:xfrm>
            <a:off x="9335202" y="4791225"/>
            <a:ext cx="36000" cy="36000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8" name="椭圆 2137">
            <a:extLst>
              <a:ext uri="{FF2B5EF4-FFF2-40B4-BE49-F238E27FC236}">
                <a16:creationId xmlns:a16="http://schemas.microsoft.com/office/drawing/2014/main" id="{6F1F6E65-CAD3-9C7B-05BB-DB090A58E1DA}"/>
              </a:ext>
            </a:extLst>
          </p:cNvPr>
          <p:cNvSpPr>
            <a:spLocks noChangeAspect="1"/>
          </p:cNvSpPr>
          <p:nvPr/>
        </p:nvSpPr>
        <p:spPr>
          <a:xfrm>
            <a:off x="8059176" y="6445050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9" name="椭圆 2138">
            <a:extLst>
              <a:ext uri="{FF2B5EF4-FFF2-40B4-BE49-F238E27FC236}">
                <a16:creationId xmlns:a16="http://schemas.microsoft.com/office/drawing/2014/main" id="{50C42EB2-8541-810F-A71F-F565BDC1E4C1}"/>
              </a:ext>
            </a:extLst>
          </p:cNvPr>
          <p:cNvSpPr>
            <a:spLocks noChangeAspect="1"/>
          </p:cNvSpPr>
          <p:nvPr/>
        </p:nvSpPr>
        <p:spPr>
          <a:xfrm>
            <a:off x="9807235" y="309053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0" name="椭圆 2139">
            <a:extLst>
              <a:ext uri="{FF2B5EF4-FFF2-40B4-BE49-F238E27FC236}">
                <a16:creationId xmlns:a16="http://schemas.microsoft.com/office/drawing/2014/main" id="{FA8565EA-4080-54DA-B8ED-CBEEA13F0216}"/>
              </a:ext>
            </a:extLst>
          </p:cNvPr>
          <p:cNvSpPr>
            <a:spLocks noChangeAspect="1"/>
          </p:cNvSpPr>
          <p:nvPr/>
        </p:nvSpPr>
        <p:spPr>
          <a:xfrm>
            <a:off x="11591274" y="3890105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1" name="椭圆 2140">
            <a:extLst>
              <a:ext uri="{FF2B5EF4-FFF2-40B4-BE49-F238E27FC236}">
                <a16:creationId xmlns:a16="http://schemas.microsoft.com/office/drawing/2014/main" id="{0BB4541A-C5B2-25AF-F989-6FE036FE531A}"/>
              </a:ext>
            </a:extLst>
          </p:cNvPr>
          <p:cNvSpPr>
            <a:spLocks noChangeAspect="1"/>
          </p:cNvSpPr>
          <p:nvPr/>
        </p:nvSpPr>
        <p:spPr>
          <a:xfrm>
            <a:off x="10478719" y="456761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4" name="椭圆 2143">
            <a:extLst>
              <a:ext uri="{FF2B5EF4-FFF2-40B4-BE49-F238E27FC236}">
                <a16:creationId xmlns:a16="http://schemas.microsoft.com/office/drawing/2014/main" id="{5A55D38F-8BFA-47D1-32BB-188CD10F3C8E}"/>
              </a:ext>
            </a:extLst>
          </p:cNvPr>
          <p:cNvSpPr>
            <a:spLocks noChangeAspect="1"/>
          </p:cNvSpPr>
          <p:nvPr/>
        </p:nvSpPr>
        <p:spPr>
          <a:xfrm>
            <a:off x="8465455" y="6131005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5" name="椭圆 2144">
            <a:extLst>
              <a:ext uri="{FF2B5EF4-FFF2-40B4-BE49-F238E27FC236}">
                <a16:creationId xmlns:a16="http://schemas.microsoft.com/office/drawing/2014/main" id="{D98BFC8B-D650-ECD8-DEDB-F2AF8834F645}"/>
              </a:ext>
            </a:extLst>
          </p:cNvPr>
          <p:cNvSpPr>
            <a:spLocks noChangeAspect="1"/>
          </p:cNvSpPr>
          <p:nvPr/>
        </p:nvSpPr>
        <p:spPr>
          <a:xfrm>
            <a:off x="9705635" y="3283075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6" name="椭圆 2145">
            <a:extLst>
              <a:ext uri="{FF2B5EF4-FFF2-40B4-BE49-F238E27FC236}">
                <a16:creationId xmlns:a16="http://schemas.microsoft.com/office/drawing/2014/main" id="{2C50C6F7-7F18-846B-6B45-8CA9370FF925}"/>
              </a:ext>
            </a:extLst>
          </p:cNvPr>
          <p:cNvSpPr>
            <a:spLocks noChangeAspect="1"/>
          </p:cNvSpPr>
          <p:nvPr/>
        </p:nvSpPr>
        <p:spPr>
          <a:xfrm>
            <a:off x="10647022" y="4083030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7" name="椭圆 2146">
            <a:extLst>
              <a:ext uri="{FF2B5EF4-FFF2-40B4-BE49-F238E27FC236}">
                <a16:creationId xmlns:a16="http://schemas.microsoft.com/office/drawing/2014/main" id="{F947E77B-B11B-3D0F-7F69-615154C9B1C3}"/>
              </a:ext>
            </a:extLst>
          </p:cNvPr>
          <p:cNvSpPr>
            <a:spLocks noChangeAspect="1"/>
          </p:cNvSpPr>
          <p:nvPr/>
        </p:nvSpPr>
        <p:spPr>
          <a:xfrm>
            <a:off x="11604304" y="3808587"/>
            <a:ext cx="36000" cy="36000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8" name="椭圆 2147">
            <a:extLst>
              <a:ext uri="{FF2B5EF4-FFF2-40B4-BE49-F238E27FC236}">
                <a16:creationId xmlns:a16="http://schemas.microsoft.com/office/drawing/2014/main" id="{BE74596E-AB45-41CD-9153-DEFD345A8A3F}"/>
              </a:ext>
            </a:extLst>
          </p:cNvPr>
          <p:cNvSpPr>
            <a:spLocks noChangeAspect="1"/>
          </p:cNvSpPr>
          <p:nvPr/>
        </p:nvSpPr>
        <p:spPr>
          <a:xfrm>
            <a:off x="11418151" y="4471166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9" name="椭圆 2148">
            <a:extLst>
              <a:ext uri="{FF2B5EF4-FFF2-40B4-BE49-F238E27FC236}">
                <a16:creationId xmlns:a16="http://schemas.microsoft.com/office/drawing/2014/main" id="{C54AD6DD-C1ED-5AAB-82CF-0D4F55BFD009}"/>
              </a:ext>
            </a:extLst>
          </p:cNvPr>
          <p:cNvSpPr>
            <a:spLocks noChangeAspect="1"/>
          </p:cNvSpPr>
          <p:nvPr/>
        </p:nvSpPr>
        <p:spPr>
          <a:xfrm>
            <a:off x="12140729" y="4575881"/>
            <a:ext cx="36000" cy="36000"/>
          </a:xfrm>
          <a:prstGeom prst="ellipse">
            <a:avLst/>
          </a:prstGeom>
          <a:solidFill>
            <a:srgbClr val="410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0" name="椭圆 2149">
            <a:extLst>
              <a:ext uri="{FF2B5EF4-FFF2-40B4-BE49-F238E27FC236}">
                <a16:creationId xmlns:a16="http://schemas.microsoft.com/office/drawing/2014/main" id="{3696D064-9D22-5965-B329-38FCB26EA92B}"/>
              </a:ext>
            </a:extLst>
          </p:cNvPr>
          <p:cNvSpPr>
            <a:spLocks noChangeAspect="1"/>
          </p:cNvSpPr>
          <p:nvPr/>
        </p:nvSpPr>
        <p:spPr>
          <a:xfrm>
            <a:off x="11433770" y="5543678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" name="椭圆 2150">
            <a:extLst>
              <a:ext uri="{FF2B5EF4-FFF2-40B4-BE49-F238E27FC236}">
                <a16:creationId xmlns:a16="http://schemas.microsoft.com/office/drawing/2014/main" id="{43E605CF-3941-8FEE-1AD4-F565275B8555}"/>
              </a:ext>
            </a:extLst>
          </p:cNvPr>
          <p:cNvSpPr>
            <a:spLocks noChangeAspect="1"/>
          </p:cNvSpPr>
          <p:nvPr/>
        </p:nvSpPr>
        <p:spPr>
          <a:xfrm>
            <a:off x="11128309" y="5389838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2" name="椭圆 2151">
            <a:extLst>
              <a:ext uri="{FF2B5EF4-FFF2-40B4-BE49-F238E27FC236}">
                <a16:creationId xmlns:a16="http://schemas.microsoft.com/office/drawing/2014/main" id="{F7337064-1D31-9BDB-70A0-B867BA177873}"/>
              </a:ext>
            </a:extLst>
          </p:cNvPr>
          <p:cNvSpPr>
            <a:spLocks noChangeAspect="1"/>
          </p:cNvSpPr>
          <p:nvPr/>
        </p:nvSpPr>
        <p:spPr>
          <a:xfrm>
            <a:off x="11068174" y="5662056"/>
            <a:ext cx="36000" cy="36000"/>
          </a:xfrm>
          <a:prstGeom prst="ellipse">
            <a:avLst/>
          </a:prstGeom>
          <a:solidFill>
            <a:srgbClr val="600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3" name="椭圆 2152">
            <a:extLst>
              <a:ext uri="{FF2B5EF4-FFF2-40B4-BE49-F238E27FC236}">
                <a16:creationId xmlns:a16="http://schemas.microsoft.com/office/drawing/2014/main" id="{A32A8AF4-2BFE-70CC-6865-B18731F4538A}"/>
              </a:ext>
            </a:extLst>
          </p:cNvPr>
          <p:cNvSpPr>
            <a:spLocks noChangeAspect="1"/>
          </p:cNvSpPr>
          <p:nvPr/>
        </p:nvSpPr>
        <p:spPr>
          <a:xfrm>
            <a:off x="11012156" y="5262592"/>
            <a:ext cx="36000" cy="36000"/>
          </a:xfrm>
          <a:prstGeom prst="ellipse">
            <a:avLst/>
          </a:prstGeom>
          <a:solidFill>
            <a:srgbClr val="6410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5" name="椭圆 2154">
            <a:extLst>
              <a:ext uri="{FF2B5EF4-FFF2-40B4-BE49-F238E27FC236}">
                <a16:creationId xmlns:a16="http://schemas.microsoft.com/office/drawing/2014/main" id="{4A06F94C-BFBE-C5B7-1EF5-5B7D3AE86D7C}"/>
              </a:ext>
            </a:extLst>
          </p:cNvPr>
          <p:cNvSpPr>
            <a:spLocks noChangeAspect="1"/>
          </p:cNvSpPr>
          <p:nvPr/>
        </p:nvSpPr>
        <p:spPr>
          <a:xfrm>
            <a:off x="8799900" y="450659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6" name="椭圆 2155">
            <a:extLst>
              <a:ext uri="{FF2B5EF4-FFF2-40B4-BE49-F238E27FC236}">
                <a16:creationId xmlns:a16="http://schemas.microsoft.com/office/drawing/2014/main" id="{D779C8B9-EFE5-BC7A-0199-49A3DCA53AAA}"/>
              </a:ext>
            </a:extLst>
          </p:cNvPr>
          <p:cNvSpPr>
            <a:spLocks noChangeAspect="1"/>
          </p:cNvSpPr>
          <p:nvPr/>
        </p:nvSpPr>
        <p:spPr>
          <a:xfrm>
            <a:off x="9555076" y="3969019"/>
            <a:ext cx="36000" cy="36000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7" name="椭圆 2156">
            <a:extLst>
              <a:ext uri="{FF2B5EF4-FFF2-40B4-BE49-F238E27FC236}">
                <a16:creationId xmlns:a16="http://schemas.microsoft.com/office/drawing/2014/main" id="{9D191C08-99BC-2F81-07D4-06C5A5824CF2}"/>
              </a:ext>
            </a:extLst>
          </p:cNvPr>
          <p:cNvSpPr>
            <a:spLocks noChangeAspect="1"/>
          </p:cNvSpPr>
          <p:nvPr/>
        </p:nvSpPr>
        <p:spPr>
          <a:xfrm>
            <a:off x="8570511" y="509630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9" name="椭圆 2158">
            <a:extLst>
              <a:ext uri="{FF2B5EF4-FFF2-40B4-BE49-F238E27FC236}">
                <a16:creationId xmlns:a16="http://schemas.microsoft.com/office/drawing/2014/main" id="{EA6C0241-7034-6F15-2F31-2D7448DD13BF}"/>
              </a:ext>
            </a:extLst>
          </p:cNvPr>
          <p:cNvSpPr>
            <a:spLocks noChangeAspect="1"/>
          </p:cNvSpPr>
          <p:nvPr/>
        </p:nvSpPr>
        <p:spPr>
          <a:xfrm flipV="1">
            <a:off x="10953376" y="898050"/>
            <a:ext cx="14015" cy="14015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68" name="椭圆 2167">
            <a:extLst>
              <a:ext uri="{FF2B5EF4-FFF2-40B4-BE49-F238E27FC236}">
                <a16:creationId xmlns:a16="http://schemas.microsoft.com/office/drawing/2014/main" id="{2310E839-772F-7ACB-1F61-7F8F7FCDD343}"/>
              </a:ext>
            </a:extLst>
          </p:cNvPr>
          <p:cNvSpPr>
            <a:spLocks noChangeAspect="1"/>
          </p:cNvSpPr>
          <p:nvPr/>
        </p:nvSpPr>
        <p:spPr>
          <a:xfrm flipV="1">
            <a:off x="11197589" y="1063362"/>
            <a:ext cx="14015" cy="14015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630" name="组合 12629">
            <a:extLst>
              <a:ext uri="{FF2B5EF4-FFF2-40B4-BE49-F238E27FC236}">
                <a16:creationId xmlns:a16="http://schemas.microsoft.com/office/drawing/2014/main" id="{B3A35D90-BBCC-E085-E450-CC66F32B4E7E}"/>
              </a:ext>
            </a:extLst>
          </p:cNvPr>
          <p:cNvGrpSpPr/>
          <p:nvPr/>
        </p:nvGrpSpPr>
        <p:grpSpPr>
          <a:xfrm rot="21107131">
            <a:off x="9602075" y="416719"/>
            <a:ext cx="997429" cy="1326338"/>
            <a:chOff x="9602075" y="713103"/>
            <a:chExt cx="774543" cy="1029954"/>
          </a:xfrm>
        </p:grpSpPr>
        <p:sp>
          <p:nvSpPr>
            <p:cNvPr id="2160" name="椭圆 2159">
              <a:extLst>
                <a:ext uri="{FF2B5EF4-FFF2-40B4-BE49-F238E27FC236}">
                  <a16:creationId xmlns:a16="http://schemas.microsoft.com/office/drawing/2014/main" id="{0F9E4F0B-8E89-E51A-F24E-3091C66626AD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0362603" y="1257987"/>
              <a:ext cx="14015" cy="14015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2" name="椭圆 2161">
              <a:extLst>
                <a:ext uri="{FF2B5EF4-FFF2-40B4-BE49-F238E27FC236}">
                  <a16:creationId xmlns:a16="http://schemas.microsoft.com/office/drawing/2014/main" id="{53A84962-C904-7B94-CACA-010205D3C0D5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0030526" y="884035"/>
              <a:ext cx="14015" cy="14015"/>
            </a:xfrm>
            <a:prstGeom prst="ellipse">
              <a:avLst/>
            </a:prstGeom>
            <a:solidFill>
              <a:srgbClr val="4F3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5" name="椭圆 2164">
              <a:extLst>
                <a:ext uri="{FF2B5EF4-FFF2-40B4-BE49-F238E27FC236}">
                  <a16:creationId xmlns:a16="http://schemas.microsoft.com/office/drawing/2014/main" id="{8D4D7AD3-917E-F957-C378-85DB93C274FF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0238077" y="1729042"/>
              <a:ext cx="14015" cy="14015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9" name="椭圆 2168">
              <a:extLst>
                <a:ext uri="{FF2B5EF4-FFF2-40B4-BE49-F238E27FC236}">
                  <a16:creationId xmlns:a16="http://schemas.microsoft.com/office/drawing/2014/main" id="{BC8CF38B-1EC8-D1B3-2BF3-FC56925218CF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9730600" y="1043514"/>
              <a:ext cx="14015" cy="14015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0" name="椭圆 2169">
              <a:extLst>
                <a:ext uri="{FF2B5EF4-FFF2-40B4-BE49-F238E27FC236}">
                  <a16:creationId xmlns:a16="http://schemas.microsoft.com/office/drawing/2014/main" id="{AEAB5200-2B39-694F-A751-5B664DECBC7B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0153720" y="1344712"/>
              <a:ext cx="14015" cy="14015"/>
            </a:xfrm>
            <a:prstGeom prst="ellipse">
              <a:avLst/>
            </a:prstGeom>
            <a:solidFill>
              <a:srgbClr val="4F3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1" name="椭圆 2170">
              <a:extLst>
                <a:ext uri="{FF2B5EF4-FFF2-40B4-BE49-F238E27FC236}">
                  <a16:creationId xmlns:a16="http://schemas.microsoft.com/office/drawing/2014/main" id="{D8964999-C8A1-16B6-B661-C4CDB74A7CC7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9602075" y="713103"/>
              <a:ext cx="14015" cy="140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021C06C-6E8A-142A-8E96-44320DF5E701}"/>
              </a:ext>
            </a:extLst>
          </p:cNvPr>
          <p:cNvSpPr txBox="1"/>
          <p:nvPr/>
        </p:nvSpPr>
        <p:spPr>
          <a:xfrm>
            <a:off x="890215" y="1939929"/>
            <a:ext cx="9834744" cy="89255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很高兴地向大家宣布</a:t>
            </a:r>
            <a:r>
              <a:rPr lang="en-US" altLang="zh-CN" sz="2800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ChatMonitor</a:t>
            </a:r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已经作为独立产品正式上线！</a:t>
            </a:r>
            <a:endParaRPr lang="en-US" altLang="zh-CN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你可以通过一下渠道体验产品：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A9B08A-0E03-D3B4-B654-4E87CDB0D2F3}"/>
              </a:ext>
            </a:extLst>
          </p:cNvPr>
          <p:cNvSpPr txBox="1"/>
          <p:nvPr/>
        </p:nvSpPr>
        <p:spPr>
          <a:xfrm>
            <a:off x="1264394" y="3006387"/>
            <a:ext cx="3441968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1. QQ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群（</a:t>
            </a:r>
            <a:r>
              <a:rPr lang="en-US" altLang="zh-CN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ChatMonitor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监听对象）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62DB78-DEDB-81CC-402F-97F0B54644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73"/>
          <a:stretch>
            <a:fillRect/>
          </a:stretch>
        </p:blipFill>
        <p:spPr>
          <a:xfrm>
            <a:off x="1993430" y="3539661"/>
            <a:ext cx="1889023" cy="288898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0A3EA84-95F0-8CEE-9754-2AEF983AE251}"/>
              </a:ext>
            </a:extLst>
          </p:cNvPr>
          <p:cNvSpPr txBox="1"/>
          <p:nvPr/>
        </p:nvSpPr>
        <p:spPr>
          <a:xfrm>
            <a:off x="4839317" y="2973476"/>
            <a:ext cx="6434775" cy="212365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2. </a:t>
            </a:r>
            <a:r>
              <a:rPr lang="en-US" altLang="zh-CN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ChatMonitor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服务平台：</a:t>
            </a: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浏览器输入</a:t>
            </a:r>
            <a:r>
              <a:rPr lang="en-US" altLang="zh-CN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hlinkClick r:id="rId4"/>
              </a:rPr>
              <a:t>http://chatmonitor.space</a:t>
            </a:r>
            <a:endParaRPr lang="en-US" altLang="zh-CN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l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Tips</a:t>
            </a:r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：由于未能获取</a:t>
            </a:r>
            <a:r>
              <a:rPr lang="en-US" altLang="zh-CN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SSL</a:t>
            </a:r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证书，目前只支持</a:t>
            </a:r>
            <a:r>
              <a:rPr lang="en-US" altLang="zh-CN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http</a:t>
            </a:r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访问，</a:t>
            </a:r>
            <a:r>
              <a:rPr lang="en-US" altLang="zh-CN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https</a:t>
            </a:r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入口将在后续开放）</a:t>
            </a:r>
          </a:p>
        </p:txBody>
      </p:sp>
    </p:spTree>
    <p:extLst>
      <p:ext uri="{BB962C8B-B14F-4D97-AF65-F5344CB8AC3E}">
        <p14:creationId xmlns:p14="http://schemas.microsoft.com/office/powerpoint/2010/main" val="220308274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08396-603E-4246-F97F-39F82EE8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7" name="任意多边形: 形状 12596">
            <a:extLst>
              <a:ext uri="{FF2B5EF4-FFF2-40B4-BE49-F238E27FC236}">
                <a16:creationId xmlns:a16="http://schemas.microsoft.com/office/drawing/2014/main" id="{ED42448D-75E9-17C6-1BCC-E7353EF30E60}"/>
              </a:ext>
            </a:extLst>
          </p:cNvPr>
          <p:cNvSpPr/>
          <p:nvPr/>
        </p:nvSpPr>
        <p:spPr>
          <a:xfrm flipV="1">
            <a:off x="9102600" y="4516060"/>
            <a:ext cx="1164226" cy="1014780"/>
          </a:xfrm>
          <a:custGeom>
            <a:avLst/>
            <a:gdLst>
              <a:gd name="connsiteX0" fmla="*/ 0 w 1886857"/>
              <a:gd name="connsiteY0" fmla="*/ 1644650 h 1644650"/>
              <a:gd name="connsiteX1" fmla="*/ 1886857 w 1886857"/>
              <a:gd name="connsiteY1" fmla="*/ 512536 h 1644650"/>
              <a:gd name="connsiteX2" fmla="*/ 949778 w 1886857"/>
              <a:gd name="connsiteY2" fmla="*/ 0 h 1644650"/>
              <a:gd name="connsiteX3" fmla="*/ 0 w 1886857"/>
              <a:gd name="connsiteY3" fmla="*/ 1644650 h 164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6856" h="1644650">
                <a:moveTo>
                  <a:pt x="0" y="1644650"/>
                </a:moveTo>
                <a:lnTo>
                  <a:pt x="1886857" y="512536"/>
                </a:lnTo>
                <a:lnTo>
                  <a:pt x="949778" y="0"/>
                </a:lnTo>
                <a:lnTo>
                  <a:pt x="0" y="1644650"/>
                </a:lnTo>
                <a:close/>
              </a:path>
            </a:pathLst>
          </a:custGeom>
          <a:gradFill>
            <a:gsLst>
              <a:gs pos="60000">
                <a:srgbClr val="000B26"/>
              </a:gs>
              <a:gs pos="100000">
                <a:srgbClr val="4F10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581" name="组合 12580">
            <a:extLst>
              <a:ext uri="{FF2B5EF4-FFF2-40B4-BE49-F238E27FC236}">
                <a16:creationId xmlns:a16="http://schemas.microsoft.com/office/drawing/2014/main" id="{CA7B1C35-21EE-E687-9F11-6F9C49F09F9A}"/>
              </a:ext>
            </a:extLst>
          </p:cNvPr>
          <p:cNvGrpSpPr/>
          <p:nvPr/>
        </p:nvGrpSpPr>
        <p:grpSpPr>
          <a:xfrm flipV="1">
            <a:off x="6890454" y="1777460"/>
            <a:ext cx="6066017" cy="5080540"/>
            <a:chOff x="15939" y="3267112"/>
            <a:chExt cx="4338637" cy="3633788"/>
          </a:xfrm>
        </p:grpSpPr>
        <p:sp>
          <p:nvSpPr>
            <p:cNvPr id="11982" name="Freeform 2105">
              <a:extLst>
                <a:ext uri="{FF2B5EF4-FFF2-40B4-BE49-F238E27FC236}">
                  <a16:creationId xmlns:a16="http://schemas.microsoft.com/office/drawing/2014/main" id="{092A2AA2-4812-9DB9-AD35-C9FC489132A4}"/>
                </a:ext>
              </a:extLst>
            </p:cNvPr>
            <p:cNvSpPr/>
            <p:nvPr/>
          </p:nvSpPr>
          <p:spPr bwMode="auto">
            <a:xfrm>
              <a:off x="2335577" y="3703460"/>
              <a:ext cx="577850" cy="173038"/>
            </a:xfrm>
            <a:custGeom>
              <a:avLst/>
              <a:gdLst>
                <a:gd name="T0" fmla="*/ 0 w 364"/>
                <a:gd name="T1" fmla="*/ 0 h 109"/>
                <a:gd name="T2" fmla="*/ 0 w 364"/>
                <a:gd name="T3" fmla="*/ 0 h 109"/>
                <a:gd name="T4" fmla="*/ 361 w 364"/>
                <a:gd name="T5" fmla="*/ 109 h 109"/>
                <a:gd name="T6" fmla="*/ 364 w 364"/>
                <a:gd name="T7" fmla="*/ 109 h 109"/>
                <a:gd name="T8" fmla="*/ 364 w 364"/>
                <a:gd name="T9" fmla="*/ 109 h 109"/>
                <a:gd name="T10" fmla="*/ 364 w 364"/>
                <a:gd name="T11" fmla="*/ 109 h 109"/>
                <a:gd name="T12" fmla="*/ 0 w 364"/>
                <a:gd name="T1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109">
                  <a:moveTo>
                    <a:pt x="0" y="0"/>
                  </a:moveTo>
                  <a:lnTo>
                    <a:pt x="0" y="0"/>
                  </a:lnTo>
                  <a:lnTo>
                    <a:pt x="361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3" name="Freeform 2106">
              <a:extLst>
                <a:ext uri="{FF2B5EF4-FFF2-40B4-BE49-F238E27FC236}">
                  <a16:creationId xmlns:a16="http://schemas.microsoft.com/office/drawing/2014/main" id="{04EFB57A-4D3A-405F-504C-925C66C7CF7C}"/>
                </a:ext>
              </a:extLst>
            </p:cNvPr>
            <p:cNvSpPr/>
            <p:nvPr/>
          </p:nvSpPr>
          <p:spPr bwMode="auto">
            <a:xfrm>
              <a:off x="2335577" y="3703460"/>
              <a:ext cx="577850" cy="173038"/>
            </a:xfrm>
            <a:custGeom>
              <a:avLst/>
              <a:gdLst>
                <a:gd name="T0" fmla="*/ 0 w 364"/>
                <a:gd name="T1" fmla="*/ 0 h 109"/>
                <a:gd name="T2" fmla="*/ 0 w 364"/>
                <a:gd name="T3" fmla="*/ 0 h 109"/>
                <a:gd name="T4" fmla="*/ 361 w 364"/>
                <a:gd name="T5" fmla="*/ 109 h 109"/>
                <a:gd name="T6" fmla="*/ 364 w 364"/>
                <a:gd name="T7" fmla="*/ 109 h 109"/>
                <a:gd name="T8" fmla="*/ 364 w 364"/>
                <a:gd name="T9" fmla="*/ 109 h 109"/>
                <a:gd name="T10" fmla="*/ 364 w 364"/>
                <a:gd name="T11" fmla="*/ 109 h 109"/>
                <a:gd name="T12" fmla="*/ 0 w 364"/>
                <a:gd name="T1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109">
                  <a:moveTo>
                    <a:pt x="0" y="0"/>
                  </a:moveTo>
                  <a:lnTo>
                    <a:pt x="0" y="0"/>
                  </a:lnTo>
                  <a:lnTo>
                    <a:pt x="361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364" y="10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4" name="Freeform 2107">
              <a:extLst>
                <a:ext uri="{FF2B5EF4-FFF2-40B4-BE49-F238E27FC236}">
                  <a16:creationId xmlns:a16="http://schemas.microsoft.com/office/drawing/2014/main" id="{FEFD6909-F13F-FC57-CE3C-F51917DC5B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35577" y="3876498"/>
              <a:ext cx="577850" cy="442913"/>
            </a:xfrm>
            <a:custGeom>
              <a:avLst/>
              <a:gdLst>
                <a:gd name="T0" fmla="*/ 16 w 364"/>
                <a:gd name="T1" fmla="*/ 263 h 279"/>
                <a:gd name="T2" fmla="*/ 0 w 364"/>
                <a:gd name="T3" fmla="*/ 277 h 279"/>
                <a:gd name="T4" fmla="*/ 0 w 364"/>
                <a:gd name="T5" fmla="*/ 279 h 279"/>
                <a:gd name="T6" fmla="*/ 19 w 364"/>
                <a:gd name="T7" fmla="*/ 266 h 279"/>
                <a:gd name="T8" fmla="*/ 16 w 364"/>
                <a:gd name="T9" fmla="*/ 263 h 279"/>
                <a:gd name="T10" fmla="*/ 364 w 364"/>
                <a:gd name="T11" fmla="*/ 0 h 279"/>
                <a:gd name="T12" fmla="*/ 364 w 364"/>
                <a:gd name="T13" fmla="*/ 0 h 279"/>
                <a:gd name="T14" fmla="*/ 361 w 364"/>
                <a:gd name="T15" fmla="*/ 0 h 279"/>
                <a:gd name="T16" fmla="*/ 19 w 364"/>
                <a:gd name="T17" fmla="*/ 263 h 279"/>
                <a:gd name="T18" fmla="*/ 22 w 364"/>
                <a:gd name="T19" fmla="*/ 263 h 279"/>
                <a:gd name="T20" fmla="*/ 364 w 364"/>
                <a:gd name="T21" fmla="*/ 0 h 279"/>
                <a:gd name="T22" fmla="*/ 364 w 364"/>
                <a:gd name="T2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4" h="279">
                  <a:moveTo>
                    <a:pt x="16" y="263"/>
                  </a:moveTo>
                  <a:lnTo>
                    <a:pt x="0" y="277"/>
                  </a:lnTo>
                  <a:lnTo>
                    <a:pt x="0" y="279"/>
                  </a:lnTo>
                  <a:lnTo>
                    <a:pt x="19" y="266"/>
                  </a:lnTo>
                  <a:lnTo>
                    <a:pt x="16" y="263"/>
                  </a:lnTo>
                  <a:close/>
                  <a:moveTo>
                    <a:pt x="364" y="0"/>
                  </a:moveTo>
                  <a:lnTo>
                    <a:pt x="364" y="0"/>
                  </a:lnTo>
                  <a:lnTo>
                    <a:pt x="361" y="0"/>
                  </a:lnTo>
                  <a:lnTo>
                    <a:pt x="19" y="263"/>
                  </a:lnTo>
                  <a:lnTo>
                    <a:pt x="22" y="263"/>
                  </a:lnTo>
                  <a:lnTo>
                    <a:pt x="364" y="0"/>
                  </a:lnTo>
                  <a:lnTo>
                    <a:pt x="36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5" name="Freeform 2108">
              <a:extLst>
                <a:ext uri="{FF2B5EF4-FFF2-40B4-BE49-F238E27FC236}">
                  <a16:creationId xmlns:a16="http://schemas.microsoft.com/office/drawing/2014/main" id="{592E7A5D-A469-ADAB-B437-2A6C3EB726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35577" y="3876498"/>
              <a:ext cx="577850" cy="442913"/>
            </a:xfrm>
            <a:custGeom>
              <a:avLst/>
              <a:gdLst>
                <a:gd name="T0" fmla="*/ 16 w 364"/>
                <a:gd name="T1" fmla="*/ 263 h 279"/>
                <a:gd name="T2" fmla="*/ 0 w 364"/>
                <a:gd name="T3" fmla="*/ 277 h 279"/>
                <a:gd name="T4" fmla="*/ 0 w 364"/>
                <a:gd name="T5" fmla="*/ 279 h 279"/>
                <a:gd name="T6" fmla="*/ 19 w 364"/>
                <a:gd name="T7" fmla="*/ 266 h 279"/>
                <a:gd name="T8" fmla="*/ 16 w 364"/>
                <a:gd name="T9" fmla="*/ 263 h 279"/>
                <a:gd name="T10" fmla="*/ 364 w 364"/>
                <a:gd name="T11" fmla="*/ 0 h 279"/>
                <a:gd name="T12" fmla="*/ 364 w 364"/>
                <a:gd name="T13" fmla="*/ 0 h 279"/>
                <a:gd name="T14" fmla="*/ 361 w 364"/>
                <a:gd name="T15" fmla="*/ 0 h 279"/>
                <a:gd name="T16" fmla="*/ 19 w 364"/>
                <a:gd name="T17" fmla="*/ 263 h 279"/>
                <a:gd name="T18" fmla="*/ 22 w 364"/>
                <a:gd name="T19" fmla="*/ 263 h 279"/>
                <a:gd name="T20" fmla="*/ 364 w 364"/>
                <a:gd name="T21" fmla="*/ 0 h 279"/>
                <a:gd name="T22" fmla="*/ 364 w 364"/>
                <a:gd name="T2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4" h="279">
                  <a:moveTo>
                    <a:pt x="16" y="263"/>
                  </a:moveTo>
                  <a:lnTo>
                    <a:pt x="0" y="277"/>
                  </a:lnTo>
                  <a:lnTo>
                    <a:pt x="0" y="279"/>
                  </a:lnTo>
                  <a:lnTo>
                    <a:pt x="19" y="266"/>
                  </a:lnTo>
                  <a:lnTo>
                    <a:pt x="16" y="263"/>
                  </a:lnTo>
                  <a:moveTo>
                    <a:pt x="364" y="0"/>
                  </a:moveTo>
                  <a:lnTo>
                    <a:pt x="364" y="0"/>
                  </a:lnTo>
                  <a:lnTo>
                    <a:pt x="361" y="0"/>
                  </a:lnTo>
                  <a:lnTo>
                    <a:pt x="19" y="263"/>
                  </a:lnTo>
                  <a:lnTo>
                    <a:pt x="22" y="263"/>
                  </a:lnTo>
                  <a:lnTo>
                    <a:pt x="364" y="0"/>
                  </a:lnTo>
                  <a:lnTo>
                    <a:pt x="36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8" name="Freeform 2111">
              <a:extLst>
                <a:ext uri="{FF2B5EF4-FFF2-40B4-BE49-F238E27FC236}">
                  <a16:creationId xmlns:a16="http://schemas.microsoft.com/office/drawing/2014/main" id="{97364F9D-2689-79FC-7EBB-4736D1E6D9EE}"/>
                </a:ext>
              </a:extLst>
            </p:cNvPr>
            <p:cNvSpPr/>
            <p:nvPr/>
          </p:nvSpPr>
          <p:spPr bwMode="auto">
            <a:xfrm>
              <a:off x="2908665" y="3876498"/>
              <a:ext cx="4763" cy="0"/>
            </a:xfrm>
            <a:custGeom>
              <a:avLst/>
              <a:gdLst>
                <a:gd name="T0" fmla="*/ 3 w 3"/>
                <a:gd name="T1" fmla="*/ 0 w 3"/>
                <a:gd name="T2" fmla="*/ 3 w 3"/>
                <a:gd name="T3" fmla="*/ 3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9" name="Freeform 2112">
              <a:extLst>
                <a:ext uri="{FF2B5EF4-FFF2-40B4-BE49-F238E27FC236}">
                  <a16:creationId xmlns:a16="http://schemas.microsoft.com/office/drawing/2014/main" id="{177519BD-1DEE-1BB1-B090-209FA103A91A}"/>
                </a:ext>
              </a:extLst>
            </p:cNvPr>
            <p:cNvSpPr/>
            <p:nvPr/>
          </p:nvSpPr>
          <p:spPr bwMode="auto">
            <a:xfrm>
              <a:off x="2908665" y="3876498"/>
              <a:ext cx="4763" cy="0"/>
            </a:xfrm>
            <a:custGeom>
              <a:avLst/>
              <a:gdLst>
                <a:gd name="T0" fmla="*/ 3 w 3"/>
                <a:gd name="T1" fmla="*/ 0 w 3"/>
                <a:gd name="T2" fmla="*/ 3 w 3"/>
                <a:gd name="T3" fmla="*/ 3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9" name="Freeform 171">
              <a:extLst>
                <a:ext uri="{FF2B5EF4-FFF2-40B4-BE49-F238E27FC236}">
                  <a16:creationId xmlns:a16="http://schemas.microsoft.com/office/drawing/2014/main" id="{4D2961E6-3211-EF48-0284-88284BCF94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35351" y="4305338"/>
              <a:ext cx="487363" cy="327025"/>
            </a:xfrm>
            <a:custGeom>
              <a:avLst/>
              <a:gdLst>
                <a:gd name="T0" fmla="*/ 298 w 307"/>
                <a:gd name="T1" fmla="*/ 200 h 206"/>
                <a:gd name="T2" fmla="*/ 297 w 307"/>
                <a:gd name="T3" fmla="*/ 200 h 206"/>
                <a:gd name="T4" fmla="*/ 303 w 307"/>
                <a:gd name="T5" fmla="*/ 205 h 206"/>
                <a:gd name="T6" fmla="*/ 307 w 307"/>
                <a:gd name="T7" fmla="*/ 206 h 206"/>
                <a:gd name="T8" fmla="*/ 298 w 307"/>
                <a:gd name="T9" fmla="*/ 200 h 206"/>
                <a:gd name="T10" fmla="*/ 181 w 307"/>
                <a:gd name="T11" fmla="*/ 161 h 206"/>
                <a:gd name="T12" fmla="*/ 279 w 307"/>
                <a:gd name="T13" fmla="*/ 192 h 206"/>
                <a:gd name="T14" fmla="*/ 279 w 307"/>
                <a:gd name="T15" fmla="*/ 192 h 206"/>
                <a:gd name="T16" fmla="*/ 181 w 307"/>
                <a:gd name="T17" fmla="*/ 161 h 206"/>
                <a:gd name="T18" fmla="*/ 224 w 307"/>
                <a:gd name="T19" fmla="*/ 150 h 206"/>
                <a:gd name="T20" fmla="*/ 283 w 307"/>
                <a:gd name="T21" fmla="*/ 190 h 206"/>
                <a:gd name="T22" fmla="*/ 283 w 307"/>
                <a:gd name="T23" fmla="*/ 190 h 206"/>
                <a:gd name="T24" fmla="*/ 224 w 307"/>
                <a:gd name="T25" fmla="*/ 150 h 206"/>
                <a:gd name="T26" fmla="*/ 65 w 307"/>
                <a:gd name="T27" fmla="*/ 129 h 206"/>
                <a:gd name="T28" fmla="*/ 65 w 307"/>
                <a:gd name="T29" fmla="*/ 129 h 206"/>
                <a:gd name="T30" fmla="*/ 287 w 307"/>
                <a:gd name="T31" fmla="*/ 200 h 206"/>
                <a:gd name="T32" fmla="*/ 287 w 307"/>
                <a:gd name="T33" fmla="*/ 200 h 206"/>
                <a:gd name="T34" fmla="*/ 65 w 307"/>
                <a:gd name="T35" fmla="*/ 129 h 206"/>
                <a:gd name="T36" fmla="*/ 0 w 307"/>
                <a:gd name="T37" fmla="*/ 0 h 206"/>
                <a:gd name="T38" fmla="*/ 0 w 307"/>
                <a:gd name="T39" fmla="*/ 0 h 206"/>
                <a:gd name="T40" fmla="*/ 235 w 307"/>
                <a:gd name="T41" fmla="*/ 162 h 206"/>
                <a:gd name="T42" fmla="*/ 0 w 307"/>
                <a:gd name="T4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7" h="206">
                  <a:moveTo>
                    <a:pt x="298" y="200"/>
                  </a:moveTo>
                  <a:lnTo>
                    <a:pt x="297" y="200"/>
                  </a:lnTo>
                  <a:lnTo>
                    <a:pt x="303" y="205"/>
                  </a:lnTo>
                  <a:lnTo>
                    <a:pt x="307" y="206"/>
                  </a:lnTo>
                  <a:lnTo>
                    <a:pt x="298" y="200"/>
                  </a:lnTo>
                  <a:close/>
                  <a:moveTo>
                    <a:pt x="181" y="161"/>
                  </a:moveTo>
                  <a:lnTo>
                    <a:pt x="279" y="192"/>
                  </a:lnTo>
                  <a:lnTo>
                    <a:pt x="279" y="192"/>
                  </a:lnTo>
                  <a:lnTo>
                    <a:pt x="181" y="161"/>
                  </a:lnTo>
                  <a:close/>
                  <a:moveTo>
                    <a:pt x="224" y="150"/>
                  </a:moveTo>
                  <a:lnTo>
                    <a:pt x="283" y="190"/>
                  </a:lnTo>
                  <a:lnTo>
                    <a:pt x="283" y="190"/>
                  </a:lnTo>
                  <a:lnTo>
                    <a:pt x="224" y="150"/>
                  </a:lnTo>
                  <a:close/>
                  <a:moveTo>
                    <a:pt x="65" y="129"/>
                  </a:moveTo>
                  <a:lnTo>
                    <a:pt x="65" y="129"/>
                  </a:lnTo>
                  <a:lnTo>
                    <a:pt x="287" y="200"/>
                  </a:lnTo>
                  <a:lnTo>
                    <a:pt x="287" y="200"/>
                  </a:lnTo>
                  <a:lnTo>
                    <a:pt x="65" y="129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35" y="16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0" name="Freeform 172">
              <a:extLst>
                <a:ext uri="{FF2B5EF4-FFF2-40B4-BE49-F238E27FC236}">
                  <a16:creationId xmlns:a16="http://schemas.microsoft.com/office/drawing/2014/main" id="{9BAAFA7B-16B2-084C-5832-EFEFAF66AF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35351" y="4305338"/>
              <a:ext cx="487363" cy="327025"/>
            </a:xfrm>
            <a:custGeom>
              <a:avLst/>
              <a:gdLst>
                <a:gd name="T0" fmla="*/ 298 w 307"/>
                <a:gd name="T1" fmla="*/ 200 h 206"/>
                <a:gd name="T2" fmla="*/ 297 w 307"/>
                <a:gd name="T3" fmla="*/ 200 h 206"/>
                <a:gd name="T4" fmla="*/ 303 w 307"/>
                <a:gd name="T5" fmla="*/ 205 h 206"/>
                <a:gd name="T6" fmla="*/ 307 w 307"/>
                <a:gd name="T7" fmla="*/ 206 h 206"/>
                <a:gd name="T8" fmla="*/ 298 w 307"/>
                <a:gd name="T9" fmla="*/ 200 h 206"/>
                <a:gd name="T10" fmla="*/ 181 w 307"/>
                <a:gd name="T11" fmla="*/ 161 h 206"/>
                <a:gd name="T12" fmla="*/ 279 w 307"/>
                <a:gd name="T13" fmla="*/ 192 h 206"/>
                <a:gd name="T14" fmla="*/ 279 w 307"/>
                <a:gd name="T15" fmla="*/ 192 h 206"/>
                <a:gd name="T16" fmla="*/ 181 w 307"/>
                <a:gd name="T17" fmla="*/ 161 h 206"/>
                <a:gd name="T18" fmla="*/ 224 w 307"/>
                <a:gd name="T19" fmla="*/ 150 h 206"/>
                <a:gd name="T20" fmla="*/ 283 w 307"/>
                <a:gd name="T21" fmla="*/ 190 h 206"/>
                <a:gd name="T22" fmla="*/ 283 w 307"/>
                <a:gd name="T23" fmla="*/ 190 h 206"/>
                <a:gd name="T24" fmla="*/ 224 w 307"/>
                <a:gd name="T25" fmla="*/ 150 h 206"/>
                <a:gd name="T26" fmla="*/ 65 w 307"/>
                <a:gd name="T27" fmla="*/ 129 h 206"/>
                <a:gd name="T28" fmla="*/ 65 w 307"/>
                <a:gd name="T29" fmla="*/ 129 h 206"/>
                <a:gd name="T30" fmla="*/ 287 w 307"/>
                <a:gd name="T31" fmla="*/ 200 h 206"/>
                <a:gd name="T32" fmla="*/ 287 w 307"/>
                <a:gd name="T33" fmla="*/ 200 h 206"/>
                <a:gd name="T34" fmla="*/ 65 w 307"/>
                <a:gd name="T35" fmla="*/ 129 h 206"/>
                <a:gd name="T36" fmla="*/ 0 w 307"/>
                <a:gd name="T37" fmla="*/ 0 h 206"/>
                <a:gd name="T38" fmla="*/ 0 w 307"/>
                <a:gd name="T39" fmla="*/ 0 h 206"/>
                <a:gd name="T40" fmla="*/ 235 w 307"/>
                <a:gd name="T41" fmla="*/ 162 h 206"/>
                <a:gd name="T42" fmla="*/ 0 w 307"/>
                <a:gd name="T4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7" h="206">
                  <a:moveTo>
                    <a:pt x="298" y="200"/>
                  </a:moveTo>
                  <a:lnTo>
                    <a:pt x="297" y="200"/>
                  </a:lnTo>
                  <a:lnTo>
                    <a:pt x="303" y="205"/>
                  </a:lnTo>
                  <a:lnTo>
                    <a:pt x="307" y="206"/>
                  </a:lnTo>
                  <a:lnTo>
                    <a:pt x="298" y="200"/>
                  </a:lnTo>
                  <a:moveTo>
                    <a:pt x="181" y="161"/>
                  </a:moveTo>
                  <a:lnTo>
                    <a:pt x="279" y="192"/>
                  </a:lnTo>
                  <a:lnTo>
                    <a:pt x="279" y="192"/>
                  </a:lnTo>
                  <a:lnTo>
                    <a:pt x="181" y="161"/>
                  </a:lnTo>
                  <a:moveTo>
                    <a:pt x="224" y="150"/>
                  </a:moveTo>
                  <a:lnTo>
                    <a:pt x="283" y="190"/>
                  </a:lnTo>
                  <a:lnTo>
                    <a:pt x="283" y="190"/>
                  </a:lnTo>
                  <a:lnTo>
                    <a:pt x="224" y="150"/>
                  </a:lnTo>
                  <a:moveTo>
                    <a:pt x="65" y="129"/>
                  </a:moveTo>
                  <a:lnTo>
                    <a:pt x="65" y="129"/>
                  </a:lnTo>
                  <a:lnTo>
                    <a:pt x="287" y="200"/>
                  </a:lnTo>
                  <a:lnTo>
                    <a:pt x="287" y="200"/>
                  </a:lnTo>
                  <a:lnTo>
                    <a:pt x="65" y="129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235" y="16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1" name="Freeform 173">
              <a:extLst>
                <a:ext uri="{FF2B5EF4-FFF2-40B4-BE49-F238E27FC236}">
                  <a16:creationId xmlns:a16="http://schemas.microsoft.com/office/drawing/2014/main" id="{32D521C7-7075-2E5D-E0AD-95A66D14E8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6789" y="3460788"/>
              <a:ext cx="571500" cy="269875"/>
            </a:xfrm>
            <a:custGeom>
              <a:avLst/>
              <a:gdLst>
                <a:gd name="T0" fmla="*/ 3 w 360"/>
                <a:gd name="T1" fmla="*/ 114 h 170"/>
                <a:gd name="T2" fmla="*/ 3 w 360"/>
                <a:gd name="T3" fmla="*/ 114 h 170"/>
                <a:gd name="T4" fmla="*/ 76 w 360"/>
                <a:gd name="T5" fmla="*/ 139 h 170"/>
                <a:gd name="T6" fmla="*/ 3 w 360"/>
                <a:gd name="T7" fmla="*/ 114 h 170"/>
                <a:gd name="T8" fmla="*/ 351 w 360"/>
                <a:gd name="T9" fmla="*/ 2 h 170"/>
                <a:gd name="T10" fmla="*/ 0 w 360"/>
                <a:gd name="T11" fmla="*/ 107 h 170"/>
                <a:gd name="T12" fmla="*/ 0 w 360"/>
                <a:gd name="T13" fmla="*/ 108 h 170"/>
                <a:gd name="T14" fmla="*/ 3 w 360"/>
                <a:gd name="T15" fmla="*/ 108 h 170"/>
                <a:gd name="T16" fmla="*/ 2 w 360"/>
                <a:gd name="T17" fmla="*/ 109 h 170"/>
                <a:gd name="T18" fmla="*/ 186 w 360"/>
                <a:gd name="T19" fmla="*/ 170 h 170"/>
                <a:gd name="T20" fmla="*/ 186 w 360"/>
                <a:gd name="T21" fmla="*/ 170 h 170"/>
                <a:gd name="T22" fmla="*/ 6 w 360"/>
                <a:gd name="T23" fmla="*/ 110 h 170"/>
                <a:gd name="T24" fmla="*/ 345 w 360"/>
                <a:gd name="T25" fmla="*/ 9 h 170"/>
                <a:gd name="T26" fmla="*/ 351 w 360"/>
                <a:gd name="T27" fmla="*/ 3 h 170"/>
                <a:gd name="T28" fmla="*/ 351 w 360"/>
                <a:gd name="T29" fmla="*/ 2 h 170"/>
                <a:gd name="T30" fmla="*/ 360 w 360"/>
                <a:gd name="T31" fmla="*/ 0 h 170"/>
                <a:gd name="T32" fmla="*/ 357 w 360"/>
                <a:gd name="T33" fmla="*/ 1 h 170"/>
                <a:gd name="T34" fmla="*/ 355 w 360"/>
                <a:gd name="T35" fmla="*/ 4 h 170"/>
                <a:gd name="T36" fmla="*/ 355 w 360"/>
                <a:gd name="T37" fmla="*/ 5 h 170"/>
                <a:gd name="T38" fmla="*/ 360 w 360"/>
                <a:gd name="T3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170">
                  <a:moveTo>
                    <a:pt x="3" y="114"/>
                  </a:moveTo>
                  <a:lnTo>
                    <a:pt x="3" y="114"/>
                  </a:lnTo>
                  <a:lnTo>
                    <a:pt x="76" y="139"/>
                  </a:lnTo>
                  <a:lnTo>
                    <a:pt x="3" y="114"/>
                  </a:lnTo>
                  <a:close/>
                  <a:moveTo>
                    <a:pt x="351" y="2"/>
                  </a:moveTo>
                  <a:lnTo>
                    <a:pt x="0" y="107"/>
                  </a:lnTo>
                  <a:lnTo>
                    <a:pt x="0" y="108"/>
                  </a:lnTo>
                  <a:lnTo>
                    <a:pt x="3" y="108"/>
                  </a:lnTo>
                  <a:lnTo>
                    <a:pt x="2" y="109"/>
                  </a:lnTo>
                  <a:lnTo>
                    <a:pt x="186" y="170"/>
                  </a:lnTo>
                  <a:lnTo>
                    <a:pt x="186" y="170"/>
                  </a:lnTo>
                  <a:lnTo>
                    <a:pt x="6" y="110"/>
                  </a:lnTo>
                  <a:lnTo>
                    <a:pt x="345" y="9"/>
                  </a:lnTo>
                  <a:lnTo>
                    <a:pt x="351" y="3"/>
                  </a:lnTo>
                  <a:lnTo>
                    <a:pt x="351" y="2"/>
                  </a:lnTo>
                  <a:close/>
                  <a:moveTo>
                    <a:pt x="360" y="0"/>
                  </a:moveTo>
                  <a:lnTo>
                    <a:pt x="357" y="1"/>
                  </a:lnTo>
                  <a:lnTo>
                    <a:pt x="355" y="4"/>
                  </a:lnTo>
                  <a:lnTo>
                    <a:pt x="355" y="5"/>
                  </a:lnTo>
                  <a:lnTo>
                    <a:pt x="36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2" name="Freeform 174">
              <a:extLst>
                <a:ext uri="{FF2B5EF4-FFF2-40B4-BE49-F238E27FC236}">
                  <a16:creationId xmlns:a16="http://schemas.microsoft.com/office/drawing/2014/main" id="{33F83445-7290-7C6F-ABFD-180B4A324B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6789" y="3460788"/>
              <a:ext cx="571500" cy="269875"/>
            </a:xfrm>
            <a:custGeom>
              <a:avLst/>
              <a:gdLst>
                <a:gd name="T0" fmla="*/ 3 w 360"/>
                <a:gd name="T1" fmla="*/ 114 h 170"/>
                <a:gd name="T2" fmla="*/ 3 w 360"/>
                <a:gd name="T3" fmla="*/ 114 h 170"/>
                <a:gd name="T4" fmla="*/ 76 w 360"/>
                <a:gd name="T5" fmla="*/ 139 h 170"/>
                <a:gd name="T6" fmla="*/ 3 w 360"/>
                <a:gd name="T7" fmla="*/ 114 h 170"/>
                <a:gd name="T8" fmla="*/ 351 w 360"/>
                <a:gd name="T9" fmla="*/ 2 h 170"/>
                <a:gd name="T10" fmla="*/ 0 w 360"/>
                <a:gd name="T11" fmla="*/ 107 h 170"/>
                <a:gd name="T12" fmla="*/ 0 w 360"/>
                <a:gd name="T13" fmla="*/ 108 h 170"/>
                <a:gd name="T14" fmla="*/ 3 w 360"/>
                <a:gd name="T15" fmla="*/ 108 h 170"/>
                <a:gd name="T16" fmla="*/ 2 w 360"/>
                <a:gd name="T17" fmla="*/ 109 h 170"/>
                <a:gd name="T18" fmla="*/ 186 w 360"/>
                <a:gd name="T19" fmla="*/ 170 h 170"/>
                <a:gd name="T20" fmla="*/ 186 w 360"/>
                <a:gd name="T21" fmla="*/ 170 h 170"/>
                <a:gd name="T22" fmla="*/ 6 w 360"/>
                <a:gd name="T23" fmla="*/ 110 h 170"/>
                <a:gd name="T24" fmla="*/ 345 w 360"/>
                <a:gd name="T25" fmla="*/ 9 h 170"/>
                <a:gd name="T26" fmla="*/ 351 w 360"/>
                <a:gd name="T27" fmla="*/ 3 h 170"/>
                <a:gd name="T28" fmla="*/ 351 w 360"/>
                <a:gd name="T29" fmla="*/ 2 h 170"/>
                <a:gd name="T30" fmla="*/ 360 w 360"/>
                <a:gd name="T31" fmla="*/ 0 h 170"/>
                <a:gd name="T32" fmla="*/ 357 w 360"/>
                <a:gd name="T33" fmla="*/ 1 h 170"/>
                <a:gd name="T34" fmla="*/ 355 w 360"/>
                <a:gd name="T35" fmla="*/ 4 h 170"/>
                <a:gd name="T36" fmla="*/ 355 w 360"/>
                <a:gd name="T37" fmla="*/ 5 h 170"/>
                <a:gd name="T38" fmla="*/ 360 w 360"/>
                <a:gd name="T3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170">
                  <a:moveTo>
                    <a:pt x="3" y="114"/>
                  </a:moveTo>
                  <a:lnTo>
                    <a:pt x="3" y="114"/>
                  </a:lnTo>
                  <a:lnTo>
                    <a:pt x="76" y="139"/>
                  </a:lnTo>
                  <a:lnTo>
                    <a:pt x="3" y="114"/>
                  </a:lnTo>
                  <a:moveTo>
                    <a:pt x="351" y="2"/>
                  </a:moveTo>
                  <a:lnTo>
                    <a:pt x="0" y="107"/>
                  </a:lnTo>
                  <a:lnTo>
                    <a:pt x="0" y="108"/>
                  </a:lnTo>
                  <a:lnTo>
                    <a:pt x="3" y="108"/>
                  </a:lnTo>
                  <a:lnTo>
                    <a:pt x="2" y="109"/>
                  </a:lnTo>
                  <a:lnTo>
                    <a:pt x="186" y="170"/>
                  </a:lnTo>
                  <a:lnTo>
                    <a:pt x="186" y="170"/>
                  </a:lnTo>
                  <a:lnTo>
                    <a:pt x="6" y="110"/>
                  </a:lnTo>
                  <a:lnTo>
                    <a:pt x="345" y="9"/>
                  </a:lnTo>
                  <a:lnTo>
                    <a:pt x="351" y="3"/>
                  </a:lnTo>
                  <a:lnTo>
                    <a:pt x="351" y="2"/>
                  </a:lnTo>
                  <a:moveTo>
                    <a:pt x="360" y="0"/>
                  </a:moveTo>
                  <a:lnTo>
                    <a:pt x="357" y="1"/>
                  </a:lnTo>
                  <a:lnTo>
                    <a:pt x="355" y="4"/>
                  </a:lnTo>
                  <a:lnTo>
                    <a:pt x="355" y="5"/>
                  </a:lnTo>
                  <a:lnTo>
                    <a:pt x="36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3" name="Freeform 175">
              <a:extLst>
                <a:ext uri="{FF2B5EF4-FFF2-40B4-BE49-F238E27FC236}">
                  <a16:creationId xmlns:a16="http://schemas.microsoft.com/office/drawing/2014/main" id="{B6631C39-5E0A-3D92-C4C4-24D0984205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7789" y="3632238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4" name="Freeform 176">
              <a:extLst>
                <a:ext uri="{FF2B5EF4-FFF2-40B4-BE49-F238E27FC236}">
                  <a16:creationId xmlns:a16="http://schemas.microsoft.com/office/drawing/2014/main" id="{486B21D7-C69E-7158-2936-C1A2E6850A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7789" y="3632238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5" name="Freeform 177">
              <a:extLst>
                <a:ext uri="{FF2B5EF4-FFF2-40B4-BE49-F238E27FC236}">
                  <a16:creationId xmlns:a16="http://schemas.microsoft.com/office/drawing/2014/main" id="{A1FE4C73-CA93-7024-BACB-54D59E1A8C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2501" y="3632238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6" name="Freeform 178">
              <a:extLst>
                <a:ext uri="{FF2B5EF4-FFF2-40B4-BE49-F238E27FC236}">
                  <a16:creationId xmlns:a16="http://schemas.microsoft.com/office/drawing/2014/main" id="{32E1D281-5898-3166-2043-6C6784CFF9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2501" y="3632238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7" name="Freeform 179">
              <a:extLst>
                <a:ext uri="{FF2B5EF4-FFF2-40B4-BE49-F238E27FC236}">
                  <a16:creationId xmlns:a16="http://schemas.microsoft.com/office/drawing/2014/main" id="{055A1052-7C8A-72BB-E71B-8C5EAF2863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3126" y="4291050"/>
              <a:ext cx="1260475" cy="331788"/>
            </a:xfrm>
            <a:custGeom>
              <a:avLst/>
              <a:gdLst>
                <a:gd name="T0" fmla="*/ 249 w 794"/>
                <a:gd name="T1" fmla="*/ 171 h 209"/>
                <a:gd name="T2" fmla="*/ 293 w 794"/>
                <a:gd name="T3" fmla="*/ 201 h 209"/>
                <a:gd name="T4" fmla="*/ 293 w 794"/>
                <a:gd name="T5" fmla="*/ 201 h 209"/>
                <a:gd name="T6" fmla="*/ 249 w 794"/>
                <a:gd name="T7" fmla="*/ 171 h 209"/>
                <a:gd name="T8" fmla="*/ 781 w 794"/>
                <a:gd name="T9" fmla="*/ 6 h 209"/>
                <a:gd name="T10" fmla="*/ 312 w 794"/>
                <a:gd name="T11" fmla="*/ 209 h 209"/>
                <a:gd name="T12" fmla="*/ 312 w 794"/>
                <a:gd name="T13" fmla="*/ 209 h 209"/>
                <a:gd name="T14" fmla="*/ 781 w 794"/>
                <a:gd name="T15" fmla="*/ 6 h 209"/>
                <a:gd name="T16" fmla="*/ 781 w 794"/>
                <a:gd name="T17" fmla="*/ 6 h 209"/>
                <a:gd name="T18" fmla="*/ 785 w 794"/>
                <a:gd name="T19" fmla="*/ 1 h 209"/>
                <a:gd name="T20" fmla="*/ 786 w 794"/>
                <a:gd name="T21" fmla="*/ 4 h 209"/>
                <a:gd name="T22" fmla="*/ 794 w 794"/>
                <a:gd name="T23" fmla="*/ 1 h 209"/>
                <a:gd name="T24" fmla="*/ 785 w 794"/>
                <a:gd name="T25" fmla="*/ 1 h 209"/>
                <a:gd name="T26" fmla="*/ 9 w 794"/>
                <a:gd name="T27" fmla="*/ 0 h 209"/>
                <a:gd name="T28" fmla="*/ 9 w 794"/>
                <a:gd name="T29" fmla="*/ 1 h 209"/>
                <a:gd name="T30" fmla="*/ 238 w 794"/>
                <a:gd name="T31" fmla="*/ 159 h 209"/>
                <a:gd name="T32" fmla="*/ 15 w 794"/>
                <a:gd name="T33" fmla="*/ 4 h 209"/>
                <a:gd name="T34" fmla="*/ 772 w 794"/>
                <a:gd name="T35" fmla="*/ 5 h 209"/>
                <a:gd name="T36" fmla="*/ 366 w 794"/>
                <a:gd name="T37" fmla="*/ 180 h 209"/>
                <a:gd name="T38" fmla="*/ 782 w 794"/>
                <a:gd name="T39" fmla="*/ 1 h 209"/>
                <a:gd name="T40" fmla="*/ 783 w 794"/>
                <a:gd name="T41" fmla="*/ 1 h 209"/>
                <a:gd name="T42" fmla="*/ 9 w 794"/>
                <a:gd name="T43" fmla="*/ 0 h 209"/>
                <a:gd name="T44" fmla="*/ 0 w 794"/>
                <a:gd name="T45" fmla="*/ 0 h 209"/>
                <a:gd name="T46" fmla="*/ 2 w 794"/>
                <a:gd name="T47" fmla="*/ 1 h 209"/>
                <a:gd name="T48" fmla="*/ 2 w 794"/>
                <a:gd name="T49" fmla="*/ 1 h 209"/>
                <a:gd name="T50" fmla="*/ 0 w 794"/>
                <a:gd name="T51" fmla="*/ 0 h 209"/>
                <a:gd name="T52" fmla="*/ 0 w 794"/>
                <a:gd name="T5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94" h="209">
                  <a:moveTo>
                    <a:pt x="249" y="171"/>
                  </a:moveTo>
                  <a:lnTo>
                    <a:pt x="293" y="201"/>
                  </a:lnTo>
                  <a:lnTo>
                    <a:pt x="293" y="201"/>
                  </a:lnTo>
                  <a:lnTo>
                    <a:pt x="249" y="171"/>
                  </a:lnTo>
                  <a:close/>
                  <a:moveTo>
                    <a:pt x="781" y="6"/>
                  </a:moveTo>
                  <a:lnTo>
                    <a:pt x="312" y="209"/>
                  </a:lnTo>
                  <a:lnTo>
                    <a:pt x="312" y="209"/>
                  </a:lnTo>
                  <a:lnTo>
                    <a:pt x="781" y="6"/>
                  </a:lnTo>
                  <a:lnTo>
                    <a:pt x="781" y="6"/>
                  </a:lnTo>
                  <a:close/>
                  <a:moveTo>
                    <a:pt x="785" y="1"/>
                  </a:moveTo>
                  <a:lnTo>
                    <a:pt x="786" y="4"/>
                  </a:lnTo>
                  <a:lnTo>
                    <a:pt x="794" y="1"/>
                  </a:lnTo>
                  <a:lnTo>
                    <a:pt x="785" y="1"/>
                  </a:lnTo>
                  <a:close/>
                  <a:moveTo>
                    <a:pt x="9" y="0"/>
                  </a:moveTo>
                  <a:lnTo>
                    <a:pt x="9" y="1"/>
                  </a:lnTo>
                  <a:lnTo>
                    <a:pt x="238" y="159"/>
                  </a:lnTo>
                  <a:lnTo>
                    <a:pt x="15" y="4"/>
                  </a:lnTo>
                  <a:lnTo>
                    <a:pt x="772" y="5"/>
                  </a:lnTo>
                  <a:lnTo>
                    <a:pt x="366" y="180"/>
                  </a:lnTo>
                  <a:lnTo>
                    <a:pt x="782" y="1"/>
                  </a:lnTo>
                  <a:lnTo>
                    <a:pt x="783" y="1"/>
                  </a:lnTo>
                  <a:lnTo>
                    <a:pt x="9" y="0"/>
                  </a:lnTo>
                  <a:close/>
                  <a:moveTo>
                    <a:pt x="0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8" name="Freeform 180">
              <a:extLst>
                <a:ext uri="{FF2B5EF4-FFF2-40B4-BE49-F238E27FC236}">
                  <a16:creationId xmlns:a16="http://schemas.microsoft.com/office/drawing/2014/main" id="{AEBFF13C-23FC-9DFB-066D-DE7F54ACAF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3126" y="4291050"/>
              <a:ext cx="1260475" cy="331788"/>
            </a:xfrm>
            <a:custGeom>
              <a:avLst/>
              <a:gdLst>
                <a:gd name="T0" fmla="*/ 249 w 794"/>
                <a:gd name="T1" fmla="*/ 171 h 209"/>
                <a:gd name="T2" fmla="*/ 293 w 794"/>
                <a:gd name="T3" fmla="*/ 201 h 209"/>
                <a:gd name="T4" fmla="*/ 293 w 794"/>
                <a:gd name="T5" fmla="*/ 201 h 209"/>
                <a:gd name="T6" fmla="*/ 249 w 794"/>
                <a:gd name="T7" fmla="*/ 171 h 209"/>
                <a:gd name="T8" fmla="*/ 781 w 794"/>
                <a:gd name="T9" fmla="*/ 6 h 209"/>
                <a:gd name="T10" fmla="*/ 312 w 794"/>
                <a:gd name="T11" fmla="*/ 209 h 209"/>
                <a:gd name="T12" fmla="*/ 312 w 794"/>
                <a:gd name="T13" fmla="*/ 209 h 209"/>
                <a:gd name="T14" fmla="*/ 781 w 794"/>
                <a:gd name="T15" fmla="*/ 6 h 209"/>
                <a:gd name="T16" fmla="*/ 781 w 794"/>
                <a:gd name="T17" fmla="*/ 6 h 209"/>
                <a:gd name="T18" fmla="*/ 785 w 794"/>
                <a:gd name="T19" fmla="*/ 1 h 209"/>
                <a:gd name="T20" fmla="*/ 786 w 794"/>
                <a:gd name="T21" fmla="*/ 4 h 209"/>
                <a:gd name="T22" fmla="*/ 794 w 794"/>
                <a:gd name="T23" fmla="*/ 1 h 209"/>
                <a:gd name="T24" fmla="*/ 785 w 794"/>
                <a:gd name="T25" fmla="*/ 1 h 209"/>
                <a:gd name="T26" fmla="*/ 9 w 794"/>
                <a:gd name="T27" fmla="*/ 0 h 209"/>
                <a:gd name="T28" fmla="*/ 9 w 794"/>
                <a:gd name="T29" fmla="*/ 1 h 209"/>
                <a:gd name="T30" fmla="*/ 238 w 794"/>
                <a:gd name="T31" fmla="*/ 159 h 209"/>
                <a:gd name="T32" fmla="*/ 15 w 794"/>
                <a:gd name="T33" fmla="*/ 4 h 209"/>
                <a:gd name="T34" fmla="*/ 772 w 794"/>
                <a:gd name="T35" fmla="*/ 5 h 209"/>
                <a:gd name="T36" fmla="*/ 366 w 794"/>
                <a:gd name="T37" fmla="*/ 180 h 209"/>
                <a:gd name="T38" fmla="*/ 782 w 794"/>
                <a:gd name="T39" fmla="*/ 1 h 209"/>
                <a:gd name="T40" fmla="*/ 783 w 794"/>
                <a:gd name="T41" fmla="*/ 1 h 209"/>
                <a:gd name="T42" fmla="*/ 9 w 794"/>
                <a:gd name="T43" fmla="*/ 0 h 209"/>
                <a:gd name="T44" fmla="*/ 0 w 794"/>
                <a:gd name="T45" fmla="*/ 0 h 209"/>
                <a:gd name="T46" fmla="*/ 2 w 794"/>
                <a:gd name="T47" fmla="*/ 1 h 209"/>
                <a:gd name="T48" fmla="*/ 2 w 794"/>
                <a:gd name="T49" fmla="*/ 1 h 209"/>
                <a:gd name="T50" fmla="*/ 0 w 794"/>
                <a:gd name="T51" fmla="*/ 0 h 209"/>
                <a:gd name="T52" fmla="*/ 0 w 794"/>
                <a:gd name="T5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94" h="209">
                  <a:moveTo>
                    <a:pt x="249" y="171"/>
                  </a:moveTo>
                  <a:lnTo>
                    <a:pt x="293" y="201"/>
                  </a:lnTo>
                  <a:lnTo>
                    <a:pt x="293" y="201"/>
                  </a:lnTo>
                  <a:lnTo>
                    <a:pt x="249" y="171"/>
                  </a:lnTo>
                  <a:moveTo>
                    <a:pt x="781" y="6"/>
                  </a:moveTo>
                  <a:lnTo>
                    <a:pt x="312" y="209"/>
                  </a:lnTo>
                  <a:lnTo>
                    <a:pt x="312" y="209"/>
                  </a:lnTo>
                  <a:lnTo>
                    <a:pt x="781" y="6"/>
                  </a:lnTo>
                  <a:lnTo>
                    <a:pt x="781" y="6"/>
                  </a:lnTo>
                  <a:moveTo>
                    <a:pt x="785" y="1"/>
                  </a:moveTo>
                  <a:lnTo>
                    <a:pt x="786" y="4"/>
                  </a:lnTo>
                  <a:lnTo>
                    <a:pt x="794" y="1"/>
                  </a:lnTo>
                  <a:lnTo>
                    <a:pt x="785" y="1"/>
                  </a:lnTo>
                  <a:moveTo>
                    <a:pt x="9" y="0"/>
                  </a:moveTo>
                  <a:lnTo>
                    <a:pt x="9" y="1"/>
                  </a:lnTo>
                  <a:lnTo>
                    <a:pt x="238" y="159"/>
                  </a:lnTo>
                  <a:lnTo>
                    <a:pt x="15" y="4"/>
                  </a:lnTo>
                  <a:lnTo>
                    <a:pt x="772" y="5"/>
                  </a:lnTo>
                  <a:lnTo>
                    <a:pt x="366" y="180"/>
                  </a:lnTo>
                  <a:lnTo>
                    <a:pt x="782" y="1"/>
                  </a:lnTo>
                  <a:lnTo>
                    <a:pt x="783" y="1"/>
                  </a:lnTo>
                  <a:lnTo>
                    <a:pt x="9" y="0"/>
                  </a:lnTo>
                  <a:moveTo>
                    <a:pt x="0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9" name="Freeform 181">
              <a:extLst>
                <a:ext uri="{FF2B5EF4-FFF2-40B4-BE49-F238E27FC236}">
                  <a16:creationId xmlns:a16="http://schemas.microsoft.com/office/drawing/2014/main" id="{320D25A5-B12F-FD9D-0620-D6B1802331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7414" y="4292638"/>
              <a:ext cx="481013" cy="330200"/>
            </a:xfrm>
            <a:custGeom>
              <a:avLst/>
              <a:gdLst>
                <a:gd name="T0" fmla="*/ 303 w 303"/>
                <a:gd name="T1" fmla="*/ 208 h 208"/>
                <a:gd name="T2" fmla="*/ 302 w 303"/>
                <a:gd name="T3" fmla="*/ 208 h 208"/>
                <a:gd name="T4" fmla="*/ 303 w 303"/>
                <a:gd name="T5" fmla="*/ 208 h 208"/>
                <a:gd name="T6" fmla="*/ 303 w 303"/>
                <a:gd name="T7" fmla="*/ 208 h 208"/>
                <a:gd name="T8" fmla="*/ 0 w 303"/>
                <a:gd name="T9" fmla="*/ 0 h 208"/>
                <a:gd name="T10" fmla="*/ 0 w 303"/>
                <a:gd name="T11" fmla="*/ 0 h 208"/>
                <a:gd name="T12" fmla="*/ 3 w 303"/>
                <a:gd name="T13" fmla="*/ 2 h 208"/>
                <a:gd name="T14" fmla="*/ 2 w 303"/>
                <a:gd name="T15" fmla="*/ 2 h 208"/>
                <a:gd name="T16" fmla="*/ 5 w 303"/>
                <a:gd name="T17" fmla="*/ 8 h 208"/>
                <a:gd name="T18" fmla="*/ 240 w 303"/>
                <a:gd name="T19" fmla="*/ 170 h 208"/>
                <a:gd name="T20" fmla="*/ 284 w 303"/>
                <a:gd name="T21" fmla="*/ 200 h 208"/>
                <a:gd name="T22" fmla="*/ 284 w 303"/>
                <a:gd name="T23" fmla="*/ 200 h 208"/>
                <a:gd name="T24" fmla="*/ 292 w 303"/>
                <a:gd name="T25" fmla="*/ 203 h 208"/>
                <a:gd name="T26" fmla="*/ 288 w 303"/>
                <a:gd name="T27" fmla="*/ 198 h 208"/>
                <a:gd name="T28" fmla="*/ 229 w 303"/>
                <a:gd name="T29" fmla="*/ 158 h 208"/>
                <a:gd name="T30" fmla="*/ 0 w 303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3" h="208">
                  <a:moveTo>
                    <a:pt x="303" y="208"/>
                  </a:moveTo>
                  <a:lnTo>
                    <a:pt x="302" y="208"/>
                  </a:lnTo>
                  <a:lnTo>
                    <a:pt x="303" y="208"/>
                  </a:lnTo>
                  <a:lnTo>
                    <a:pt x="303" y="20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2" y="2"/>
                  </a:lnTo>
                  <a:lnTo>
                    <a:pt x="5" y="8"/>
                  </a:lnTo>
                  <a:lnTo>
                    <a:pt x="240" y="170"/>
                  </a:lnTo>
                  <a:lnTo>
                    <a:pt x="284" y="200"/>
                  </a:lnTo>
                  <a:lnTo>
                    <a:pt x="284" y="200"/>
                  </a:lnTo>
                  <a:lnTo>
                    <a:pt x="292" y="203"/>
                  </a:lnTo>
                  <a:lnTo>
                    <a:pt x="288" y="198"/>
                  </a:lnTo>
                  <a:lnTo>
                    <a:pt x="229" y="1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0" name="Freeform 182">
              <a:extLst>
                <a:ext uri="{FF2B5EF4-FFF2-40B4-BE49-F238E27FC236}">
                  <a16:creationId xmlns:a16="http://schemas.microsoft.com/office/drawing/2014/main" id="{D1C6E99C-4C82-ABC1-E7DB-19FEA147E5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7414" y="4292638"/>
              <a:ext cx="481013" cy="330200"/>
            </a:xfrm>
            <a:custGeom>
              <a:avLst/>
              <a:gdLst>
                <a:gd name="T0" fmla="*/ 303 w 303"/>
                <a:gd name="T1" fmla="*/ 208 h 208"/>
                <a:gd name="T2" fmla="*/ 302 w 303"/>
                <a:gd name="T3" fmla="*/ 208 h 208"/>
                <a:gd name="T4" fmla="*/ 303 w 303"/>
                <a:gd name="T5" fmla="*/ 208 h 208"/>
                <a:gd name="T6" fmla="*/ 303 w 303"/>
                <a:gd name="T7" fmla="*/ 208 h 208"/>
                <a:gd name="T8" fmla="*/ 0 w 303"/>
                <a:gd name="T9" fmla="*/ 0 h 208"/>
                <a:gd name="T10" fmla="*/ 0 w 303"/>
                <a:gd name="T11" fmla="*/ 0 h 208"/>
                <a:gd name="T12" fmla="*/ 3 w 303"/>
                <a:gd name="T13" fmla="*/ 2 h 208"/>
                <a:gd name="T14" fmla="*/ 2 w 303"/>
                <a:gd name="T15" fmla="*/ 2 h 208"/>
                <a:gd name="T16" fmla="*/ 5 w 303"/>
                <a:gd name="T17" fmla="*/ 8 h 208"/>
                <a:gd name="T18" fmla="*/ 240 w 303"/>
                <a:gd name="T19" fmla="*/ 170 h 208"/>
                <a:gd name="T20" fmla="*/ 284 w 303"/>
                <a:gd name="T21" fmla="*/ 200 h 208"/>
                <a:gd name="T22" fmla="*/ 284 w 303"/>
                <a:gd name="T23" fmla="*/ 200 h 208"/>
                <a:gd name="T24" fmla="*/ 292 w 303"/>
                <a:gd name="T25" fmla="*/ 203 h 208"/>
                <a:gd name="T26" fmla="*/ 288 w 303"/>
                <a:gd name="T27" fmla="*/ 198 h 208"/>
                <a:gd name="T28" fmla="*/ 229 w 303"/>
                <a:gd name="T29" fmla="*/ 158 h 208"/>
                <a:gd name="T30" fmla="*/ 0 w 303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3" h="208">
                  <a:moveTo>
                    <a:pt x="303" y="208"/>
                  </a:moveTo>
                  <a:lnTo>
                    <a:pt x="302" y="208"/>
                  </a:lnTo>
                  <a:lnTo>
                    <a:pt x="303" y="208"/>
                  </a:lnTo>
                  <a:lnTo>
                    <a:pt x="303" y="208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2" y="2"/>
                  </a:lnTo>
                  <a:lnTo>
                    <a:pt x="5" y="8"/>
                  </a:lnTo>
                  <a:lnTo>
                    <a:pt x="240" y="170"/>
                  </a:lnTo>
                  <a:lnTo>
                    <a:pt x="284" y="200"/>
                  </a:lnTo>
                  <a:lnTo>
                    <a:pt x="284" y="200"/>
                  </a:lnTo>
                  <a:lnTo>
                    <a:pt x="292" y="203"/>
                  </a:lnTo>
                  <a:lnTo>
                    <a:pt x="288" y="198"/>
                  </a:lnTo>
                  <a:lnTo>
                    <a:pt x="229" y="15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1" name="Freeform 183">
              <a:extLst>
                <a:ext uri="{FF2B5EF4-FFF2-40B4-BE49-F238E27FC236}">
                  <a16:creationId xmlns:a16="http://schemas.microsoft.com/office/drawing/2014/main" id="{5158239D-1EEF-A70D-30DC-B50D80EB78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05089" y="4500600"/>
              <a:ext cx="933450" cy="398463"/>
            </a:xfrm>
            <a:custGeom>
              <a:avLst/>
              <a:gdLst>
                <a:gd name="T0" fmla="*/ 40 w 588"/>
                <a:gd name="T1" fmla="*/ 35 h 251"/>
                <a:gd name="T2" fmla="*/ 549 w 588"/>
                <a:gd name="T3" fmla="*/ 251 h 251"/>
                <a:gd name="T4" fmla="*/ 549 w 588"/>
                <a:gd name="T5" fmla="*/ 251 h 251"/>
                <a:gd name="T6" fmla="*/ 40 w 588"/>
                <a:gd name="T7" fmla="*/ 35 h 251"/>
                <a:gd name="T8" fmla="*/ 7 w 588"/>
                <a:gd name="T9" fmla="*/ 22 h 251"/>
                <a:gd name="T10" fmla="*/ 0 w 588"/>
                <a:gd name="T11" fmla="*/ 22 h 251"/>
                <a:gd name="T12" fmla="*/ 3 w 588"/>
                <a:gd name="T13" fmla="*/ 24 h 251"/>
                <a:gd name="T14" fmla="*/ 7 w 588"/>
                <a:gd name="T15" fmla="*/ 23 h 251"/>
                <a:gd name="T16" fmla="*/ 7 w 588"/>
                <a:gd name="T17" fmla="*/ 22 h 251"/>
                <a:gd name="T18" fmla="*/ 588 w 588"/>
                <a:gd name="T19" fmla="*/ 0 h 251"/>
                <a:gd name="T20" fmla="*/ 587 w 588"/>
                <a:gd name="T21" fmla="*/ 0 h 251"/>
                <a:gd name="T22" fmla="*/ 587 w 588"/>
                <a:gd name="T23" fmla="*/ 1 h 251"/>
                <a:gd name="T24" fmla="*/ 588 w 588"/>
                <a:gd name="T25" fmla="*/ 1 h 251"/>
                <a:gd name="T26" fmla="*/ 588 w 588"/>
                <a:gd name="T27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251">
                  <a:moveTo>
                    <a:pt x="40" y="35"/>
                  </a:moveTo>
                  <a:lnTo>
                    <a:pt x="549" y="251"/>
                  </a:lnTo>
                  <a:lnTo>
                    <a:pt x="549" y="251"/>
                  </a:lnTo>
                  <a:lnTo>
                    <a:pt x="40" y="35"/>
                  </a:lnTo>
                  <a:close/>
                  <a:moveTo>
                    <a:pt x="7" y="22"/>
                  </a:moveTo>
                  <a:lnTo>
                    <a:pt x="0" y="22"/>
                  </a:lnTo>
                  <a:lnTo>
                    <a:pt x="3" y="24"/>
                  </a:lnTo>
                  <a:lnTo>
                    <a:pt x="7" y="23"/>
                  </a:lnTo>
                  <a:lnTo>
                    <a:pt x="7" y="22"/>
                  </a:lnTo>
                  <a:close/>
                  <a:moveTo>
                    <a:pt x="588" y="0"/>
                  </a:moveTo>
                  <a:lnTo>
                    <a:pt x="587" y="0"/>
                  </a:lnTo>
                  <a:lnTo>
                    <a:pt x="587" y="1"/>
                  </a:lnTo>
                  <a:lnTo>
                    <a:pt x="588" y="1"/>
                  </a:lnTo>
                  <a:lnTo>
                    <a:pt x="58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2" name="Freeform 184">
              <a:extLst>
                <a:ext uri="{FF2B5EF4-FFF2-40B4-BE49-F238E27FC236}">
                  <a16:creationId xmlns:a16="http://schemas.microsoft.com/office/drawing/2014/main" id="{B91530F7-47DD-5057-3863-CB23F604B4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05089" y="4500600"/>
              <a:ext cx="933450" cy="398463"/>
            </a:xfrm>
            <a:custGeom>
              <a:avLst/>
              <a:gdLst>
                <a:gd name="T0" fmla="*/ 40 w 588"/>
                <a:gd name="T1" fmla="*/ 35 h 251"/>
                <a:gd name="T2" fmla="*/ 549 w 588"/>
                <a:gd name="T3" fmla="*/ 251 h 251"/>
                <a:gd name="T4" fmla="*/ 549 w 588"/>
                <a:gd name="T5" fmla="*/ 251 h 251"/>
                <a:gd name="T6" fmla="*/ 40 w 588"/>
                <a:gd name="T7" fmla="*/ 35 h 251"/>
                <a:gd name="T8" fmla="*/ 7 w 588"/>
                <a:gd name="T9" fmla="*/ 22 h 251"/>
                <a:gd name="T10" fmla="*/ 0 w 588"/>
                <a:gd name="T11" fmla="*/ 22 h 251"/>
                <a:gd name="T12" fmla="*/ 3 w 588"/>
                <a:gd name="T13" fmla="*/ 24 h 251"/>
                <a:gd name="T14" fmla="*/ 7 w 588"/>
                <a:gd name="T15" fmla="*/ 23 h 251"/>
                <a:gd name="T16" fmla="*/ 7 w 588"/>
                <a:gd name="T17" fmla="*/ 22 h 251"/>
                <a:gd name="T18" fmla="*/ 588 w 588"/>
                <a:gd name="T19" fmla="*/ 0 h 251"/>
                <a:gd name="T20" fmla="*/ 587 w 588"/>
                <a:gd name="T21" fmla="*/ 0 h 251"/>
                <a:gd name="T22" fmla="*/ 587 w 588"/>
                <a:gd name="T23" fmla="*/ 1 h 251"/>
                <a:gd name="T24" fmla="*/ 588 w 588"/>
                <a:gd name="T25" fmla="*/ 1 h 251"/>
                <a:gd name="T26" fmla="*/ 588 w 588"/>
                <a:gd name="T27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251">
                  <a:moveTo>
                    <a:pt x="40" y="35"/>
                  </a:moveTo>
                  <a:lnTo>
                    <a:pt x="549" y="251"/>
                  </a:lnTo>
                  <a:lnTo>
                    <a:pt x="549" y="251"/>
                  </a:lnTo>
                  <a:lnTo>
                    <a:pt x="40" y="35"/>
                  </a:lnTo>
                  <a:moveTo>
                    <a:pt x="7" y="22"/>
                  </a:moveTo>
                  <a:lnTo>
                    <a:pt x="0" y="22"/>
                  </a:lnTo>
                  <a:lnTo>
                    <a:pt x="3" y="24"/>
                  </a:lnTo>
                  <a:lnTo>
                    <a:pt x="7" y="23"/>
                  </a:lnTo>
                  <a:lnTo>
                    <a:pt x="7" y="22"/>
                  </a:lnTo>
                  <a:moveTo>
                    <a:pt x="588" y="0"/>
                  </a:moveTo>
                  <a:lnTo>
                    <a:pt x="587" y="0"/>
                  </a:lnTo>
                  <a:lnTo>
                    <a:pt x="587" y="1"/>
                  </a:lnTo>
                  <a:lnTo>
                    <a:pt x="588" y="1"/>
                  </a:lnTo>
                  <a:lnTo>
                    <a:pt x="58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3" name="Freeform 185">
              <a:extLst>
                <a:ext uri="{FF2B5EF4-FFF2-40B4-BE49-F238E27FC236}">
                  <a16:creationId xmlns:a16="http://schemas.microsoft.com/office/drawing/2014/main" id="{B6A06188-016B-080B-1422-F45AF80E1B44}"/>
                </a:ext>
              </a:extLst>
            </p:cNvPr>
            <p:cNvSpPr/>
            <p:nvPr/>
          </p:nvSpPr>
          <p:spPr bwMode="auto">
            <a:xfrm>
              <a:off x="2925826" y="4289463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4" name="Freeform 186">
              <a:extLst>
                <a:ext uri="{FF2B5EF4-FFF2-40B4-BE49-F238E27FC236}">
                  <a16:creationId xmlns:a16="http://schemas.microsoft.com/office/drawing/2014/main" id="{43BE4D4A-7F9A-C471-1A6A-DE28E5FE1622}"/>
                </a:ext>
              </a:extLst>
            </p:cNvPr>
            <p:cNvSpPr/>
            <p:nvPr/>
          </p:nvSpPr>
          <p:spPr bwMode="auto">
            <a:xfrm>
              <a:off x="2925826" y="4289463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5" name="Freeform 187">
              <a:extLst>
                <a:ext uri="{FF2B5EF4-FFF2-40B4-BE49-F238E27FC236}">
                  <a16:creationId xmlns:a16="http://schemas.microsoft.com/office/drawing/2014/main" id="{F723F103-5237-B7C9-6B79-F28E6EB65609}"/>
                </a:ext>
              </a:extLst>
            </p:cNvPr>
            <p:cNvSpPr/>
            <p:nvPr/>
          </p:nvSpPr>
          <p:spPr bwMode="auto">
            <a:xfrm>
              <a:off x="2925826" y="429105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6" name="Freeform 188">
              <a:extLst>
                <a:ext uri="{FF2B5EF4-FFF2-40B4-BE49-F238E27FC236}">
                  <a16:creationId xmlns:a16="http://schemas.microsoft.com/office/drawing/2014/main" id="{91A4444D-D674-5CF2-513D-37C59AF3B0DC}"/>
                </a:ext>
              </a:extLst>
            </p:cNvPr>
            <p:cNvSpPr/>
            <p:nvPr/>
          </p:nvSpPr>
          <p:spPr bwMode="auto">
            <a:xfrm>
              <a:off x="2925826" y="429105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7" name="Rectangle 189">
              <a:extLst>
                <a:ext uri="{FF2B5EF4-FFF2-40B4-BE49-F238E27FC236}">
                  <a16:creationId xmlns:a16="http://schemas.microsoft.com/office/drawing/2014/main" id="{B85599C6-1EE7-D4C8-CB07-8D2033F21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7414" y="429105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8" name="Rectangle 190">
              <a:extLst>
                <a:ext uri="{FF2B5EF4-FFF2-40B4-BE49-F238E27FC236}">
                  <a16:creationId xmlns:a16="http://schemas.microsoft.com/office/drawing/2014/main" id="{529B0306-C10E-F8D5-0F1C-5177FBBEB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7414" y="429105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9" name="Freeform 191">
              <a:extLst>
                <a:ext uri="{FF2B5EF4-FFF2-40B4-BE49-F238E27FC236}">
                  <a16:creationId xmlns:a16="http://schemas.microsoft.com/office/drawing/2014/main" id="{5BC74451-1342-9095-957E-5CEA587B553E}"/>
                </a:ext>
              </a:extLst>
            </p:cNvPr>
            <p:cNvSpPr/>
            <p:nvPr/>
          </p:nvSpPr>
          <p:spPr bwMode="auto">
            <a:xfrm>
              <a:off x="2128901" y="4292638"/>
              <a:ext cx="787400" cy="241300"/>
            </a:xfrm>
            <a:custGeom>
              <a:avLst/>
              <a:gdLst>
                <a:gd name="T0" fmla="*/ 496 w 496"/>
                <a:gd name="T1" fmla="*/ 0 h 152"/>
                <a:gd name="T2" fmla="*/ 0 w 496"/>
                <a:gd name="T3" fmla="*/ 152 h 152"/>
                <a:gd name="T4" fmla="*/ 0 w 496"/>
                <a:gd name="T5" fmla="*/ 152 h 152"/>
                <a:gd name="T6" fmla="*/ 496 w 496"/>
                <a:gd name="T7" fmla="*/ 0 h 152"/>
                <a:gd name="T8" fmla="*/ 496 w 496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152">
                  <a:moveTo>
                    <a:pt x="496" y="0"/>
                  </a:moveTo>
                  <a:lnTo>
                    <a:pt x="0" y="152"/>
                  </a:lnTo>
                  <a:lnTo>
                    <a:pt x="0" y="152"/>
                  </a:lnTo>
                  <a:lnTo>
                    <a:pt x="496" y="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0" name="Freeform 192">
              <a:extLst>
                <a:ext uri="{FF2B5EF4-FFF2-40B4-BE49-F238E27FC236}">
                  <a16:creationId xmlns:a16="http://schemas.microsoft.com/office/drawing/2014/main" id="{4E1C059F-ADBE-7545-A37A-3B05EBC997F4}"/>
                </a:ext>
              </a:extLst>
            </p:cNvPr>
            <p:cNvSpPr/>
            <p:nvPr/>
          </p:nvSpPr>
          <p:spPr bwMode="auto">
            <a:xfrm>
              <a:off x="2128901" y="4292638"/>
              <a:ext cx="787400" cy="241300"/>
            </a:xfrm>
            <a:custGeom>
              <a:avLst/>
              <a:gdLst>
                <a:gd name="T0" fmla="*/ 496 w 496"/>
                <a:gd name="T1" fmla="*/ 0 h 152"/>
                <a:gd name="T2" fmla="*/ 0 w 496"/>
                <a:gd name="T3" fmla="*/ 152 h 152"/>
                <a:gd name="T4" fmla="*/ 0 w 496"/>
                <a:gd name="T5" fmla="*/ 152 h 152"/>
                <a:gd name="T6" fmla="*/ 496 w 496"/>
                <a:gd name="T7" fmla="*/ 0 h 152"/>
                <a:gd name="T8" fmla="*/ 496 w 496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152">
                  <a:moveTo>
                    <a:pt x="496" y="0"/>
                  </a:moveTo>
                  <a:lnTo>
                    <a:pt x="0" y="152"/>
                  </a:lnTo>
                  <a:lnTo>
                    <a:pt x="0" y="152"/>
                  </a:lnTo>
                  <a:lnTo>
                    <a:pt x="496" y="0"/>
                  </a:lnTo>
                  <a:lnTo>
                    <a:pt x="49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1" name="Rectangle 193">
              <a:extLst>
                <a:ext uri="{FF2B5EF4-FFF2-40B4-BE49-F238E27FC236}">
                  <a16:creationId xmlns:a16="http://schemas.microsoft.com/office/drawing/2014/main" id="{A681900B-E389-0579-8CF0-7C50F7D57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6301" y="429263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2" name="Rectangle 194">
              <a:extLst>
                <a:ext uri="{FF2B5EF4-FFF2-40B4-BE49-F238E27FC236}">
                  <a16:creationId xmlns:a16="http://schemas.microsoft.com/office/drawing/2014/main" id="{B4B35576-9C84-FB0F-B24B-89A273E37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6301" y="429263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3" name="Freeform 195">
              <a:extLst>
                <a:ext uri="{FF2B5EF4-FFF2-40B4-BE49-F238E27FC236}">
                  <a16:creationId xmlns:a16="http://schemas.microsoft.com/office/drawing/2014/main" id="{3CF3426D-ACCC-7DF9-8A8F-A9D570CEED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9539" y="4298988"/>
              <a:ext cx="882650" cy="234950"/>
            </a:xfrm>
            <a:custGeom>
              <a:avLst/>
              <a:gdLst>
                <a:gd name="T0" fmla="*/ 495 w 556"/>
                <a:gd name="T1" fmla="*/ 4 h 148"/>
                <a:gd name="T2" fmla="*/ 556 w 556"/>
                <a:gd name="T3" fmla="*/ 122 h 148"/>
                <a:gd name="T4" fmla="*/ 495 w 556"/>
                <a:gd name="T5" fmla="*/ 4 h 148"/>
                <a:gd name="T6" fmla="*/ 495 w 556"/>
                <a:gd name="T7" fmla="*/ 4 h 148"/>
                <a:gd name="T8" fmla="*/ 0 w 556"/>
                <a:gd name="T9" fmla="*/ 148 h 148"/>
                <a:gd name="T10" fmla="*/ 487 w 556"/>
                <a:gd name="T11" fmla="*/ 0 h 148"/>
                <a:gd name="T12" fmla="*/ 553 w 556"/>
                <a:gd name="T13" fmla="*/ 127 h 148"/>
                <a:gd name="T14" fmla="*/ 0 w 556"/>
                <a:gd name="T15" fmla="*/ 148 h 148"/>
                <a:gd name="T16" fmla="*/ 487 w 556"/>
                <a:gd name="T17" fmla="*/ 0 h 148"/>
                <a:gd name="T18" fmla="*/ 0 w 556"/>
                <a:gd name="T19" fmla="*/ 148 h 148"/>
                <a:gd name="T20" fmla="*/ 553 w 556"/>
                <a:gd name="T21" fmla="*/ 127 h 148"/>
                <a:gd name="T22" fmla="*/ 487 w 556"/>
                <a:gd name="T2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6" h="148">
                  <a:moveTo>
                    <a:pt x="495" y="4"/>
                  </a:moveTo>
                  <a:lnTo>
                    <a:pt x="556" y="122"/>
                  </a:lnTo>
                  <a:lnTo>
                    <a:pt x="495" y="4"/>
                  </a:lnTo>
                  <a:lnTo>
                    <a:pt x="495" y="4"/>
                  </a:lnTo>
                  <a:close/>
                  <a:moveTo>
                    <a:pt x="0" y="148"/>
                  </a:moveTo>
                  <a:lnTo>
                    <a:pt x="487" y="0"/>
                  </a:lnTo>
                  <a:lnTo>
                    <a:pt x="553" y="127"/>
                  </a:lnTo>
                  <a:lnTo>
                    <a:pt x="0" y="148"/>
                  </a:lnTo>
                  <a:close/>
                  <a:moveTo>
                    <a:pt x="487" y="0"/>
                  </a:moveTo>
                  <a:lnTo>
                    <a:pt x="0" y="148"/>
                  </a:lnTo>
                  <a:lnTo>
                    <a:pt x="553" y="127"/>
                  </a:lnTo>
                  <a:lnTo>
                    <a:pt x="48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4" name="Freeform 196">
              <a:extLst>
                <a:ext uri="{FF2B5EF4-FFF2-40B4-BE49-F238E27FC236}">
                  <a16:creationId xmlns:a16="http://schemas.microsoft.com/office/drawing/2014/main" id="{F56F469C-17D4-68EB-4706-7AF310803E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9539" y="4298988"/>
              <a:ext cx="882650" cy="234950"/>
            </a:xfrm>
            <a:custGeom>
              <a:avLst/>
              <a:gdLst>
                <a:gd name="T0" fmla="*/ 495 w 556"/>
                <a:gd name="T1" fmla="*/ 4 h 148"/>
                <a:gd name="T2" fmla="*/ 556 w 556"/>
                <a:gd name="T3" fmla="*/ 122 h 148"/>
                <a:gd name="T4" fmla="*/ 495 w 556"/>
                <a:gd name="T5" fmla="*/ 4 h 148"/>
                <a:gd name="T6" fmla="*/ 495 w 556"/>
                <a:gd name="T7" fmla="*/ 4 h 148"/>
                <a:gd name="T8" fmla="*/ 0 w 556"/>
                <a:gd name="T9" fmla="*/ 148 h 148"/>
                <a:gd name="T10" fmla="*/ 487 w 556"/>
                <a:gd name="T11" fmla="*/ 0 h 148"/>
                <a:gd name="T12" fmla="*/ 553 w 556"/>
                <a:gd name="T13" fmla="*/ 127 h 148"/>
                <a:gd name="T14" fmla="*/ 0 w 556"/>
                <a:gd name="T15" fmla="*/ 148 h 148"/>
                <a:gd name="T16" fmla="*/ 487 w 556"/>
                <a:gd name="T17" fmla="*/ 0 h 148"/>
                <a:gd name="T18" fmla="*/ 0 w 556"/>
                <a:gd name="T19" fmla="*/ 148 h 148"/>
                <a:gd name="T20" fmla="*/ 553 w 556"/>
                <a:gd name="T21" fmla="*/ 127 h 148"/>
                <a:gd name="T22" fmla="*/ 487 w 556"/>
                <a:gd name="T2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6" h="148">
                  <a:moveTo>
                    <a:pt x="495" y="4"/>
                  </a:moveTo>
                  <a:lnTo>
                    <a:pt x="556" y="122"/>
                  </a:lnTo>
                  <a:lnTo>
                    <a:pt x="495" y="4"/>
                  </a:lnTo>
                  <a:lnTo>
                    <a:pt x="495" y="4"/>
                  </a:lnTo>
                  <a:moveTo>
                    <a:pt x="0" y="148"/>
                  </a:moveTo>
                  <a:lnTo>
                    <a:pt x="487" y="0"/>
                  </a:lnTo>
                  <a:lnTo>
                    <a:pt x="553" y="127"/>
                  </a:lnTo>
                  <a:lnTo>
                    <a:pt x="0" y="148"/>
                  </a:lnTo>
                  <a:moveTo>
                    <a:pt x="487" y="0"/>
                  </a:moveTo>
                  <a:lnTo>
                    <a:pt x="0" y="148"/>
                  </a:lnTo>
                  <a:lnTo>
                    <a:pt x="553" y="127"/>
                  </a:lnTo>
                  <a:lnTo>
                    <a:pt x="48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5" name="Freeform 197">
              <a:extLst>
                <a:ext uri="{FF2B5EF4-FFF2-40B4-BE49-F238E27FC236}">
                  <a16:creationId xmlns:a16="http://schemas.microsoft.com/office/drawing/2014/main" id="{A8D64CB5-7C4E-1E22-68C6-2EF68479EDD7}"/>
                </a:ext>
              </a:extLst>
            </p:cNvPr>
            <p:cNvSpPr/>
            <p:nvPr/>
          </p:nvSpPr>
          <p:spPr bwMode="auto">
            <a:xfrm>
              <a:off x="2922651" y="4298988"/>
              <a:ext cx="109538" cy="201613"/>
            </a:xfrm>
            <a:custGeom>
              <a:avLst/>
              <a:gdLst>
                <a:gd name="T0" fmla="*/ 1 w 69"/>
                <a:gd name="T1" fmla="*/ 0 h 127"/>
                <a:gd name="T2" fmla="*/ 0 w 69"/>
                <a:gd name="T3" fmla="*/ 0 h 127"/>
                <a:gd name="T4" fmla="*/ 66 w 69"/>
                <a:gd name="T5" fmla="*/ 127 h 127"/>
                <a:gd name="T6" fmla="*/ 67 w 69"/>
                <a:gd name="T7" fmla="*/ 127 h 127"/>
                <a:gd name="T8" fmla="*/ 67 w 69"/>
                <a:gd name="T9" fmla="*/ 126 h 127"/>
                <a:gd name="T10" fmla="*/ 68 w 69"/>
                <a:gd name="T11" fmla="*/ 126 h 127"/>
                <a:gd name="T12" fmla="*/ 69 w 69"/>
                <a:gd name="T13" fmla="*/ 122 h 127"/>
                <a:gd name="T14" fmla="*/ 8 w 69"/>
                <a:gd name="T15" fmla="*/ 4 h 127"/>
                <a:gd name="T16" fmla="*/ 8 w 69"/>
                <a:gd name="T17" fmla="*/ 4 h 127"/>
                <a:gd name="T18" fmla="*/ 1 w 69"/>
                <a:gd name="T1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127">
                  <a:moveTo>
                    <a:pt x="1" y="0"/>
                  </a:moveTo>
                  <a:lnTo>
                    <a:pt x="0" y="0"/>
                  </a:lnTo>
                  <a:lnTo>
                    <a:pt x="66" y="127"/>
                  </a:lnTo>
                  <a:lnTo>
                    <a:pt x="67" y="127"/>
                  </a:lnTo>
                  <a:lnTo>
                    <a:pt x="67" y="126"/>
                  </a:lnTo>
                  <a:lnTo>
                    <a:pt x="68" y="126"/>
                  </a:lnTo>
                  <a:lnTo>
                    <a:pt x="69" y="122"/>
                  </a:lnTo>
                  <a:lnTo>
                    <a:pt x="8" y="4"/>
                  </a:lnTo>
                  <a:lnTo>
                    <a:pt x="8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6" name="Freeform 198">
              <a:extLst>
                <a:ext uri="{FF2B5EF4-FFF2-40B4-BE49-F238E27FC236}">
                  <a16:creationId xmlns:a16="http://schemas.microsoft.com/office/drawing/2014/main" id="{6349E7E8-5BD6-25AF-F79E-5EB1A0150679}"/>
                </a:ext>
              </a:extLst>
            </p:cNvPr>
            <p:cNvSpPr/>
            <p:nvPr/>
          </p:nvSpPr>
          <p:spPr bwMode="auto">
            <a:xfrm>
              <a:off x="2922651" y="4298988"/>
              <a:ext cx="109538" cy="201613"/>
            </a:xfrm>
            <a:custGeom>
              <a:avLst/>
              <a:gdLst>
                <a:gd name="T0" fmla="*/ 1 w 69"/>
                <a:gd name="T1" fmla="*/ 0 h 127"/>
                <a:gd name="T2" fmla="*/ 0 w 69"/>
                <a:gd name="T3" fmla="*/ 0 h 127"/>
                <a:gd name="T4" fmla="*/ 66 w 69"/>
                <a:gd name="T5" fmla="*/ 127 h 127"/>
                <a:gd name="T6" fmla="*/ 67 w 69"/>
                <a:gd name="T7" fmla="*/ 127 h 127"/>
                <a:gd name="T8" fmla="*/ 67 w 69"/>
                <a:gd name="T9" fmla="*/ 126 h 127"/>
                <a:gd name="T10" fmla="*/ 68 w 69"/>
                <a:gd name="T11" fmla="*/ 126 h 127"/>
                <a:gd name="T12" fmla="*/ 69 w 69"/>
                <a:gd name="T13" fmla="*/ 122 h 127"/>
                <a:gd name="T14" fmla="*/ 8 w 69"/>
                <a:gd name="T15" fmla="*/ 4 h 127"/>
                <a:gd name="T16" fmla="*/ 8 w 69"/>
                <a:gd name="T17" fmla="*/ 4 h 127"/>
                <a:gd name="T18" fmla="*/ 1 w 69"/>
                <a:gd name="T1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127">
                  <a:moveTo>
                    <a:pt x="1" y="0"/>
                  </a:moveTo>
                  <a:lnTo>
                    <a:pt x="0" y="0"/>
                  </a:lnTo>
                  <a:lnTo>
                    <a:pt x="66" y="127"/>
                  </a:lnTo>
                  <a:lnTo>
                    <a:pt x="67" y="127"/>
                  </a:lnTo>
                  <a:lnTo>
                    <a:pt x="67" y="126"/>
                  </a:lnTo>
                  <a:lnTo>
                    <a:pt x="68" y="126"/>
                  </a:lnTo>
                  <a:lnTo>
                    <a:pt x="69" y="122"/>
                  </a:lnTo>
                  <a:lnTo>
                    <a:pt x="8" y="4"/>
                  </a:lnTo>
                  <a:lnTo>
                    <a:pt x="8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7" name="Freeform 199">
              <a:extLst>
                <a:ext uri="{FF2B5EF4-FFF2-40B4-BE49-F238E27FC236}">
                  <a16:creationId xmlns:a16="http://schemas.microsoft.com/office/drawing/2014/main" id="{972BAFAC-8CE9-1DF1-F654-88491E5A5B48}"/>
                </a:ext>
              </a:extLst>
            </p:cNvPr>
            <p:cNvSpPr/>
            <p:nvPr/>
          </p:nvSpPr>
          <p:spPr bwMode="auto">
            <a:xfrm>
              <a:off x="2138426" y="4508538"/>
              <a:ext cx="890588" cy="34925"/>
            </a:xfrm>
            <a:custGeom>
              <a:avLst/>
              <a:gdLst>
                <a:gd name="T0" fmla="*/ 561 w 561"/>
                <a:gd name="T1" fmla="*/ 0 h 22"/>
                <a:gd name="T2" fmla="*/ 0 w 561"/>
                <a:gd name="T3" fmla="*/ 22 h 22"/>
                <a:gd name="T4" fmla="*/ 0 w 561"/>
                <a:gd name="T5" fmla="*/ 22 h 22"/>
                <a:gd name="T6" fmla="*/ 561 w 561"/>
                <a:gd name="T7" fmla="*/ 0 h 22"/>
                <a:gd name="T8" fmla="*/ 561 w 56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1" h="22">
                  <a:moveTo>
                    <a:pt x="561" y="0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561" y="0"/>
                  </a:lnTo>
                  <a:lnTo>
                    <a:pt x="56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8" name="Freeform 200">
              <a:extLst>
                <a:ext uri="{FF2B5EF4-FFF2-40B4-BE49-F238E27FC236}">
                  <a16:creationId xmlns:a16="http://schemas.microsoft.com/office/drawing/2014/main" id="{FED34591-929B-ECB3-2692-23266F96BC33}"/>
                </a:ext>
              </a:extLst>
            </p:cNvPr>
            <p:cNvSpPr/>
            <p:nvPr/>
          </p:nvSpPr>
          <p:spPr bwMode="auto">
            <a:xfrm>
              <a:off x="2138426" y="4508538"/>
              <a:ext cx="890588" cy="34925"/>
            </a:xfrm>
            <a:custGeom>
              <a:avLst/>
              <a:gdLst>
                <a:gd name="T0" fmla="*/ 561 w 561"/>
                <a:gd name="T1" fmla="*/ 0 h 22"/>
                <a:gd name="T2" fmla="*/ 0 w 561"/>
                <a:gd name="T3" fmla="*/ 22 h 22"/>
                <a:gd name="T4" fmla="*/ 0 w 561"/>
                <a:gd name="T5" fmla="*/ 22 h 22"/>
                <a:gd name="T6" fmla="*/ 561 w 561"/>
                <a:gd name="T7" fmla="*/ 0 h 22"/>
                <a:gd name="T8" fmla="*/ 561 w 56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1" h="22">
                  <a:moveTo>
                    <a:pt x="561" y="0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561" y="0"/>
                  </a:lnTo>
                  <a:lnTo>
                    <a:pt x="56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9" name="Freeform 201">
              <a:extLst>
                <a:ext uri="{FF2B5EF4-FFF2-40B4-BE49-F238E27FC236}">
                  <a16:creationId xmlns:a16="http://schemas.microsoft.com/office/drawing/2014/main" id="{19F8FC38-BD1E-54C4-138E-C09FFE5EA06E}"/>
                </a:ext>
              </a:extLst>
            </p:cNvPr>
            <p:cNvSpPr/>
            <p:nvPr/>
          </p:nvSpPr>
          <p:spPr bwMode="auto">
            <a:xfrm>
              <a:off x="2924239" y="4295813"/>
              <a:ext cx="11113" cy="9525"/>
            </a:xfrm>
            <a:custGeom>
              <a:avLst/>
              <a:gdLst>
                <a:gd name="T0" fmla="*/ 4 w 7"/>
                <a:gd name="T1" fmla="*/ 0 h 6"/>
                <a:gd name="T2" fmla="*/ 0 w 7"/>
                <a:gd name="T3" fmla="*/ 2 h 6"/>
                <a:gd name="T4" fmla="*/ 7 w 7"/>
                <a:gd name="T5" fmla="*/ 6 h 6"/>
                <a:gd name="T6" fmla="*/ 4 w 7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lnTo>
                    <a:pt x="0" y="2"/>
                  </a:lnTo>
                  <a:lnTo>
                    <a:pt x="7" y="6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0" name="Freeform 202">
              <a:extLst>
                <a:ext uri="{FF2B5EF4-FFF2-40B4-BE49-F238E27FC236}">
                  <a16:creationId xmlns:a16="http://schemas.microsoft.com/office/drawing/2014/main" id="{FEF656AF-EED3-2E73-1082-539E9B6D40C4}"/>
                </a:ext>
              </a:extLst>
            </p:cNvPr>
            <p:cNvSpPr/>
            <p:nvPr/>
          </p:nvSpPr>
          <p:spPr bwMode="auto">
            <a:xfrm>
              <a:off x="2924239" y="4295813"/>
              <a:ext cx="11113" cy="9525"/>
            </a:xfrm>
            <a:custGeom>
              <a:avLst/>
              <a:gdLst>
                <a:gd name="T0" fmla="*/ 4 w 7"/>
                <a:gd name="T1" fmla="*/ 0 h 6"/>
                <a:gd name="T2" fmla="*/ 0 w 7"/>
                <a:gd name="T3" fmla="*/ 2 h 6"/>
                <a:gd name="T4" fmla="*/ 7 w 7"/>
                <a:gd name="T5" fmla="*/ 6 h 6"/>
                <a:gd name="T6" fmla="*/ 4 w 7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lnTo>
                    <a:pt x="0" y="2"/>
                  </a:lnTo>
                  <a:lnTo>
                    <a:pt x="7" y="6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1" name="Freeform 203">
              <a:extLst>
                <a:ext uri="{FF2B5EF4-FFF2-40B4-BE49-F238E27FC236}">
                  <a16:creationId xmlns:a16="http://schemas.microsoft.com/office/drawing/2014/main" id="{08831CB3-8EA3-4895-007A-DDFA71E47C50}"/>
                </a:ext>
              </a:extLst>
            </p:cNvPr>
            <p:cNvSpPr/>
            <p:nvPr/>
          </p:nvSpPr>
          <p:spPr bwMode="auto">
            <a:xfrm>
              <a:off x="2132076" y="4500600"/>
              <a:ext cx="896938" cy="42863"/>
            </a:xfrm>
            <a:custGeom>
              <a:avLst/>
              <a:gdLst>
                <a:gd name="T0" fmla="*/ 564 w 565"/>
                <a:gd name="T1" fmla="*/ 0 h 27"/>
                <a:gd name="T2" fmla="*/ 11 w 565"/>
                <a:gd name="T3" fmla="*/ 21 h 27"/>
                <a:gd name="T4" fmla="*/ 0 w 565"/>
                <a:gd name="T5" fmla="*/ 25 h 27"/>
                <a:gd name="T6" fmla="*/ 4 w 565"/>
                <a:gd name="T7" fmla="*/ 27 h 27"/>
                <a:gd name="T8" fmla="*/ 565 w 565"/>
                <a:gd name="T9" fmla="*/ 5 h 27"/>
                <a:gd name="T10" fmla="*/ 565 w 565"/>
                <a:gd name="T11" fmla="*/ 3 h 27"/>
                <a:gd name="T12" fmla="*/ 564 w 565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5" h="27">
                  <a:moveTo>
                    <a:pt x="564" y="0"/>
                  </a:moveTo>
                  <a:lnTo>
                    <a:pt x="11" y="21"/>
                  </a:lnTo>
                  <a:lnTo>
                    <a:pt x="0" y="25"/>
                  </a:lnTo>
                  <a:lnTo>
                    <a:pt x="4" y="27"/>
                  </a:lnTo>
                  <a:lnTo>
                    <a:pt x="565" y="5"/>
                  </a:lnTo>
                  <a:lnTo>
                    <a:pt x="565" y="3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2" name="Freeform 204">
              <a:extLst>
                <a:ext uri="{FF2B5EF4-FFF2-40B4-BE49-F238E27FC236}">
                  <a16:creationId xmlns:a16="http://schemas.microsoft.com/office/drawing/2014/main" id="{0C1957E0-C455-C7E5-73D9-819C8379F185}"/>
                </a:ext>
              </a:extLst>
            </p:cNvPr>
            <p:cNvSpPr/>
            <p:nvPr/>
          </p:nvSpPr>
          <p:spPr bwMode="auto">
            <a:xfrm>
              <a:off x="2132076" y="4500600"/>
              <a:ext cx="896938" cy="42863"/>
            </a:xfrm>
            <a:custGeom>
              <a:avLst/>
              <a:gdLst>
                <a:gd name="T0" fmla="*/ 564 w 565"/>
                <a:gd name="T1" fmla="*/ 0 h 27"/>
                <a:gd name="T2" fmla="*/ 11 w 565"/>
                <a:gd name="T3" fmla="*/ 21 h 27"/>
                <a:gd name="T4" fmla="*/ 0 w 565"/>
                <a:gd name="T5" fmla="*/ 25 h 27"/>
                <a:gd name="T6" fmla="*/ 4 w 565"/>
                <a:gd name="T7" fmla="*/ 27 h 27"/>
                <a:gd name="T8" fmla="*/ 565 w 565"/>
                <a:gd name="T9" fmla="*/ 5 h 27"/>
                <a:gd name="T10" fmla="*/ 565 w 565"/>
                <a:gd name="T11" fmla="*/ 3 h 27"/>
                <a:gd name="T12" fmla="*/ 564 w 565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5" h="27">
                  <a:moveTo>
                    <a:pt x="564" y="0"/>
                  </a:moveTo>
                  <a:lnTo>
                    <a:pt x="11" y="21"/>
                  </a:lnTo>
                  <a:lnTo>
                    <a:pt x="0" y="25"/>
                  </a:lnTo>
                  <a:lnTo>
                    <a:pt x="4" y="27"/>
                  </a:lnTo>
                  <a:lnTo>
                    <a:pt x="565" y="5"/>
                  </a:lnTo>
                  <a:lnTo>
                    <a:pt x="565" y="3"/>
                  </a:lnTo>
                  <a:lnTo>
                    <a:pt x="56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3" name="Freeform 205">
              <a:extLst>
                <a:ext uri="{FF2B5EF4-FFF2-40B4-BE49-F238E27FC236}">
                  <a16:creationId xmlns:a16="http://schemas.microsoft.com/office/drawing/2014/main" id="{5CEC8101-C00C-FE0F-E140-FBC32FC3CFCD}"/>
                </a:ext>
              </a:extLst>
            </p:cNvPr>
            <p:cNvSpPr/>
            <p:nvPr/>
          </p:nvSpPr>
          <p:spPr bwMode="auto">
            <a:xfrm>
              <a:off x="3027426" y="4500600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0 h 3"/>
                <a:gd name="T4" fmla="*/ 1 w 2"/>
                <a:gd name="T5" fmla="*/ 3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4" name="Freeform 206">
              <a:extLst>
                <a:ext uri="{FF2B5EF4-FFF2-40B4-BE49-F238E27FC236}">
                  <a16:creationId xmlns:a16="http://schemas.microsoft.com/office/drawing/2014/main" id="{1D6FBBE1-7CB2-E368-EB7F-521FA128BDC7}"/>
                </a:ext>
              </a:extLst>
            </p:cNvPr>
            <p:cNvSpPr/>
            <p:nvPr/>
          </p:nvSpPr>
          <p:spPr bwMode="auto">
            <a:xfrm>
              <a:off x="3027426" y="4500600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0 h 3"/>
                <a:gd name="T4" fmla="*/ 1 w 2"/>
                <a:gd name="T5" fmla="*/ 3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5" name="Freeform 207">
              <a:extLst>
                <a:ext uri="{FF2B5EF4-FFF2-40B4-BE49-F238E27FC236}">
                  <a16:creationId xmlns:a16="http://schemas.microsoft.com/office/drawing/2014/main" id="{E39D8001-C5D3-6F40-CB96-9881E83366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5726" y="3900525"/>
              <a:ext cx="800100" cy="620713"/>
            </a:xfrm>
            <a:custGeom>
              <a:avLst/>
              <a:gdLst>
                <a:gd name="T0" fmla="*/ 171 w 504"/>
                <a:gd name="T1" fmla="*/ 2 h 391"/>
                <a:gd name="T2" fmla="*/ 0 w 504"/>
                <a:gd name="T3" fmla="*/ 391 h 391"/>
                <a:gd name="T4" fmla="*/ 0 w 504"/>
                <a:gd name="T5" fmla="*/ 391 h 391"/>
                <a:gd name="T6" fmla="*/ 171 w 504"/>
                <a:gd name="T7" fmla="*/ 2 h 391"/>
                <a:gd name="T8" fmla="*/ 171 w 504"/>
                <a:gd name="T9" fmla="*/ 2 h 391"/>
                <a:gd name="T10" fmla="*/ 177 w 504"/>
                <a:gd name="T11" fmla="*/ 0 h 391"/>
                <a:gd name="T12" fmla="*/ 177 w 504"/>
                <a:gd name="T13" fmla="*/ 1 h 391"/>
                <a:gd name="T14" fmla="*/ 178 w 504"/>
                <a:gd name="T15" fmla="*/ 5 h 391"/>
                <a:gd name="T16" fmla="*/ 176 w 504"/>
                <a:gd name="T17" fmla="*/ 4 h 391"/>
                <a:gd name="T18" fmla="*/ 36 w 504"/>
                <a:gd name="T19" fmla="*/ 320 h 391"/>
                <a:gd name="T20" fmla="*/ 175 w 504"/>
                <a:gd name="T21" fmla="*/ 5 h 391"/>
                <a:gd name="T22" fmla="*/ 496 w 504"/>
                <a:gd name="T23" fmla="*/ 246 h 391"/>
                <a:gd name="T24" fmla="*/ 500 w 504"/>
                <a:gd name="T25" fmla="*/ 246 h 391"/>
                <a:gd name="T26" fmla="*/ 497 w 504"/>
                <a:gd name="T27" fmla="*/ 241 h 391"/>
                <a:gd name="T28" fmla="*/ 504 w 504"/>
                <a:gd name="T29" fmla="*/ 245 h 391"/>
                <a:gd name="T30" fmla="*/ 504 w 504"/>
                <a:gd name="T31" fmla="*/ 245 h 391"/>
                <a:gd name="T32" fmla="*/ 177 w 504"/>
                <a:gd name="T33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2" h="391">
                  <a:moveTo>
                    <a:pt x="171" y="2"/>
                  </a:moveTo>
                  <a:lnTo>
                    <a:pt x="0" y="391"/>
                  </a:lnTo>
                  <a:lnTo>
                    <a:pt x="0" y="391"/>
                  </a:lnTo>
                  <a:lnTo>
                    <a:pt x="171" y="2"/>
                  </a:lnTo>
                  <a:lnTo>
                    <a:pt x="171" y="2"/>
                  </a:lnTo>
                  <a:close/>
                  <a:moveTo>
                    <a:pt x="177" y="0"/>
                  </a:moveTo>
                  <a:lnTo>
                    <a:pt x="177" y="1"/>
                  </a:lnTo>
                  <a:lnTo>
                    <a:pt x="178" y="5"/>
                  </a:lnTo>
                  <a:lnTo>
                    <a:pt x="176" y="4"/>
                  </a:lnTo>
                  <a:lnTo>
                    <a:pt x="36" y="320"/>
                  </a:lnTo>
                  <a:lnTo>
                    <a:pt x="175" y="5"/>
                  </a:lnTo>
                  <a:lnTo>
                    <a:pt x="496" y="246"/>
                  </a:lnTo>
                  <a:lnTo>
                    <a:pt x="500" y="246"/>
                  </a:lnTo>
                  <a:lnTo>
                    <a:pt x="497" y="241"/>
                  </a:lnTo>
                  <a:lnTo>
                    <a:pt x="504" y="245"/>
                  </a:lnTo>
                  <a:lnTo>
                    <a:pt x="504" y="245"/>
                  </a:lnTo>
                  <a:lnTo>
                    <a:pt x="17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6" name="Freeform 208">
              <a:extLst>
                <a:ext uri="{FF2B5EF4-FFF2-40B4-BE49-F238E27FC236}">
                  <a16:creationId xmlns:a16="http://schemas.microsoft.com/office/drawing/2014/main" id="{53287807-C650-DF21-7D4D-0BA0A03AD0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5726" y="3900525"/>
              <a:ext cx="800100" cy="620713"/>
            </a:xfrm>
            <a:custGeom>
              <a:avLst/>
              <a:gdLst>
                <a:gd name="T0" fmla="*/ 171 w 504"/>
                <a:gd name="T1" fmla="*/ 2 h 391"/>
                <a:gd name="T2" fmla="*/ 0 w 504"/>
                <a:gd name="T3" fmla="*/ 391 h 391"/>
                <a:gd name="T4" fmla="*/ 0 w 504"/>
                <a:gd name="T5" fmla="*/ 391 h 391"/>
                <a:gd name="T6" fmla="*/ 171 w 504"/>
                <a:gd name="T7" fmla="*/ 2 h 391"/>
                <a:gd name="T8" fmla="*/ 171 w 504"/>
                <a:gd name="T9" fmla="*/ 2 h 391"/>
                <a:gd name="T10" fmla="*/ 177 w 504"/>
                <a:gd name="T11" fmla="*/ 0 h 391"/>
                <a:gd name="T12" fmla="*/ 177 w 504"/>
                <a:gd name="T13" fmla="*/ 1 h 391"/>
                <a:gd name="T14" fmla="*/ 178 w 504"/>
                <a:gd name="T15" fmla="*/ 5 h 391"/>
                <a:gd name="T16" fmla="*/ 176 w 504"/>
                <a:gd name="T17" fmla="*/ 4 h 391"/>
                <a:gd name="T18" fmla="*/ 36 w 504"/>
                <a:gd name="T19" fmla="*/ 320 h 391"/>
                <a:gd name="T20" fmla="*/ 175 w 504"/>
                <a:gd name="T21" fmla="*/ 5 h 391"/>
                <a:gd name="T22" fmla="*/ 496 w 504"/>
                <a:gd name="T23" fmla="*/ 246 h 391"/>
                <a:gd name="T24" fmla="*/ 500 w 504"/>
                <a:gd name="T25" fmla="*/ 246 h 391"/>
                <a:gd name="T26" fmla="*/ 497 w 504"/>
                <a:gd name="T27" fmla="*/ 241 h 391"/>
                <a:gd name="T28" fmla="*/ 504 w 504"/>
                <a:gd name="T29" fmla="*/ 245 h 391"/>
                <a:gd name="T30" fmla="*/ 504 w 504"/>
                <a:gd name="T31" fmla="*/ 245 h 391"/>
                <a:gd name="T32" fmla="*/ 177 w 504"/>
                <a:gd name="T33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2" h="391">
                  <a:moveTo>
                    <a:pt x="171" y="2"/>
                  </a:moveTo>
                  <a:lnTo>
                    <a:pt x="0" y="391"/>
                  </a:lnTo>
                  <a:lnTo>
                    <a:pt x="0" y="391"/>
                  </a:lnTo>
                  <a:lnTo>
                    <a:pt x="171" y="2"/>
                  </a:lnTo>
                  <a:lnTo>
                    <a:pt x="171" y="2"/>
                  </a:lnTo>
                  <a:moveTo>
                    <a:pt x="177" y="0"/>
                  </a:moveTo>
                  <a:lnTo>
                    <a:pt x="177" y="1"/>
                  </a:lnTo>
                  <a:lnTo>
                    <a:pt x="178" y="5"/>
                  </a:lnTo>
                  <a:lnTo>
                    <a:pt x="176" y="4"/>
                  </a:lnTo>
                  <a:lnTo>
                    <a:pt x="36" y="320"/>
                  </a:lnTo>
                  <a:lnTo>
                    <a:pt x="175" y="5"/>
                  </a:lnTo>
                  <a:lnTo>
                    <a:pt x="496" y="246"/>
                  </a:lnTo>
                  <a:lnTo>
                    <a:pt x="500" y="246"/>
                  </a:lnTo>
                  <a:lnTo>
                    <a:pt x="497" y="241"/>
                  </a:lnTo>
                  <a:lnTo>
                    <a:pt x="504" y="245"/>
                  </a:lnTo>
                  <a:lnTo>
                    <a:pt x="504" y="245"/>
                  </a:lnTo>
                  <a:lnTo>
                    <a:pt x="17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7" name="Freeform 209">
              <a:extLst>
                <a:ext uri="{FF2B5EF4-FFF2-40B4-BE49-F238E27FC236}">
                  <a16:creationId xmlns:a16="http://schemas.microsoft.com/office/drawing/2014/main" id="{912D8A68-FC99-62A8-3E65-CBA5415818F1}"/>
                </a:ext>
              </a:extLst>
            </p:cNvPr>
            <p:cNvSpPr/>
            <p:nvPr/>
          </p:nvSpPr>
          <p:spPr bwMode="auto">
            <a:xfrm>
              <a:off x="2914714" y="4283113"/>
              <a:ext cx="11113" cy="7938"/>
            </a:xfrm>
            <a:custGeom>
              <a:avLst/>
              <a:gdLst>
                <a:gd name="T0" fmla="*/ 0 w 7"/>
                <a:gd name="T1" fmla="*/ 0 h 5"/>
                <a:gd name="T2" fmla="*/ 3 w 7"/>
                <a:gd name="T3" fmla="*/ 5 h 5"/>
                <a:gd name="T4" fmla="*/ 6 w 7"/>
                <a:gd name="T5" fmla="*/ 5 h 5"/>
                <a:gd name="T6" fmla="*/ 7 w 7"/>
                <a:gd name="T7" fmla="*/ 4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3" y="5"/>
                  </a:lnTo>
                  <a:lnTo>
                    <a:pt x="6" y="5"/>
                  </a:lnTo>
                  <a:lnTo>
                    <a:pt x="7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8" name="Freeform 210">
              <a:extLst>
                <a:ext uri="{FF2B5EF4-FFF2-40B4-BE49-F238E27FC236}">
                  <a16:creationId xmlns:a16="http://schemas.microsoft.com/office/drawing/2014/main" id="{D61E0DD8-B8E3-EACC-C115-40683E3CE428}"/>
                </a:ext>
              </a:extLst>
            </p:cNvPr>
            <p:cNvSpPr/>
            <p:nvPr/>
          </p:nvSpPr>
          <p:spPr bwMode="auto">
            <a:xfrm>
              <a:off x="2914714" y="4283113"/>
              <a:ext cx="11113" cy="7938"/>
            </a:xfrm>
            <a:custGeom>
              <a:avLst/>
              <a:gdLst>
                <a:gd name="T0" fmla="*/ 0 w 7"/>
                <a:gd name="T1" fmla="*/ 0 h 5"/>
                <a:gd name="T2" fmla="*/ 3 w 7"/>
                <a:gd name="T3" fmla="*/ 5 h 5"/>
                <a:gd name="T4" fmla="*/ 6 w 7"/>
                <a:gd name="T5" fmla="*/ 5 h 5"/>
                <a:gd name="T6" fmla="*/ 7 w 7"/>
                <a:gd name="T7" fmla="*/ 4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3" y="5"/>
                  </a:lnTo>
                  <a:lnTo>
                    <a:pt x="6" y="5"/>
                  </a:lnTo>
                  <a:lnTo>
                    <a:pt x="7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19" name="Freeform 211">
              <a:extLst>
                <a:ext uri="{FF2B5EF4-FFF2-40B4-BE49-F238E27FC236}">
                  <a16:creationId xmlns:a16="http://schemas.microsoft.com/office/drawing/2014/main" id="{2B6777EE-2C57-B02F-640F-0EB172389A20}"/>
                </a:ext>
              </a:extLst>
            </p:cNvPr>
            <p:cNvSpPr/>
            <p:nvPr/>
          </p:nvSpPr>
          <p:spPr bwMode="auto">
            <a:xfrm>
              <a:off x="2913126" y="4291050"/>
              <a:ext cx="6350" cy="1588"/>
            </a:xfrm>
            <a:custGeom>
              <a:avLst/>
              <a:gdLst>
                <a:gd name="T0" fmla="*/ 0 w 4"/>
                <a:gd name="T1" fmla="*/ 0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0 h 1"/>
                <a:gd name="T8" fmla="*/ 0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lnTo>
                    <a:pt x="2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0" name="Freeform 212">
              <a:extLst>
                <a:ext uri="{FF2B5EF4-FFF2-40B4-BE49-F238E27FC236}">
                  <a16:creationId xmlns:a16="http://schemas.microsoft.com/office/drawing/2014/main" id="{9240920A-6B2A-29DB-D2C6-DCC9E31F8209}"/>
                </a:ext>
              </a:extLst>
            </p:cNvPr>
            <p:cNvSpPr/>
            <p:nvPr/>
          </p:nvSpPr>
          <p:spPr bwMode="auto">
            <a:xfrm>
              <a:off x="2913126" y="4291050"/>
              <a:ext cx="6350" cy="1588"/>
            </a:xfrm>
            <a:custGeom>
              <a:avLst/>
              <a:gdLst>
                <a:gd name="T0" fmla="*/ 0 w 4"/>
                <a:gd name="T1" fmla="*/ 0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0 h 1"/>
                <a:gd name="T8" fmla="*/ 0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lnTo>
                    <a:pt x="2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1" name="Freeform 213">
              <a:extLst>
                <a:ext uri="{FF2B5EF4-FFF2-40B4-BE49-F238E27FC236}">
                  <a16:creationId xmlns:a16="http://schemas.microsoft.com/office/drawing/2014/main" id="{B8052C51-C1F7-677A-635A-07D803801A73}"/>
                </a:ext>
              </a:extLst>
            </p:cNvPr>
            <p:cNvSpPr/>
            <p:nvPr/>
          </p:nvSpPr>
          <p:spPr bwMode="auto">
            <a:xfrm>
              <a:off x="2919476" y="4291050"/>
              <a:ext cx="4763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3 w 3"/>
                <a:gd name="T5" fmla="*/ 0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2" name="Freeform 214">
              <a:extLst>
                <a:ext uri="{FF2B5EF4-FFF2-40B4-BE49-F238E27FC236}">
                  <a16:creationId xmlns:a16="http://schemas.microsoft.com/office/drawing/2014/main" id="{5077B1ED-5355-47E1-903D-7396B8406F5F}"/>
                </a:ext>
              </a:extLst>
            </p:cNvPr>
            <p:cNvSpPr/>
            <p:nvPr/>
          </p:nvSpPr>
          <p:spPr bwMode="auto">
            <a:xfrm>
              <a:off x="2919476" y="4291050"/>
              <a:ext cx="4763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3 w 3"/>
                <a:gd name="T5" fmla="*/ 0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3" name="Freeform 215">
              <a:extLst>
                <a:ext uri="{FF2B5EF4-FFF2-40B4-BE49-F238E27FC236}">
                  <a16:creationId xmlns:a16="http://schemas.microsoft.com/office/drawing/2014/main" id="{DB164F46-7334-C8F6-4E7F-ACF2AB5D7F8C}"/>
                </a:ext>
              </a:extLst>
            </p:cNvPr>
            <p:cNvSpPr/>
            <p:nvPr/>
          </p:nvSpPr>
          <p:spPr bwMode="auto">
            <a:xfrm>
              <a:off x="2927414" y="4292638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2 w 3"/>
                <a:gd name="T3" fmla="*/ 2 h 2"/>
                <a:gd name="T4" fmla="*/ 3 w 3"/>
                <a:gd name="T5" fmla="*/ 2 h 2"/>
                <a:gd name="T6" fmla="*/ 0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4" name="Freeform 216">
              <a:extLst>
                <a:ext uri="{FF2B5EF4-FFF2-40B4-BE49-F238E27FC236}">
                  <a16:creationId xmlns:a16="http://schemas.microsoft.com/office/drawing/2014/main" id="{9B02F125-4EC2-4DE9-D444-F24DA3153A6A}"/>
                </a:ext>
              </a:extLst>
            </p:cNvPr>
            <p:cNvSpPr/>
            <p:nvPr/>
          </p:nvSpPr>
          <p:spPr bwMode="auto">
            <a:xfrm>
              <a:off x="2927414" y="4292638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2 w 3"/>
                <a:gd name="T3" fmla="*/ 2 h 2"/>
                <a:gd name="T4" fmla="*/ 3 w 3"/>
                <a:gd name="T5" fmla="*/ 2 h 2"/>
                <a:gd name="T6" fmla="*/ 0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2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5" name="Freeform 217">
              <a:extLst>
                <a:ext uri="{FF2B5EF4-FFF2-40B4-BE49-F238E27FC236}">
                  <a16:creationId xmlns:a16="http://schemas.microsoft.com/office/drawing/2014/main" id="{74C7A83C-7187-E6C1-214C-55DB02C80DAF}"/>
                </a:ext>
              </a:extLst>
            </p:cNvPr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6" name="Freeform 218">
              <a:extLst>
                <a:ext uri="{FF2B5EF4-FFF2-40B4-BE49-F238E27FC236}">
                  <a16:creationId xmlns:a16="http://schemas.microsoft.com/office/drawing/2014/main" id="{F0C6439D-B14C-91EC-8CF3-9F5DC2D03966}"/>
                </a:ext>
              </a:extLst>
            </p:cNvPr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7" name="Rectangle 219">
              <a:extLst>
                <a:ext uri="{FF2B5EF4-FFF2-40B4-BE49-F238E27FC236}">
                  <a16:creationId xmlns:a16="http://schemas.microsoft.com/office/drawing/2014/main" id="{F019F0BF-65EA-883E-0A7E-8899B02C3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826" y="428946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8" name="Rectangle 220">
              <a:extLst>
                <a:ext uri="{FF2B5EF4-FFF2-40B4-BE49-F238E27FC236}">
                  <a16:creationId xmlns:a16="http://schemas.microsoft.com/office/drawing/2014/main" id="{D8446B60-8EC2-13CD-63D0-D00D314A4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826" y="428946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29" name="Freeform 221">
              <a:extLst>
                <a:ext uri="{FF2B5EF4-FFF2-40B4-BE49-F238E27FC236}">
                  <a16:creationId xmlns:a16="http://schemas.microsoft.com/office/drawing/2014/main" id="{B8B28696-4A4D-264F-C637-4551222234A2}"/>
                </a:ext>
              </a:extLst>
            </p:cNvPr>
            <p:cNvSpPr/>
            <p:nvPr/>
          </p:nvSpPr>
          <p:spPr bwMode="auto">
            <a:xfrm>
              <a:off x="2924239" y="428946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0" name="Freeform 222">
              <a:extLst>
                <a:ext uri="{FF2B5EF4-FFF2-40B4-BE49-F238E27FC236}">
                  <a16:creationId xmlns:a16="http://schemas.microsoft.com/office/drawing/2014/main" id="{D779391E-29CF-AD6D-1A89-DC590C1E0F3D}"/>
                </a:ext>
              </a:extLst>
            </p:cNvPr>
            <p:cNvSpPr/>
            <p:nvPr/>
          </p:nvSpPr>
          <p:spPr bwMode="auto">
            <a:xfrm>
              <a:off x="2924239" y="428946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1" name="Freeform 223">
              <a:extLst>
                <a:ext uri="{FF2B5EF4-FFF2-40B4-BE49-F238E27FC236}">
                  <a16:creationId xmlns:a16="http://schemas.microsoft.com/office/drawing/2014/main" id="{7005B55C-FAEB-CBA3-32CA-01C58F31E478}"/>
                </a:ext>
              </a:extLst>
            </p:cNvPr>
            <p:cNvSpPr/>
            <p:nvPr/>
          </p:nvSpPr>
          <p:spPr bwMode="auto">
            <a:xfrm>
              <a:off x="2127314" y="4292638"/>
              <a:ext cx="795338" cy="242888"/>
            </a:xfrm>
            <a:custGeom>
              <a:avLst/>
              <a:gdLst>
                <a:gd name="T0" fmla="*/ 497 w 501"/>
                <a:gd name="T1" fmla="*/ 0 h 153"/>
                <a:gd name="T2" fmla="*/ 1 w 501"/>
                <a:gd name="T3" fmla="*/ 152 h 153"/>
                <a:gd name="T4" fmla="*/ 0 w 501"/>
                <a:gd name="T5" fmla="*/ 153 h 153"/>
                <a:gd name="T6" fmla="*/ 14 w 501"/>
                <a:gd name="T7" fmla="*/ 152 h 153"/>
                <a:gd name="T8" fmla="*/ 501 w 501"/>
                <a:gd name="T9" fmla="*/ 4 h 153"/>
                <a:gd name="T10" fmla="*/ 501 w 501"/>
                <a:gd name="T11" fmla="*/ 2 h 153"/>
                <a:gd name="T12" fmla="*/ 497 w 501"/>
                <a:gd name="T1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1" h="153">
                  <a:moveTo>
                    <a:pt x="497" y="0"/>
                  </a:moveTo>
                  <a:lnTo>
                    <a:pt x="1" y="152"/>
                  </a:lnTo>
                  <a:lnTo>
                    <a:pt x="0" y="153"/>
                  </a:lnTo>
                  <a:lnTo>
                    <a:pt x="14" y="152"/>
                  </a:lnTo>
                  <a:lnTo>
                    <a:pt x="501" y="4"/>
                  </a:lnTo>
                  <a:lnTo>
                    <a:pt x="501" y="2"/>
                  </a:lnTo>
                  <a:lnTo>
                    <a:pt x="49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2" name="Freeform 224">
              <a:extLst>
                <a:ext uri="{FF2B5EF4-FFF2-40B4-BE49-F238E27FC236}">
                  <a16:creationId xmlns:a16="http://schemas.microsoft.com/office/drawing/2014/main" id="{C95CF28E-2122-2662-0B41-29E5D622FD1A}"/>
                </a:ext>
              </a:extLst>
            </p:cNvPr>
            <p:cNvSpPr/>
            <p:nvPr/>
          </p:nvSpPr>
          <p:spPr bwMode="auto">
            <a:xfrm>
              <a:off x="2127314" y="4292638"/>
              <a:ext cx="795338" cy="242888"/>
            </a:xfrm>
            <a:custGeom>
              <a:avLst/>
              <a:gdLst>
                <a:gd name="T0" fmla="*/ 497 w 501"/>
                <a:gd name="T1" fmla="*/ 0 h 153"/>
                <a:gd name="T2" fmla="*/ 1 w 501"/>
                <a:gd name="T3" fmla="*/ 152 h 153"/>
                <a:gd name="T4" fmla="*/ 0 w 501"/>
                <a:gd name="T5" fmla="*/ 153 h 153"/>
                <a:gd name="T6" fmla="*/ 14 w 501"/>
                <a:gd name="T7" fmla="*/ 152 h 153"/>
                <a:gd name="T8" fmla="*/ 501 w 501"/>
                <a:gd name="T9" fmla="*/ 4 h 153"/>
                <a:gd name="T10" fmla="*/ 501 w 501"/>
                <a:gd name="T11" fmla="*/ 2 h 153"/>
                <a:gd name="T12" fmla="*/ 497 w 501"/>
                <a:gd name="T1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1" h="153">
                  <a:moveTo>
                    <a:pt x="497" y="0"/>
                  </a:moveTo>
                  <a:lnTo>
                    <a:pt x="1" y="152"/>
                  </a:lnTo>
                  <a:lnTo>
                    <a:pt x="0" y="153"/>
                  </a:lnTo>
                  <a:lnTo>
                    <a:pt x="14" y="152"/>
                  </a:lnTo>
                  <a:lnTo>
                    <a:pt x="501" y="4"/>
                  </a:lnTo>
                  <a:lnTo>
                    <a:pt x="501" y="2"/>
                  </a:lnTo>
                  <a:lnTo>
                    <a:pt x="49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3" name="Freeform 225">
              <a:extLst>
                <a:ext uri="{FF2B5EF4-FFF2-40B4-BE49-F238E27FC236}">
                  <a16:creationId xmlns:a16="http://schemas.microsoft.com/office/drawing/2014/main" id="{DD84DC19-FA81-6FF3-97D3-2206502160E0}"/>
                </a:ext>
              </a:extLst>
            </p:cNvPr>
            <p:cNvSpPr/>
            <p:nvPr/>
          </p:nvSpPr>
          <p:spPr bwMode="auto">
            <a:xfrm>
              <a:off x="2922651" y="429581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4" name="Freeform 226">
              <a:extLst>
                <a:ext uri="{FF2B5EF4-FFF2-40B4-BE49-F238E27FC236}">
                  <a16:creationId xmlns:a16="http://schemas.microsoft.com/office/drawing/2014/main" id="{9B1930E7-DE24-133C-DF20-7B1CE69BD48C}"/>
                </a:ext>
              </a:extLst>
            </p:cNvPr>
            <p:cNvSpPr/>
            <p:nvPr/>
          </p:nvSpPr>
          <p:spPr bwMode="auto">
            <a:xfrm>
              <a:off x="2922651" y="429581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5" name="Freeform 227">
              <a:extLst>
                <a:ext uri="{FF2B5EF4-FFF2-40B4-BE49-F238E27FC236}">
                  <a16:creationId xmlns:a16="http://schemas.microsoft.com/office/drawing/2014/main" id="{E23EA949-A2A1-F97C-2C5B-B1E9921FA8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6301" y="4291050"/>
              <a:ext cx="11113" cy="4763"/>
            </a:xfrm>
            <a:custGeom>
              <a:avLst/>
              <a:gdLst>
                <a:gd name="T0" fmla="*/ 2 w 7"/>
                <a:gd name="T1" fmla="*/ 1 h 3"/>
                <a:gd name="T2" fmla="*/ 0 w 7"/>
                <a:gd name="T3" fmla="*/ 1 h 3"/>
                <a:gd name="T4" fmla="*/ 0 w 7"/>
                <a:gd name="T5" fmla="*/ 1 h 3"/>
                <a:gd name="T6" fmla="*/ 0 w 7"/>
                <a:gd name="T7" fmla="*/ 1 h 3"/>
                <a:gd name="T8" fmla="*/ 4 w 7"/>
                <a:gd name="T9" fmla="*/ 3 h 3"/>
                <a:gd name="T10" fmla="*/ 2 w 7"/>
                <a:gd name="T11" fmla="*/ 1 h 3"/>
                <a:gd name="T12" fmla="*/ 6 w 7"/>
                <a:gd name="T13" fmla="*/ 0 h 3"/>
                <a:gd name="T14" fmla="*/ 7 w 7"/>
                <a:gd name="T15" fmla="*/ 0 h 3"/>
                <a:gd name="T16" fmla="*/ 6 w 7"/>
                <a:gd name="T17" fmla="*/ 0 h 3"/>
                <a:gd name="T18" fmla="*/ 6 w 7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3">
                  <a:moveTo>
                    <a:pt x="2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" y="3"/>
                  </a:lnTo>
                  <a:lnTo>
                    <a:pt x="2" y="1"/>
                  </a:lnTo>
                  <a:close/>
                  <a:moveTo>
                    <a:pt x="6" y="0"/>
                  </a:move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6" name="Freeform 228">
              <a:extLst>
                <a:ext uri="{FF2B5EF4-FFF2-40B4-BE49-F238E27FC236}">
                  <a16:creationId xmlns:a16="http://schemas.microsoft.com/office/drawing/2014/main" id="{D69B8E6C-9ADC-5C00-418D-550C065B70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6301" y="4291050"/>
              <a:ext cx="11113" cy="4763"/>
            </a:xfrm>
            <a:custGeom>
              <a:avLst/>
              <a:gdLst>
                <a:gd name="T0" fmla="*/ 2 w 7"/>
                <a:gd name="T1" fmla="*/ 1 h 3"/>
                <a:gd name="T2" fmla="*/ 0 w 7"/>
                <a:gd name="T3" fmla="*/ 1 h 3"/>
                <a:gd name="T4" fmla="*/ 0 w 7"/>
                <a:gd name="T5" fmla="*/ 1 h 3"/>
                <a:gd name="T6" fmla="*/ 0 w 7"/>
                <a:gd name="T7" fmla="*/ 1 h 3"/>
                <a:gd name="T8" fmla="*/ 4 w 7"/>
                <a:gd name="T9" fmla="*/ 3 h 3"/>
                <a:gd name="T10" fmla="*/ 2 w 7"/>
                <a:gd name="T11" fmla="*/ 1 h 3"/>
                <a:gd name="T12" fmla="*/ 6 w 7"/>
                <a:gd name="T13" fmla="*/ 0 h 3"/>
                <a:gd name="T14" fmla="*/ 7 w 7"/>
                <a:gd name="T15" fmla="*/ 0 h 3"/>
                <a:gd name="T16" fmla="*/ 6 w 7"/>
                <a:gd name="T17" fmla="*/ 0 h 3"/>
                <a:gd name="T18" fmla="*/ 6 w 7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3">
                  <a:moveTo>
                    <a:pt x="2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" y="3"/>
                  </a:lnTo>
                  <a:lnTo>
                    <a:pt x="2" y="1"/>
                  </a:lnTo>
                  <a:moveTo>
                    <a:pt x="6" y="0"/>
                  </a:move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7" name="Freeform 229">
              <a:extLst>
                <a:ext uri="{FF2B5EF4-FFF2-40B4-BE49-F238E27FC236}">
                  <a16:creationId xmlns:a16="http://schemas.microsoft.com/office/drawing/2014/main" id="{8357BECA-4F9C-C048-7EE9-399E46B6FD2D}"/>
                </a:ext>
              </a:extLst>
            </p:cNvPr>
            <p:cNvSpPr/>
            <p:nvPr/>
          </p:nvSpPr>
          <p:spPr bwMode="auto">
            <a:xfrm>
              <a:off x="2919476" y="4291050"/>
              <a:ext cx="11113" cy="7938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1 h 5"/>
                <a:gd name="T4" fmla="*/ 2 w 7"/>
                <a:gd name="T5" fmla="*/ 3 h 5"/>
                <a:gd name="T6" fmla="*/ 3 w 7"/>
                <a:gd name="T7" fmla="*/ 5 h 5"/>
                <a:gd name="T8" fmla="*/ 7 w 7"/>
                <a:gd name="T9" fmla="*/ 3 h 5"/>
                <a:gd name="T10" fmla="*/ 5 w 7"/>
                <a:gd name="T11" fmla="*/ 1 h 5"/>
                <a:gd name="T12" fmla="*/ 5 w 7"/>
                <a:gd name="T13" fmla="*/ 0 h 5"/>
                <a:gd name="T14" fmla="*/ 5 w 7"/>
                <a:gd name="T15" fmla="*/ 0 h 5"/>
                <a:gd name="T16" fmla="*/ 4 w 7"/>
                <a:gd name="T17" fmla="*/ 0 h 5"/>
                <a:gd name="T18" fmla="*/ 3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3" y="5"/>
                  </a:lnTo>
                  <a:lnTo>
                    <a:pt x="7" y="3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8" name="Freeform 230">
              <a:extLst>
                <a:ext uri="{FF2B5EF4-FFF2-40B4-BE49-F238E27FC236}">
                  <a16:creationId xmlns:a16="http://schemas.microsoft.com/office/drawing/2014/main" id="{8E2D637E-2FB7-03C8-7A25-2C0E2144E24C}"/>
                </a:ext>
              </a:extLst>
            </p:cNvPr>
            <p:cNvSpPr/>
            <p:nvPr/>
          </p:nvSpPr>
          <p:spPr bwMode="auto">
            <a:xfrm>
              <a:off x="2919476" y="4291050"/>
              <a:ext cx="11113" cy="7938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1 h 5"/>
                <a:gd name="T4" fmla="*/ 2 w 7"/>
                <a:gd name="T5" fmla="*/ 3 h 5"/>
                <a:gd name="T6" fmla="*/ 3 w 7"/>
                <a:gd name="T7" fmla="*/ 5 h 5"/>
                <a:gd name="T8" fmla="*/ 7 w 7"/>
                <a:gd name="T9" fmla="*/ 3 h 5"/>
                <a:gd name="T10" fmla="*/ 5 w 7"/>
                <a:gd name="T11" fmla="*/ 1 h 5"/>
                <a:gd name="T12" fmla="*/ 5 w 7"/>
                <a:gd name="T13" fmla="*/ 0 h 5"/>
                <a:gd name="T14" fmla="*/ 5 w 7"/>
                <a:gd name="T15" fmla="*/ 0 h 5"/>
                <a:gd name="T16" fmla="*/ 4 w 7"/>
                <a:gd name="T17" fmla="*/ 0 h 5"/>
                <a:gd name="T18" fmla="*/ 3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3" y="5"/>
                  </a:lnTo>
                  <a:lnTo>
                    <a:pt x="7" y="3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39" name="Freeform 231">
              <a:extLst>
                <a:ext uri="{FF2B5EF4-FFF2-40B4-BE49-F238E27FC236}">
                  <a16:creationId xmlns:a16="http://schemas.microsoft.com/office/drawing/2014/main" id="{84157AC6-3BB7-BA6E-74CB-8E0F9D4ED72F}"/>
                </a:ext>
              </a:extLst>
            </p:cNvPr>
            <p:cNvSpPr/>
            <p:nvPr/>
          </p:nvSpPr>
          <p:spPr bwMode="auto">
            <a:xfrm>
              <a:off x="2125726" y="4533938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0" name="Freeform 232">
              <a:extLst>
                <a:ext uri="{FF2B5EF4-FFF2-40B4-BE49-F238E27FC236}">
                  <a16:creationId xmlns:a16="http://schemas.microsoft.com/office/drawing/2014/main" id="{BA28425D-B6CA-FDA9-D761-41FBBBB5CB4A}"/>
                </a:ext>
              </a:extLst>
            </p:cNvPr>
            <p:cNvSpPr/>
            <p:nvPr/>
          </p:nvSpPr>
          <p:spPr bwMode="auto">
            <a:xfrm>
              <a:off x="2125726" y="4533938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1" name="Freeform 233">
              <a:extLst>
                <a:ext uri="{FF2B5EF4-FFF2-40B4-BE49-F238E27FC236}">
                  <a16:creationId xmlns:a16="http://schemas.microsoft.com/office/drawing/2014/main" id="{550DCB7C-287F-8B2E-F919-677B590C3226}"/>
                </a:ext>
              </a:extLst>
            </p:cNvPr>
            <p:cNvSpPr/>
            <p:nvPr/>
          </p:nvSpPr>
          <p:spPr bwMode="auto">
            <a:xfrm>
              <a:off x="1728851" y="3629063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2" name="Freeform 234">
              <a:extLst>
                <a:ext uri="{FF2B5EF4-FFF2-40B4-BE49-F238E27FC236}">
                  <a16:creationId xmlns:a16="http://schemas.microsoft.com/office/drawing/2014/main" id="{98393577-62BF-911F-6894-DF36B55E270D}"/>
                </a:ext>
              </a:extLst>
            </p:cNvPr>
            <p:cNvSpPr/>
            <p:nvPr/>
          </p:nvSpPr>
          <p:spPr bwMode="auto">
            <a:xfrm>
              <a:off x="1728851" y="3629063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3" name="Freeform 235">
              <a:extLst>
                <a:ext uri="{FF2B5EF4-FFF2-40B4-BE49-F238E27FC236}">
                  <a16:creationId xmlns:a16="http://schemas.microsoft.com/office/drawing/2014/main" id="{9E3820C2-6AC9-183F-8811-FDEA1530EECA}"/>
                </a:ext>
              </a:extLst>
            </p:cNvPr>
            <p:cNvSpPr/>
            <p:nvPr/>
          </p:nvSpPr>
          <p:spPr bwMode="auto">
            <a:xfrm>
              <a:off x="1728851" y="3632238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4" name="Freeform 236">
              <a:extLst>
                <a:ext uri="{FF2B5EF4-FFF2-40B4-BE49-F238E27FC236}">
                  <a16:creationId xmlns:a16="http://schemas.microsoft.com/office/drawing/2014/main" id="{38CCC9BE-2897-F73E-34A1-B1804E563861}"/>
                </a:ext>
              </a:extLst>
            </p:cNvPr>
            <p:cNvSpPr/>
            <p:nvPr/>
          </p:nvSpPr>
          <p:spPr bwMode="auto">
            <a:xfrm>
              <a:off x="1728851" y="3632238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5" name="Freeform 237">
              <a:extLst>
                <a:ext uri="{FF2B5EF4-FFF2-40B4-BE49-F238E27FC236}">
                  <a16:creationId xmlns:a16="http://schemas.microsoft.com/office/drawing/2014/main" id="{9AA3B892-58F2-A340-2B8A-0471D7FD9A74}"/>
                </a:ext>
              </a:extLst>
            </p:cNvPr>
            <p:cNvSpPr/>
            <p:nvPr/>
          </p:nvSpPr>
          <p:spPr bwMode="auto">
            <a:xfrm>
              <a:off x="1728851" y="36322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6" name="Freeform 238">
              <a:extLst>
                <a:ext uri="{FF2B5EF4-FFF2-40B4-BE49-F238E27FC236}">
                  <a16:creationId xmlns:a16="http://schemas.microsoft.com/office/drawing/2014/main" id="{08B789F7-F3A2-1833-4F2B-19B7935F83BB}"/>
                </a:ext>
              </a:extLst>
            </p:cNvPr>
            <p:cNvSpPr/>
            <p:nvPr/>
          </p:nvSpPr>
          <p:spPr bwMode="auto">
            <a:xfrm>
              <a:off x="1728851" y="36322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7" name="Freeform 239">
              <a:extLst>
                <a:ext uri="{FF2B5EF4-FFF2-40B4-BE49-F238E27FC236}">
                  <a16:creationId xmlns:a16="http://schemas.microsoft.com/office/drawing/2014/main" id="{D526D51B-F596-B001-A77E-1DB7862EEA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41551" y="3641763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8" name="Freeform 240">
              <a:extLst>
                <a:ext uri="{FF2B5EF4-FFF2-40B4-BE49-F238E27FC236}">
                  <a16:creationId xmlns:a16="http://schemas.microsoft.com/office/drawing/2014/main" id="{3FBF9886-1FFC-B293-7836-0D50144FD3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41551" y="3641763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49" name="Freeform 241">
              <a:extLst>
                <a:ext uri="{FF2B5EF4-FFF2-40B4-BE49-F238E27FC236}">
                  <a16:creationId xmlns:a16="http://schemas.microsoft.com/office/drawing/2014/main" id="{1250FD95-13BD-654A-9095-843B870CE91F}"/>
                </a:ext>
              </a:extLst>
            </p:cNvPr>
            <p:cNvSpPr/>
            <p:nvPr/>
          </p:nvSpPr>
          <p:spPr bwMode="auto">
            <a:xfrm>
              <a:off x="1738376" y="3633825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0" name="Freeform 242">
              <a:extLst>
                <a:ext uri="{FF2B5EF4-FFF2-40B4-BE49-F238E27FC236}">
                  <a16:creationId xmlns:a16="http://schemas.microsoft.com/office/drawing/2014/main" id="{23A34482-0FB1-B017-1487-835CC8E02777}"/>
                </a:ext>
              </a:extLst>
            </p:cNvPr>
            <p:cNvSpPr/>
            <p:nvPr/>
          </p:nvSpPr>
          <p:spPr bwMode="auto">
            <a:xfrm>
              <a:off x="1738376" y="3633825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1" name="Freeform 243">
              <a:extLst>
                <a:ext uri="{FF2B5EF4-FFF2-40B4-BE49-F238E27FC236}">
                  <a16:creationId xmlns:a16="http://schemas.microsoft.com/office/drawing/2014/main" id="{8AFD45DD-6FEA-0A34-1255-7D057BF3425C}"/>
                </a:ext>
              </a:extLst>
            </p:cNvPr>
            <p:cNvSpPr/>
            <p:nvPr/>
          </p:nvSpPr>
          <p:spPr bwMode="auto">
            <a:xfrm>
              <a:off x="1736789" y="363382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2" name="Freeform 244">
              <a:extLst>
                <a:ext uri="{FF2B5EF4-FFF2-40B4-BE49-F238E27FC236}">
                  <a16:creationId xmlns:a16="http://schemas.microsoft.com/office/drawing/2014/main" id="{FBB888D6-108D-4EC5-6B3B-04E2A4C0FA71}"/>
                </a:ext>
              </a:extLst>
            </p:cNvPr>
            <p:cNvSpPr/>
            <p:nvPr/>
          </p:nvSpPr>
          <p:spPr bwMode="auto">
            <a:xfrm>
              <a:off x="1736789" y="363382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3" name="Freeform 245">
              <a:extLst>
                <a:ext uri="{FF2B5EF4-FFF2-40B4-BE49-F238E27FC236}">
                  <a16:creationId xmlns:a16="http://schemas.microsoft.com/office/drawing/2014/main" id="{C1E88187-B4A3-AB7E-80A9-850E2C08A84C}"/>
                </a:ext>
              </a:extLst>
            </p:cNvPr>
            <p:cNvSpPr/>
            <p:nvPr/>
          </p:nvSpPr>
          <p:spPr bwMode="auto">
            <a:xfrm>
              <a:off x="1824101" y="3854488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4" name="Freeform 246">
              <a:extLst>
                <a:ext uri="{FF2B5EF4-FFF2-40B4-BE49-F238E27FC236}">
                  <a16:creationId xmlns:a16="http://schemas.microsoft.com/office/drawing/2014/main" id="{6E8B1783-0AC8-4CFA-C5DB-7326320E45EF}"/>
                </a:ext>
              </a:extLst>
            </p:cNvPr>
            <p:cNvSpPr/>
            <p:nvPr/>
          </p:nvSpPr>
          <p:spPr bwMode="auto">
            <a:xfrm>
              <a:off x="1824101" y="3854488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5" name="Rectangle 247">
              <a:extLst>
                <a:ext uri="{FF2B5EF4-FFF2-40B4-BE49-F238E27FC236}">
                  <a16:creationId xmlns:a16="http://schemas.microsoft.com/office/drawing/2014/main" id="{F8588C81-C595-C451-762A-07127F552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201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6" name="Rectangle 248">
              <a:extLst>
                <a:ext uri="{FF2B5EF4-FFF2-40B4-BE49-F238E27FC236}">
                  <a16:creationId xmlns:a16="http://schemas.microsoft.com/office/drawing/2014/main" id="{1FF8BD61-9D96-8015-A24A-244431757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201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7" name="Freeform 249">
              <a:extLst>
                <a:ext uri="{FF2B5EF4-FFF2-40B4-BE49-F238E27FC236}">
                  <a16:creationId xmlns:a16="http://schemas.microsoft.com/office/drawing/2014/main" id="{497CAC62-EBA9-F4B6-DCBC-CDDDBAA1D533}"/>
                </a:ext>
              </a:extLst>
            </p:cNvPr>
            <p:cNvSpPr/>
            <p:nvPr/>
          </p:nvSpPr>
          <p:spPr bwMode="auto">
            <a:xfrm>
              <a:off x="2122551" y="4545050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8" name="Freeform 250">
              <a:extLst>
                <a:ext uri="{FF2B5EF4-FFF2-40B4-BE49-F238E27FC236}">
                  <a16:creationId xmlns:a16="http://schemas.microsoft.com/office/drawing/2014/main" id="{9DE6DD25-607C-8DBF-2212-EDB4FFE050AF}"/>
                </a:ext>
              </a:extLst>
            </p:cNvPr>
            <p:cNvSpPr/>
            <p:nvPr/>
          </p:nvSpPr>
          <p:spPr bwMode="auto">
            <a:xfrm>
              <a:off x="2122551" y="4545050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9" name="Freeform 251">
              <a:extLst>
                <a:ext uri="{FF2B5EF4-FFF2-40B4-BE49-F238E27FC236}">
                  <a16:creationId xmlns:a16="http://schemas.microsoft.com/office/drawing/2014/main" id="{692D4778-6F31-7B36-97EF-AE9DB7E85AD0}"/>
                </a:ext>
              </a:extLst>
            </p:cNvPr>
            <p:cNvSpPr/>
            <p:nvPr/>
          </p:nvSpPr>
          <p:spPr bwMode="auto">
            <a:xfrm>
              <a:off x="1733614" y="362906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0" name="Freeform 252">
              <a:extLst>
                <a:ext uri="{FF2B5EF4-FFF2-40B4-BE49-F238E27FC236}">
                  <a16:creationId xmlns:a16="http://schemas.microsoft.com/office/drawing/2014/main" id="{B08F3393-D17A-3666-4B6E-8D3C214010CA}"/>
                </a:ext>
              </a:extLst>
            </p:cNvPr>
            <p:cNvSpPr/>
            <p:nvPr/>
          </p:nvSpPr>
          <p:spPr bwMode="auto">
            <a:xfrm>
              <a:off x="1733614" y="362906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1" name="Freeform 253">
              <a:extLst>
                <a:ext uri="{FF2B5EF4-FFF2-40B4-BE49-F238E27FC236}">
                  <a16:creationId xmlns:a16="http://schemas.microsoft.com/office/drawing/2014/main" id="{371331D0-09E6-ECA5-E9D1-4ECD93F3E0A5}"/>
                </a:ext>
              </a:extLst>
            </p:cNvPr>
            <p:cNvSpPr/>
            <p:nvPr/>
          </p:nvSpPr>
          <p:spPr bwMode="auto">
            <a:xfrm>
              <a:off x="1735201" y="363065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2" name="Freeform 254">
              <a:extLst>
                <a:ext uri="{FF2B5EF4-FFF2-40B4-BE49-F238E27FC236}">
                  <a16:creationId xmlns:a16="http://schemas.microsoft.com/office/drawing/2014/main" id="{97701524-0C9D-89B1-AEC2-2422157CE4A8}"/>
                </a:ext>
              </a:extLst>
            </p:cNvPr>
            <p:cNvSpPr/>
            <p:nvPr/>
          </p:nvSpPr>
          <p:spPr bwMode="auto">
            <a:xfrm>
              <a:off x="1735201" y="363065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3" name="Freeform 255">
              <a:extLst>
                <a:ext uri="{FF2B5EF4-FFF2-40B4-BE49-F238E27FC236}">
                  <a16:creationId xmlns:a16="http://schemas.microsoft.com/office/drawing/2014/main" id="{8808830C-EE8B-9238-AFD6-C3963F4D1B84}"/>
                </a:ext>
              </a:extLst>
            </p:cNvPr>
            <p:cNvSpPr/>
            <p:nvPr/>
          </p:nvSpPr>
          <p:spPr bwMode="auto">
            <a:xfrm>
              <a:off x="1735201" y="3632238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4" name="Freeform 256">
              <a:extLst>
                <a:ext uri="{FF2B5EF4-FFF2-40B4-BE49-F238E27FC236}">
                  <a16:creationId xmlns:a16="http://schemas.microsoft.com/office/drawing/2014/main" id="{1DFFCFF6-4D08-F148-2356-7CDF39AD1194}"/>
                </a:ext>
              </a:extLst>
            </p:cNvPr>
            <p:cNvSpPr/>
            <p:nvPr/>
          </p:nvSpPr>
          <p:spPr bwMode="auto">
            <a:xfrm>
              <a:off x="1735201" y="3632238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5" name="Freeform 257">
              <a:extLst>
                <a:ext uri="{FF2B5EF4-FFF2-40B4-BE49-F238E27FC236}">
                  <a16:creationId xmlns:a16="http://schemas.microsoft.com/office/drawing/2014/main" id="{773ADF6B-CD79-25D2-F117-AD0DBD9C9A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14" y="3643350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6" name="Freeform 258">
              <a:extLst>
                <a:ext uri="{FF2B5EF4-FFF2-40B4-BE49-F238E27FC236}">
                  <a16:creationId xmlns:a16="http://schemas.microsoft.com/office/drawing/2014/main" id="{30480C02-85B8-5A1F-7160-143B34F17C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14" y="3643350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7" name="Freeform 259">
              <a:extLst>
                <a:ext uri="{FF2B5EF4-FFF2-40B4-BE49-F238E27FC236}">
                  <a16:creationId xmlns:a16="http://schemas.microsoft.com/office/drawing/2014/main" id="{30AED708-C9C7-1377-42D7-DA85C3791E45}"/>
                </a:ext>
              </a:extLst>
            </p:cNvPr>
            <p:cNvSpPr/>
            <p:nvPr/>
          </p:nvSpPr>
          <p:spPr bwMode="auto">
            <a:xfrm>
              <a:off x="857314" y="3637000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8" name="Freeform 260">
              <a:extLst>
                <a:ext uri="{FF2B5EF4-FFF2-40B4-BE49-F238E27FC236}">
                  <a16:creationId xmlns:a16="http://schemas.microsoft.com/office/drawing/2014/main" id="{6733F56E-ACD0-9080-1BD9-5D59B394AA1D}"/>
                </a:ext>
              </a:extLst>
            </p:cNvPr>
            <p:cNvSpPr/>
            <p:nvPr/>
          </p:nvSpPr>
          <p:spPr bwMode="auto">
            <a:xfrm>
              <a:off x="857314" y="3637000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9" name="Freeform 261">
              <a:extLst>
                <a:ext uri="{FF2B5EF4-FFF2-40B4-BE49-F238E27FC236}">
                  <a16:creationId xmlns:a16="http://schemas.microsoft.com/office/drawing/2014/main" id="{D9CA2678-20E9-267B-0C7F-F71143A9A5BB}"/>
                </a:ext>
              </a:extLst>
            </p:cNvPr>
            <p:cNvSpPr/>
            <p:nvPr/>
          </p:nvSpPr>
          <p:spPr bwMode="auto">
            <a:xfrm>
              <a:off x="1728851" y="363541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0" name="Freeform 262">
              <a:extLst>
                <a:ext uri="{FF2B5EF4-FFF2-40B4-BE49-F238E27FC236}">
                  <a16:creationId xmlns:a16="http://schemas.microsoft.com/office/drawing/2014/main" id="{1F68F25C-DC21-4A79-A498-ECC341FF5CD3}"/>
                </a:ext>
              </a:extLst>
            </p:cNvPr>
            <p:cNvSpPr/>
            <p:nvPr/>
          </p:nvSpPr>
          <p:spPr bwMode="auto">
            <a:xfrm>
              <a:off x="1728851" y="3635413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1" name="Freeform 263">
              <a:extLst>
                <a:ext uri="{FF2B5EF4-FFF2-40B4-BE49-F238E27FC236}">
                  <a16:creationId xmlns:a16="http://schemas.microsoft.com/office/drawing/2014/main" id="{34D0A1F8-A957-2400-4CCB-C1A83F53270E}"/>
                </a:ext>
              </a:extLst>
            </p:cNvPr>
            <p:cNvSpPr/>
            <p:nvPr/>
          </p:nvSpPr>
          <p:spPr bwMode="auto">
            <a:xfrm>
              <a:off x="2109851" y="4537113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2" name="Freeform 264">
              <a:extLst>
                <a:ext uri="{FF2B5EF4-FFF2-40B4-BE49-F238E27FC236}">
                  <a16:creationId xmlns:a16="http://schemas.microsoft.com/office/drawing/2014/main" id="{D1F8E2C1-91F6-9615-166F-D892CC6B34BF}"/>
                </a:ext>
              </a:extLst>
            </p:cNvPr>
            <p:cNvSpPr/>
            <p:nvPr/>
          </p:nvSpPr>
          <p:spPr bwMode="auto">
            <a:xfrm>
              <a:off x="2109851" y="4537113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3" name="Freeform 265">
              <a:extLst>
                <a:ext uri="{FF2B5EF4-FFF2-40B4-BE49-F238E27FC236}">
                  <a16:creationId xmlns:a16="http://schemas.microsoft.com/office/drawing/2014/main" id="{9388EECA-1B32-6AAB-60E5-FB04BEB60078}"/>
                </a:ext>
              </a:extLst>
            </p:cNvPr>
            <p:cNvSpPr/>
            <p:nvPr/>
          </p:nvSpPr>
          <p:spPr bwMode="auto">
            <a:xfrm>
              <a:off x="2093976" y="4538700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4" name="Freeform 266">
              <a:extLst>
                <a:ext uri="{FF2B5EF4-FFF2-40B4-BE49-F238E27FC236}">
                  <a16:creationId xmlns:a16="http://schemas.microsoft.com/office/drawing/2014/main" id="{219CBC07-D859-603F-4F6E-B440113EA010}"/>
                </a:ext>
              </a:extLst>
            </p:cNvPr>
            <p:cNvSpPr/>
            <p:nvPr/>
          </p:nvSpPr>
          <p:spPr bwMode="auto">
            <a:xfrm>
              <a:off x="2093976" y="4538700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5" name="Freeform 267">
              <a:extLst>
                <a:ext uri="{FF2B5EF4-FFF2-40B4-BE49-F238E27FC236}">
                  <a16:creationId xmlns:a16="http://schemas.microsoft.com/office/drawing/2014/main" id="{7CADE642-A1E1-1007-FD44-27A64E2D15F3}"/>
                </a:ext>
              </a:extLst>
            </p:cNvPr>
            <p:cNvSpPr/>
            <p:nvPr/>
          </p:nvSpPr>
          <p:spPr bwMode="auto">
            <a:xfrm>
              <a:off x="2111439" y="4537113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6" name="Freeform 268">
              <a:extLst>
                <a:ext uri="{FF2B5EF4-FFF2-40B4-BE49-F238E27FC236}">
                  <a16:creationId xmlns:a16="http://schemas.microsoft.com/office/drawing/2014/main" id="{D054D3DD-51A5-9DFB-F150-723E5D5CE966}"/>
                </a:ext>
              </a:extLst>
            </p:cNvPr>
            <p:cNvSpPr/>
            <p:nvPr/>
          </p:nvSpPr>
          <p:spPr bwMode="auto">
            <a:xfrm>
              <a:off x="2111439" y="4537113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7" name="Freeform 269">
              <a:extLst>
                <a:ext uri="{FF2B5EF4-FFF2-40B4-BE49-F238E27FC236}">
                  <a16:creationId xmlns:a16="http://schemas.microsoft.com/office/drawing/2014/main" id="{49865288-D383-583F-7B7D-1FA9FAAECD0B}"/>
                </a:ext>
              </a:extLst>
            </p:cNvPr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8" name="Freeform 270">
              <a:extLst>
                <a:ext uri="{FF2B5EF4-FFF2-40B4-BE49-F238E27FC236}">
                  <a16:creationId xmlns:a16="http://schemas.microsoft.com/office/drawing/2014/main" id="{6CFE99CE-9584-E0C3-2929-1C2FF35CA19A}"/>
                </a:ext>
              </a:extLst>
            </p:cNvPr>
            <p:cNvSpPr/>
            <p:nvPr/>
          </p:nvSpPr>
          <p:spPr bwMode="auto">
            <a:xfrm>
              <a:off x="2114614" y="4543463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9" name="Rectangle 271">
              <a:extLst>
                <a:ext uri="{FF2B5EF4-FFF2-40B4-BE49-F238E27FC236}">
                  <a16:creationId xmlns:a16="http://schemas.microsoft.com/office/drawing/2014/main" id="{0A4171DD-54C2-BA8D-F5EF-ED95C1353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201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0" name="Rectangle 272">
              <a:extLst>
                <a:ext uri="{FF2B5EF4-FFF2-40B4-BE49-F238E27FC236}">
                  <a16:creationId xmlns:a16="http://schemas.microsoft.com/office/drawing/2014/main" id="{4B71E06F-9592-E73B-F62C-1C857FD36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201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1" name="Freeform 273">
              <a:extLst>
                <a:ext uri="{FF2B5EF4-FFF2-40B4-BE49-F238E27FC236}">
                  <a16:creationId xmlns:a16="http://schemas.microsoft.com/office/drawing/2014/main" id="{12F84E21-CB79-DBEA-E0A4-B89798DA0577}"/>
                </a:ext>
              </a:extLst>
            </p:cNvPr>
            <p:cNvSpPr/>
            <p:nvPr/>
          </p:nvSpPr>
          <p:spPr bwMode="auto">
            <a:xfrm>
              <a:off x="2116201" y="4538700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2" name="Freeform 274">
              <a:extLst>
                <a:ext uri="{FF2B5EF4-FFF2-40B4-BE49-F238E27FC236}">
                  <a16:creationId xmlns:a16="http://schemas.microsoft.com/office/drawing/2014/main" id="{3E81C397-FD1E-C185-5808-BA28B61074EC}"/>
                </a:ext>
              </a:extLst>
            </p:cNvPr>
            <p:cNvSpPr/>
            <p:nvPr/>
          </p:nvSpPr>
          <p:spPr bwMode="auto">
            <a:xfrm>
              <a:off x="2116201" y="4538700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3" name="Freeform 275">
              <a:extLst>
                <a:ext uri="{FF2B5EF4-FFF2-40B4-BE49-F238E27FC236}">
                  <a16:creationId xmlns:a16="http://schemas.microsoft.com/office/drawing/2014/main" id="{C557B8D5-E1CD-5D2A-6A45-A85BE8AF3A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614" y="4146588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4" name="Freeform 276">
              <a:extLst>
                <a:ext uri="{FF2B5EF4-FFF2-40B4-BE49-F238E27FC236}">
                  <a16:creationId xmlns:a16="http://schemas.microsoft.com/office/drawing/2014/main" id="{0A854587-3352-BD61-BA38-74463C8378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614" y="4146588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5" name="Freeform 277">
              <a:extLst>
                <a:ext uri="{FF2B5EF4-FFF2-40B4-BE49-F238E27FC236}">
                  <a16:creationId xmlns:a16="http://schemas.microsoft.com/office/drawing/2014/main" id="{56348078-5AD5-F0A4-3AD7-A92D9236382C}"/>
                </a:ext>
              </a:extLst>
            </p:cNvPr>
            <p:cNvSpPr/>
            <p:nvPr/>
          </p:nvSpPr>
          <p:spPr bwMode="auto">
            <a:xfrm>
              <a:off x="849376" y="4810163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6" name="Freeform 278">
              <a:extLst>
                <a:ext uri="{FF2B5EF4-FFF2-40B4-BE49-F238E27FC236}">
                  <a16:creationId xmlns:a16="http://schemas.microsoft.com/office/drawing/2014/main" id="{4735FAA8-6DCE-F76D-7BB4-BF9CEBD3EB65}"/>
                </a:ext>
              </a:extLst>
            </p:cNvPr>
            <p:cNvSpPr/>
            <p:nvPr/>
          </p:nvSpPr>
          <p:spPr bwMode="auto">
            <a:xfrm>
              <a:off x="849376" y="4810163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7" name="Freeform 279">
              <a:extLst>
                <a:ext uri="{FF2B5EF4-FFF2-40B4-BE49-F238E27FC236}">
                  <a16:creationId xmlns:a16="http://schemas.microsoft.com/office/drawing/2014/main" id="{0E141241-1173-54FA-3BFF-428C159ABA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3614" y="3630650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8" name="Freeform 280">
              <a:extLst>
                <a:ext uri="{FF2B5EF4-FFF2-40B4-BE49-F238E27FC236}">
                  <a16:creationId xmlns:a16="http://schemas.microsoft.com/office/drawing/2014/main" id="{F04405D1-E62B-C78D-50C8-4B159F1842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3614" y="3630650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9" name="Freeform 281">
              <a:extLst>
                <a:ext uri="{FF2B5EF4-FFF2-40B4-BE49-F238E27FC236}">
                  <a16:creationId xmlns:a16="http://schemas.microsoft.com/office/drawing/2014/main" id="{C89BAF07-66F6-F962-5EAC-9CFE2FC115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3614" y="3632238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0" name="Freeform 282">
              <a:extLst>
                <a:ext uri="{FF2B5EF4-FFF2-40B4-BE49-F238E27FC236}">
                  <a16:creationId xmlns:a16="http://schemas.microsoft.com/office/drawing/2014/main" id="{C5B707B9-40A8-981C-DF6C-8B780FD1C4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3614" y="3632238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1" name="Freeform 283">
              <a:extLst>
                <a:ext uri="{FF2B5EF4-FFF2-40B4-BE49-F238E27FC236}">
                  <a16:creationId xmlns:a16="http://schemas.microsoft.com/office/drawing/2014/main" id="{60485BAE-CF4F-0A8E-EBFB-68DF6AEDC0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2026" y="3632238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2" name="Freeform 284">
              <a:extLst>
                <a:ext uri="{FF2B5EF4-FFF2-40B4-BE49-F238E27FC236}">
                  <a16:creationId xmlns:a16="http://schemas.microsoft.com/office/drawing/2014/main" id="{A01A7E75-DF58-8D3D-7F10-F4ABEDA9F0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2026" y="3632238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3" name="Freeform 285">
              <a:extLst>
                <a:ext uri="{FF2B5EF4-FFF2-40B4-BE49-F238E27FC236}">
                  <a16:creationId xmlns:a16="http://schemas.microsoft.com/office/drawing/2014/main" id="{65026D48-4448-A4BC-EC25-D4CDFD4525F3}"/>
                </a:ext>
              </a:extLst>
            </p:cNvPr>
            <p:cNvSpPr/>
            <p:nvPr/>
          </p:nvSpPr>
          <p:spPr bwMode="auto">
            <a:xfrm>
              <a:off x="1730439" y="3632238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4" name="Freeform 286">
              <a:extLst>
                <a:ext uri="{FF2B5EF4-FFF2-40B4-BE49-F238E27FC236}">
                  <a16:creationId xmlns:a16="http://schemas.microsoft.com/office/drawing/2014/main" id="{C0EEC67D-6A8E-DAD9-9FB2-F55693A3ABEC}"/>
                </a:ext>
              </a:extLst>
            </p:cNvPr>
            <p:cNvSpPr/>
            <p:nvPr/>
          </p:nvSpPr>
          <p:spPr bwMode="auto">
            <a:xfrm>
              <a:off x="1730439" y="3632238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5" name="Freeform 287">
              <a:extLst>
                <a:ext uri="{FF2B5EF4-FFF2-40B4-BE49-F238E27FC236}">
                  <a16:creationId xmlns:a16="http://schemas.microsoft.com/office/drawing/2014/main" id="{E3797CF2-D913-5D37-C949-AA13CD0BC7D4}"/>
                </a:ext>
              </a:extLst>
            </p:cNvPr>
            <p:cNvSpPr/>
            <p:nvPr/>
          </p:nvSpPr>
          <p:spPr bwMode="auto">
            <a:xfrm>
              <a:off x="2116201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6" name="Freeform 288">
              <a:extLst>
                <a:ext uri="{FF2B5EF4-FFF2-40B4-BE49-F238E27FC236}">
                  <a16:creationId xmlns:a16="http://schemas.microsoft.com/office/drawing/2014/main" id="{A64AAD10-F5AB-76A4-9A7A-D6F6BD1E601F}"/>
                </a:ext>
              </a:extLst>
            </p:cNvPr>
            <p:cNvSpPr/>
            <p:nvPr/>
          </p:nvSpPr>
          <p:spPr bwMode="auto">
            <a:xfrm>
              <a:off x="2116201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7" name="Freeform 289">
              <a:extLst>
                <a:ext uri="{FF2B5EF4-FFF2-40B4-BE49-F238E27FC236}">
                  <a16:creationId xmlns:a16="http://schemas.microsoft.com/office/drawing/2014/main" id="{F44CD1B6-D252-8D18-A967-234BA56AC6F5}"/>
                </a:ext>
              </a:extLst>
            </p:cNvPr>
            <p:cNvSpPr/>
            <p:nvPr/>
          </p:nvSpPr>
          <p:spPr bwMode="auto">
            <a:xfrm>
              <a:off x="2116201" y="453711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8" name="Freeform 290">
              <a:extLst>
                <a:ext uri="{FF2B5EF4-FFF2-40B4-BE49-F238E27FC236}">
                  <a16:creationId xmlns:a16="http://schemas.microsoft.com/office/drawing/2014/main" id="{390F44D9-F528-EEB1-B898-297D23B08D8B}"/>
                </a:ext>
              </a:extLst>
            </p:cNvPr>
            <p:cNvSpPr/>
            <p:nvPr/>
          </p:nvSpPr>
          <p:spPr bwMode="auto">
            <a:xfrm>
              <a:off x="2116201" y="453711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99" name="Freeform 291">
              <a:extLst>
                <a:ext uri="{FF2B5EF4-FFF2-40B4-BE49-F238E27FC236}">
                  <a16:creationId xmlns:a16="http://schemas.microsoft.com/office/drawing/2014/main" id="{795E876B-B3FC-F8D5-BCCD-6A8BA760A212}"/>
                </a:ext>
              </a:extLst>
            </p:cNvPr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0" name="Freeform 292">
              <a:extLst>
                <a:ext uri="{FF2B5EF4-FFF2-40B4-BE49-F238E27FC236}">
                  <a16:creationId xmlns:a16="http://schemas.microsoft.com/office/drawing/2014/main" id="{A6BBEF84-E582-7DB1-9FC1-EA70E25E2F7F}"/>
                </a:ext>
              </a:extLst>
            </p:cNvPr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1" name="Rectangle 293">
              <a:extLst>
                <a:ext uri="{FF2B5EF4-FFF2-40B4-BE49-F238E27FC236}">
                  <a16:creationId xmlns:a16="http://schemas.microsoft.com/office/drawing/2014/main" id="{9BD7DB58-89C3-54D3-DFEA-AC5DAC8B3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9014" y="449901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2" name="Rectangle 294">
              <a:extLst>
                <a:ext uri="{FF2B5EF4-FFF2-40B4-BE49-F238E27FC236}">
                  <a16:creationId xmlns:a16="http://schemas.microsoft.com/office/drawing/2014/main" id="{E13BF066-C9B1-28DE-3E20-C991BDB20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9014" y="4499013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3" name="Freeform 295">
              <a:extLst>
                <a:ext uri="{FF2B5EF4-FFF2-40B4-BE49-F238E27FC236}">
                  <a16:creationId xmlns:a16="http://schemas.microsoft.com/office/drawing/2014/main" id="{6C4E2F5A-4E81-BF64-F0D4-0196F1F3300C}"/>
                </a:ext>
              </a:extLst>
            </p:cNvPr>
            <p:cNvSpPr/>
            <p:nvPr/>
          </p:nvSpPr>
          <p:spPr bwMode="auto">
            <a:xfrm>
              <a:off x="3029014" y="4500600"/>
              <a:ext cx="1588" cy="4763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1 w 1"/>
                <a:gd name="T7" fmla="*/ 2 h 3"/>
                <a:gd name="T8" fmla="*/ 1 w 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4" name="Freeform 296">
              <a:extLst>
                <a:ext uri="{FF2B5EF4-FFF2-40B4-BE49-F238E27FC236}">
                  <a16:creationId xmlns:a16="http://schemas.microsoft.com/office/drawing/2014/main" id="{C8AAAAE0-B740-21EA-B4AB-CB6C86EC8553}"/>
                </a:ext>
              </a:extLst>
            </p:cNvPr>
            <p:cNvSpPr/>
            <p:nvPr/>
          </p:nvSpPr>
          <p:spPr bwMode="auto">
            <a:xfrm>
              <a:off x="3029014" y="4500600"/>
              <a:ext cx="1588" cy="4763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1 w 1"/>
                <a:gd name="T7" fmla="*/ 2 h 3"/>
                <a:gd name="T8" fmla="*/ 1 w 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5" name="Freeform 297">
              <a:extLst>
                <a:ext uri="{FF2B5EF4-FFF2-40B4-BE49-F238E27FC236}">
                  <a16:creationId xmlns:a16="http://schemas.microsoft.com/office/drawing/2014/main" id="{811F88BA-CE36-D04E-7B03-41B1DDC49C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8539" y="4502188"/>
              <a:ext cx="184150" cy="269875"/>
            </a:xfrm>
            <a:custGeom>
              <a:avLst/>
              <a:gdLst>
                <a:gd name="T0" fmla="*/ 0 w 116"/>
                <a:gd name="T1" fmla="*/ 5 h 170"/>
                <a:gd name="T2" fmla="*/ 36 w 116"/>
                <a:gd name="T3" fmla="*/ 170 h 170"/>
                <a:gd name="T4" fmla="*/ 36 w 116"/>
                <a:gd name="T5" fmla="*/ 170 h 170"/>
                <a:gd name="T6" fmla="*/ 0 w 116"/>
                <a:gd name="T7" fmla="*/ 5 h 170"/>
                <a:gd name="T8" fmla="*/ 0 w 116"/>
                <a:gd name="T9" fmla="*/ 5 h 170"/>
                <a:gd name="T10" fmla="*/ 0 w 116"/>
                <a:gd name="T11" fmla="*/ 0 h 170"/>
                <a:gd name="T12" fmla="*/ 0 w 116"/>
                <a:gd name="T13" fmla="*/ 0 h 170"/>
                <a:gd name="T14" fmla="*/ 116 w 116"/>
                <a:gd name="T15" fmla="*/ 37 h 170"/>
                <a:gd name="T16" fmla="*/ 0 w 116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70">
                  <a:moveTo>
                    <a:pt x="0" y="5"/>
                  </a:moveTo>
                  <a:lnTo>
                    <a:pt x="36" y="170"/>
                  </a:lnTo>
                  <a:lnTo>
                    <a:pt x="36" y="170"/>
                  </a:lnTo>
                  <a:lnTo>
                    <a:pt x="0" y="5"/>
                  </a:lnTo>
                  <a:lnTo>
                    <a:pt x="0" y="5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16" y="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6" name="Freeform 298">
              <a:extLst>
                <a:ext uri="{FF2B5EF4-FFF2-40B4-BE49-F238E27FC236}">
                  <a16:creationId xmlns:a16="http://schemas.microsoft.com/office/drawing/2014/main" id="{E061EDAC-C6CE-BBB3-D96B-52DE22FC95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8539" y="4502188"/>
              <a:ext cx="184150" cy="269875"/>
            </a:xfrm>
            <a:custGeom>
              <a:avLst/>
              <a:gdLst>
                <a:gd name="T0" fmla="*/ 0 w 116"/>
                <a:gd name="T1" fmla="*/ 5 h 170"/>
                <a:gd name="T2" fmla="*/ 36 w 116"/>
                <a:gd name="T3" fmla="*/ 170 h 170"/>
                <a:gd name="T4" fmla="*/ 36 w 116"/>
                <a:gd name="T5" fmla="*/ 170 h 170"/>
                <a:gd name="T6" fmla="*/ 0 w 116"/>
                <a:gd name="T7" fmla="*/ 5 h 170"/>
                <a:gd name="T8" fmla="*/ 0 w 116"/>
                <a:gd name="T9" fmla="*/ 5 h 170"/>
                <a:gd name="T10" fmla="*/ 0 w 116"/>
                <a:gd name="T11" fmla="*/ 0 h 170"/>
                <a:gd name="T12" fmla="*/ 0 w 116"/>
                <a:gd name="T13" fmla="*/ 0 h 170"/>
                <a:gd name="T14" fmla="*/ 116 w 116"/>
                <a:gd name="T15" fmla="*/ 37 h 170"/>
                <a:gd name="T16" fmla="*/ 0 w 116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70">
                  <a:moveTo>
                    <a:pt x="0" y="5"/>
                  </a:moveTo>
                  <a:lnTo>
                    <a:pt x="36" y="170"/>
                  </a:lnTo>
                  <a:lnTo>
                    <a:pt x="36" y="170"/>
                  </a:lnTo>
                  <a:lnTo>
                    <a:pt x="0" y="5"/>
                  </a:lnTo>
                  <a:lnTo>
                    <a:pt x="0" y="5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16" y="37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7" name="Freeform 299">
              <a:extLst>
                <a:ext uri="{FF2B5EF4-FFF2-40B4-BE49-F238E27FC236}">
                  <a16:creationId xmlns:a16="http://schemas.microsoft.com/office/drawing/2014/main" id="{4A5CD0D6-5DDE-9836-BB69-64130C11D7D6}"/>
                </a:ext>
              </a:extLst>
            </p:cNvPr>
            <p:cNvSpPr/>
            <p:nvPr/>
          </p:nvSpPr>
          <p:spPr bwMode="auto">
            <a:xfrm>
              <a:off x="3036951" y="4502188"/>
              <a:ext cx="355600" cy="120650"/>
            </a:xfrm>
            <a:custGeom>
              <a:avLst/>
              <a:gdLst>
                <a:gd name="T0" fmla="*/ 1 w 224"/>
                <a:gd name="T1" fmla="*/ 0 h 76"/>
                <a:gd name="T2" fmla="*/ 0 w 224"/>
                <a:gd name="T3" fmla="*/ 1 h 76"/>
                <a:gd name="T4" fmla="*/ 2 w 224"/>
                <a:gd name="T5" fmla="*/ 3 h 76"/>
                <a:gd name="T6" fmla="*/ 1 w 224"/>
                <a:gd name="T7" fmla="*/ 3 h 76"/>
                <a:gd name="T8" fmla="*/ 1 w 224"/>
                <a:gd name="T9" fmla="*/ 5 h 76"/>
                <a:gd name="T10" fmla="*/ 1 w 224"/>
                <a:gd name="T11" fmla="*/ 5 h 76"/>
                <a:gd name="T12" fmla="*/ 223 w 224"/>
                <a:gd name="T13" fmla="*/ 76 h 76"/>
                <a:gd name="T14" fmla="*/ 224 w 224"/>
                <a:gd name="T15" fmla="*/ 75 h 76"/>
                <a:gd name="T16" fmla="*/ 215 w 224"/>
                <a:gd name="T17" fmla="*/ 68 h 76"/>
                <a:gd name="T18" fmla="*/ 117 w 224"/>
                <a:gd name="T19" fmla="*/ 37 h 76"/>
                <a:gd name="T20" fmla="*/ 1 w 224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4" h="76">
                  <a:moveTo>
                    <a:pt x="1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223" y="76"/>
                  </a:lnTo>
                  <a:lnTo>
                    <a:pt x="224" y="75"/>
                  </a:lnTo>
                  <a:lnTo>
                    <a:pt x="215" y="68"/>
                  </a:lnTo>
                  <a:lnTo>
                    <a:pt x="117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8" name="Freeform 300">
              <a:extLst>
                <a:ext uri="{FF2B5EF4-FFF2-40B4-BE49-F238E27FC236}">
                  <a16:creationId xmlns:a16="http://schemas.microsoft.com/office/drawing/2014/main" id="{135B4743-F50F-45F6-3608-91B336BCB92A}"/>
                </a:ext>
              </a:extLst>
            </p:cNvPr>
            <p:cNvSpPr/>
            <p:nvPr/>
          </p:nvSpPr>
          <p:spPr bwMode="auto">
            <a:xfrm>
              <a:off x="3036951" y="4502188"/>
              <a:ext cx="355600" cy="120650"/>
            </a:xfrm>
            <a:custGeom>
              <a:avLst/>
              <a:gdLst>
                <a:gd name="T0" fmla="*/ 1 w 224"/>
                <a:gd name="T1" fmla="*/ 0 h 76"/>
                <a:gd name="T2" fmla="*/ 0 w 224"/>
                <a:gd name="T3" fmla="*/ 1 h 76"/>
                <a:gd name="T4" fmla="*/ 2 w 224"/>
                <a:gd name="T5" fmla="*/ 3 h 76"/>
                <a:gd name="T6" fmla="*/ 1 w 224"/>
                <a:gd name="T7" fmla="*/ 3 h 76"/>
                <a:gd name="T8" fmla="*/ 1 w 224"/>
                <a:gd name="T9" fmla="*/ 5 h 76"/>
                <a:gd name="T10" fmla="*/ 1 w 224"/>
                <a:gd name="T11" fmla="*/ 5 h 76"/>
                <a:gd name="T12" fmla="*/ 223 w 224"/>
                <a:gd name="T13" fmla="*/ 76 h 76"/>
                <a:gd name="T14" fmla="*/ 224 w 224"/>
                <a:gd name="T15" fmla="*/ 75 h 76"/>
                <a:gd name="T16" fmla="*/ 215 w 224"/>
                <a:gd name="T17" fmla="*/ 68 h 76"/>
                <a:gd name="T18" fmla="*/ 117 w 224"/>
                <a:gd name="T19" fmla="*/ 37 h 76"/>
                <a:gd name="T20" fmla="*/ 1 w 224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4" h="76">
                  <a:moveTo>
                    <a:pt x="1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223" y="76"/>
                  </a:lnTo>
                  <a:lnTo>
                    <a:pt x="224" y="75"/>
                  </a:lnTo>
                  <a:lnTo>
                    <a:pt x="215" y="68"/>
                  </a:lnTo>
                  <a:lnTo>
                    <a:pt x="117" y="37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09" name="Freeform 301">
              <a:extLst>
                <a:ext uri="{FF2B5EF4-FFF2-40B4-BE49-F238E27FC236}">
                  <a16:creationId xmlns:a16="http://schemas.microsoft.com/office/drawing/2014/main" id="{C23B13AB-1CB5-02B0-4498-E85067FF06DD}"/>
                </a:ext>
              </a:extLst>
            </p:cNvPr>
            <p:cNvSpPr/>
            <p:nvPr/>
          </p:nvSpPr>
          <p:spPr bwMode="auto">
            <a:xfrm>
              <a:off x="3378264" y="4610138"/>
              <a:ext cx="15875" cy="11113"/>
            </a:xfrm>
            <a:custGeom>
              <a:avLst/>
              <a:gdLst>
                <a:gd name="T0" fmla="*/ 0 w 10"/>
                <a:gd name="T1" fmla="*/ 0 h 7"/>
                <a:gd name="T2" fmla="*/ 9 w 10"/>
                <a:gd name="T3" fmla="*/ 7 h 7"/>
                <a:gd name="T4" fmla="*/ 10 w 10"/>
                <a:gd name="T5" fmla="*/ 7 h 7"/>
                <a:gd name="T6" fmla="*/ 9 w 10"/>
                <a:gd name="T7" fmla="*/ 7 h 7"/>
                <a:gd name="T8" fmla="*/ 10 w 10"/>
                <a:gd name="T9" fmla="*/ 6 h 7"/>
                <a:gd name="T10" fmla="*/ 8 w 10"/>
                <a:gd name="T11" fmla="*/ 3 h 7"/>
                <a:gd name="T12" fmla="*/ 0 w 10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0" y="0"/>
                  </a:moveTo>
                  <a:lnTo>
                    <a:pt x="9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8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0" name="Freeform 302">
              <a:extLst>
                <a:ext uri="{FF2B5EF4-FFF2-40B4-BE49-F238E27FC236}">
                  <a16:creationId xmlns:a16="http://schemas.microsoft.com/office/drawing/2014/main" id="{A9C53187-6B43-2630-7978-9B1533FD7B9B}"/>
                </a:ext>
              </a:extLst>
            </p:cNvPr>
            <p:cNvSpPr/>
            <p:nvPr/>
          </p:nvSpPr>
          <p:spPr bwMode="auto">
            <a:xfrm>
              <a:off x="3378264" y="4610138"/>
              <a:ext cx="15875" cy="11113"/>
            </a:xfrm>
            <a:custGeom>
              <a:avLst/>
              <a:gdLst>
                <a:gd name="T0" fmla="*/ 0 w 10"/>
                <a:gd name="T1" fmla="*/ 0 h 7"/>
                <a:gd name="T2" fmla="*/ 9 w 10"/>
                <a:gd name="T3" fmla="*/ 7 h 7"/>
                <a:gd name="T4" fmla="*/ 10 w 10"/>
                <a:gd name="T5" fmla="*/ 7 h 7"/>
                <a:gd name="T6" fmla="*/ 9 w 10"/>
                <a:gd name="T7" fmla="*/ 7 h 7"/>
                <a:gd name="T8" fmla="*/ 10 w 10"/>
                <a:gd name="T9" fmla="*/ 6 h 7"/>
                <a:gd name="T10" fmla="*/ 8 w 10"/>
                <a:gd name="T11" fmla="*/ 3 h 7"/>
                <a:gd name="T12" fmla="*/ 0 w 10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0" y="0"/>
                  </a:moveTo>
                  <a:lnTo>
                    <a:pt x="9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8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1" name="Rectangle 303">
              <a:extLst>
                <a:ext uri="{FF2B5EF4-FFF2-40B4-BE49-F238E27FC236}">
                  <a16:creationId xmlns:a16="http://schemas.microsoft.com/office/drawing/2014/main" id="{382FB0A9-1602-8D95-DD9B-4F3C11214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2" name="Rectangle 304">
              <a:extLst>
                <a:ext uri="{FF2B5EF4-FFF2-40B4-BE49-F238E27FC236}">
                  <a16:creationId xmlns:a16="http://schemas.microsoft.com/office/drawing/2014/main" id="{2385E3BE-D7FF-0654-D29C-34C1CC413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3" name="Freeform 305">
              <a:extLst>
                <a:ext uri="{FF2B5EF4-FFF2-40B4-BE49-F238E27FC236}">
                  <a16:creationId xmlns:a16="http://schemas.microsoft.com/office/drawing/2014/main" id="{CE327D07-7248-D684-4BFB-D7545F2ECD54}"/>
                </a:ext>
              </a:extLst>
            </p:cNvPr>
            <p:cNvSpPr/>
            <p:nvPr/>
          </p:nvSpPr>
          <p:spPr bwMode="auto">
            <a:xfrm>
              <a:off x="3036951" y="4502188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4" name="Freeform 306">
              <a:extLst>
                <a:ext uri="{FF2B5EF4-FFF2-40B4-BE49-F238E27FC236}">
                  <a16:creationId xmlns:a16="http://schemas.microsoft.com/office/drawing/2014/main" id="{A2E7415F-CE7D-C60C-166B-0108E0A54802}"/>
                </a:ext>
              </a:extLst>
            </p:cNvPr>
            <p:cNvSpPr/>
            <p:nvPr/>
          </p:nvSpPr>
          <p:spPr bwMode="auto">
            <a:xfrm>
              <a:off x="3036951" y="4502188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5" name="Freeform 307">
              <a:extLst>
                <a:ext uri="{FF2B5EF4-FFF2-40B4-BE49-F238E27FC236}">
                  <a16:creationId xmlns:a16="http://schemas.microsoft.com/office/drawing/2014/main" id="{01545DF8-2E3E-B108-189E-F7646DE22CCE}"/>
                </a:ext>
              </a:extLst>
            </p:cNvPr>
            <p:cNvSpPr/>
            <p:nvPr/>
          </p:nvSpPr>
          <p:spPr bwMode="auto">
            <a:xfrm>
              <a:off x="3036951" y="450377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6" name="Freeform 308">
              <a:extLst>
                <a:ext uri="{FF2B5EF4-FFF2-40B4-BE49-F238E27FC236}">
                  <a16:creationId xmlns:a16="http://schemas.microsoft.com/office/drawing/2014/main" id="{77C87A1C-E454-F4A5-2485-F96D4A25F461}"/>
                </a:ext>
              </a:extLst>
            </p:cNvPr>
            <p:cNvSpPr/>
            <p:nvPr/>
          </p:nvSpPr>
          <p:spPr bwMode="auto">
            <a:xfrm>
              <a:off x="3036951" y="4503775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7" name="Rectangle 309">
              <a:extLst>
                <a:ext uri="{FF2B5EF4-FFF2-40B4-BE49-F238E27FC236}">
                  <a16:creationId xmlns:a16="http://schemas.microsoft.com/office/drawing/2014/main" id="{819966BF-A6F7-D4F6-D75D-BC55DAF53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951" y="4502188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8" name="Freeform 310">
              <a:extLst>
                <a:ext uri="{FF2B5EF4-FFF2-40B4-BE49-F238E27FC236}">
                  <a16:creationId xmlns:a16="http://schemas.microsoft.com/office/drawing/2014/main" id="{A386F902-B926-5581-5BF2-2EE4D8EE2B52}"/>
                </a:ext>
              </a:extLst>
            </p:cNvPr>
            <p:cNvSpPr/>
            <p:nvPr/>
          </p:nvSpPr>
          <p:spPr bwMode="auto">
            <a:xfrm flipH="1">
              <a:off x="3036951" y="4502188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19" name="Freeform 311">
              <a:extLst>
                <a:ext uri="{FF2B5EF4-FFF2-40B4-BE49-F238E27FC236}">
                  <a16:creationId xmlns:a16="http://schemas.microsoft.com/office/drawing/2014/main" id="{A560FD0A-D9C0-D3C0-952F-BBE635D4A3CE}"/>
                </a:ext>
              </a:extLst>
            </p:cNvPr>
            <p:cNvSpPr/>
            <p:nvPr/>
          </p:nvSpPr>
          <p:spPr bwMode="auto">
            <a:xfrm>
              <a:off x="3065526" y="4668875"/>
              <a:ext cx="23813" cy="106363"/>
            </a:xfrm>
            <a:custGeom>
              <a:avLst/>
              <a:gdLst>
                <a:gd name="T0" fmla="*/ 0 w 15"/>
                <a:gd name="T1" fmla="*/ 0 h 67"/>
                <a:gd name="T2" fmla="*/ 15 w 15"/>
                <a:gd name="T3" fmla="*/ 67 h 67"/>
                <a:gd name="T4" fmla="*/ 15 w 15"/>
                <a:gd name="T5" fmla="*/ 67 h 67"/>
                <a:gd name="T6" fmla="*/ 0 w 15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67">
                  <a:moveTo>
                    <a:pt x="0" y="0"/>
                  </a:moveTo>
                  <a:lnTo>
                    <a:pt x="15" y="67"/>
                  </a:lnTo>
                  <a:lnTo>
                    <a:pt x="15" y="6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0" name="Freeform 312">
              <a:extLst>
                <a:ext uri="{FF2B5EF4-FFF2-40B4-BE49-F238E27FC236}">
                  <a16:creationId xmlns:a16="http://schemas.microsoft.com/office/drawing/2014/main" id="{D68FA184-8E4F-123D-8E1C-F7529AC8FC9A}"/>
                </a:ext>
              </a:extLst>
            </p:cNvPr>
            <p:cNvSpPr/>
            <p:nvPr/>
          </p:nvSpPr>
          <p:spPr bwMode="auto">
            <a:xfrm>
              <a:off x="3065526" y="4668875"/>
              <a:ext cx="23813" cy="106363"/>
            </a:xfrm>
            <a:custGeom>
              <a:avLst/>
              <a:gdLst>
                <a:gd name="T0" fmla="*/ 0 w 15"/>
                <a:gd name="T1" fmla="*/ 0 h 67"/>
                <a:gd name="T2" fmla="*/ 15 w 15"/>
                <a:gd name="T3" fmla="*/ 67 h 67"/>
                <a:gd name="T4" fmla="*/ 15 w 15"/>
                <a:gd name="T5" fmla="*/ 67 h 67"/>
                <a:gd name="T6" fmla="*/ 0 w 15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67">
                  <a:moveTo>
                    <a:pt x="0" y="0"/>
                  </a:moveTo>
                  <a:lnTo>
                    <a:pt x="15" y="67"/>
                  </a:lnTo>
                  <a:lnTo>
                    <a:pt x="15" y="67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1" name="Freeform 313">
              <a:extLst>
                <a:ext uri="{FF2B5EF4-FFF2-40B4-BE49-F238E27FC236}">
                  <a16:creationId xmlns:a16="http://schemas.microsoft.com/office/drawing/2014/main" id="{7ECBD91F-D339-F482-B782-6B2904BB17EB}"/>
                </a:ext>
              </a:extLst>
            </p:cNvPr>
            <p:cNvSpPr/>
            <p:nvPr/>
          </p:nvSpPr>
          <p:spPr bwMode="auto">
            <a:xfrm>
              <a:off x="3032189" y="4483138"/>
              <a:ext cx="4763" cy="17463"/>
            </a:xfrm>
            <a:custGeom>
              <a:avLst/>
              <a:gdLst>
                <a:gd name="T0" fmla="*/ 0 w 3"/>
                <a:gd name="T1" fmla="*/ 0 h 11"/>
                <a:gd name="T2" fmla="*/ 0 w 3"/>
                <a:gd name="T3" fmla="*/ 6 h 11"/>
                <a:gd name="T4" fmla="*/ 3 w 3"/>
                <a:gd name="T5" fmla="*/ 11 h 11"/>
                <a:gd name="T6" fmla="*/ 3 w 3"/>
                <a:gd name="T7" fmla="*/ 11 h 11"/>
                <a:gd name="T8" fmla="*/ 0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0" y="0"/>
                  </a:moveTo>
                  <a:lnTo>
                    <a:pt x="0" y="6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2" name="Freeform 314">
              <a:extLst>
                <a:ext uri="{FF2B5EF4-FFF2-40B4-BE49-F238E27FC236}">
                  <a16:creationId xmlns:a16="http://schemas.microsoft.com/office/drawing/2014/main" id="{FBB53EF7-AB6F-C1E4-A847-212B2084A455}"/>
                </a:ext>
              </a:extLst>
            </p:cNvPr>
            <p:cNvSpPr/>
            <p:nvPr/>
          </p:nvSpPr>
          <p:spPr bwMode="auto">
            <a:xfrm>
              <a:off x="3032189" y="4483138"/>
              <a:ext cx="4763" cy="17463"/>
            </a:xfrm>
            <a:custGeom>
              <a:avLst/>
              <a:gdLst>
                <a:gd name="T0" fmla="*/ 0 w 3"/>
                <a:gd name="T1" fmla="*/ 0 h 11"/>
                <a:gd name="T2" fmla="*/ 0 w 3"/>
                <a:gd name="T3" fmla="*/ 6 h 11"/>
                <a:gd name="T4" fmla="*/ 3 w 3"/>
                <a:gd name="T5" fmla="*/ 11 h 11"/>
                <a:gd name="T6" fmla="*/ 3 w 3"/>
                <a:gd name="T7" fmla="*/ 11 h 11"/>
                <a:gd name="T8" fmla="*/ 0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0" y="0"/>
                  </a:moveTo>
                  <a:lnTo>
                    <a:pt x="0" y="6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3" name="Freeform 315">
              <a:extLst>
                <a:ext uri="{FF2B5EF4-FFF2-40B4-BE49-F238E27FC236}">
                  <a16:creationId xmlns:a16="http://schemas.microsoft.com/office/drawing/2014/main" id="{3F5D73A6-1175-FF50-9EDC-5B41C00190A5}"/>
                </a:ext>
              </a:extLst>
            </p:cNvPr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4" name="Freeform 316">
              <a:extLst>
                <a:ext uri="{FF2B5EF4-FFF2-40B4-BE49-F238E27FC236}">
                  <a16:creationId xmlns:a16="http://schemas.microsoft.com/office/drawing/2014/main" id="{D89744C9-2AFF-7435-D51C-BAE33A0A173B}"/>
                </a:ext>
              </a:extLst>
            </p:cNvPr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5" name="Freeform 317">
              <a:extLst>
                <a:ext uri="{FF2B5EF4-FFF2-40B4-BE49-F238E27FC236}">
                  <a16:creationId xmlns:a16="http://schemas.microsoft.com/office/drawing/2014/main" id="{590896F4-FA60-085E-9E84-4013F0244197}"/>
                </a:ext>
              </a:extLst>
            </p:cNvPr>
            <p:cNvSpPr/>
            <p:nvPr/>
          </p:nvSpPr>
          <p:spPr bwMode="auto">
            <a:xfrm>
              <a:off x="3030601" y="4492663"/>
              <a:ext cx="6350" cy="7938"/>
            </a:xfrm>
            <a:custGeom>
              <a:avLst/>
              <a:gdLst>
                <a:gd name="T0" fmla="*/ 1 w 4"/>
                <a:gd name="T1" fmla="*/ 0 h 5"/>
                <a:gd name="T2" fmla="*/ 0 w 4"/>
                <a:gd name="T3" fmla="*/ 4 h 5"/>
                <a:gd name="T4" fmla="*/ 2 w 4"/>
                <a:gd name="T5" fmla="*/ 5 h 5"/>
                <a:gd name="T6" fmla="*/ 4 w 4"/>
                <a:gd name="T7" fmla="*/ 5 h 5"/>
                <a:gd name="T8" fmla="*/ 1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lnTo>
                    <a:pt x="0" y="4"/>
                  </a:lnTo>
                  <a:lnTo>
                    <a:pt x="2" y="5"/>
                  </a:lnTo>
                  <a:lnTo>
                    <a:pt x="4" y="5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6" name="Freeform 318">
              <a:extLst>
                <a:ext uri="{FF2B5EF4-FFF2-40B4-BE49-F238E27FC236}">
                  <a16:creationId xmlns:a16="http://schemas.microsoft.com/office/drawing/2014/main" id="{281425B7-77A8-6BEA-028C-B4D3FFF5D622}"/>
                </a:ext>
              </a:extLst>
            </p:cNvPr>
            <p:cNvSpPr/>
            <p:nvPr/>
          </p:nvSpPr>
          <p:spPr bwMode="auto">
            <a:xfrm>
              <a:off x="3030601" y="4492663"/>
              <a:ext cx="6350" cy="7938"/>
            </a:xfrm>
            <a:custGeom>
              <a:avLst/>
              <a:gdLst>
                <a:gd name="T0" fmla="*/ 1 w 4"/>
                <a:gd name="T1" fmla="*/ 0 h 5"/>
                <a:gd name="T2" fmla="*/ 0 w 4"/>
                <a:gd name="T3" fmla="*/ 4 h 5"/>
                <a:gd name="T4" fmla="*/ 2 w 4"/>
                <a:gd name="T5" fmla="*/ 5 h 5"/>
                <a:gd name="T6" fmla="*/ 4 w 4"/>
                <a:gd name="T7" fmla="*/ 5 h 5"/>
                <a:gd name="T8" fmla="*/ 1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lnTo>
                    <a:pt x="0" y="4"/>
                  </a:lnTo>
                  <a:lnTo>
                    <a:pt x="2" y="5"/>
                  </a:lnTo>
                  <a:lnTo>
                    <a:pt x="4" y="5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7" name="Freeform 319">
              <a:extLst>
                <a:ext uri="{FF2B5EF4-FFF2-40B4-BE49-F238E27FC236}">
                  <a16:creationId xmlns:a16="http://schemas.microsoft.com/office/drawing/2014/main" id="{EA0E8B5A-526F-9BD8-7269-D13E609EE361}"/>
                </a:ext>
              </a:extLst>
            </p:cNvPr>
            <p:cNvSpPr/>
            <p:nvPr/>
          </p:nvSpPr>
          <p:spPr bwMode="auto">
            <a:xfrm>
              <a:off x="3033776" y="4500600"/>
              <a:ext cx="3175" cy="0"/>
            </a:xfrm>
            <a:custGeom>
              <a:avLst/>
              <a:gdLst>
                <a:gd name="T0" fmla="*/ 2 w 2"/>
                <a:gd name="T1" fmla="*/ 0 w 2"/>
                <a:gd name="T2" fmla="*/ 2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8" name="Freeform 320">
              <a:extLst>
                <a:ext uri="{FF2B5EF4-FFF2-40B4-BE49-F238E27FC236}">
                  <a16:creationId xmlns:a16="http://schemas.microsoft.com/office/drawing/2014/main" id="{6B2DF3A4-04F6-646E-99F3-92CBE3EE22EA}"/>
                </a:ext>
              </a:extLst>
            </p:cNvPr>
            <p:cNvSpPr/>
            <p:nvPr/>
          </p:nvSpPr>
          <p:spPr bwMode="auto">
            <a:xfrm>
              <a:off x="3033776" y="4500600"/>
              <a:ext cx="3175" cy="0"/>
            </a:xfrm>
            <a:custGeom>
              <a:avLst/>
              <a:gdLst>
                <a:gd name="T0" fmla="*/ 2 w 2"/>
                <a:gd name="T1" fmla="*/ 0 w 2"/>
                <a:gd name="T2" fmla="*/ 2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29" name="Freeform 321">
              <a:extLst>
                <a:ext uri="{FF2B5EF4-FFF2-40B4-BE49-F238E27FC236}">
                  <a16:creationId xmlns:a16="http://schemas.microsoft.com/office/drawing/2014/main" id="{6D7DB984-5397-6A3E-A869-5925BC0FDD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6626" y="4508538"/>
              <a:ext cx="88900" cy="393700"/>
            </a:xfrm>
            <a:custGeom>
              <a:avLst/>
              <a:gdLst>
                <a:gd name="T0" fmla="*/ 45 w 56"/>
                <a:gd name="T1" fmla="*/ 205 h 248"/>
                <a:gd name="T2" fmla="*/ 6 w 56"/>
                <a:gd name="T3" fmla="*/ 248 h 248"/>
                <a:gd name="T4" fmla="*/ 6 w 56"/>
                <a:gd name="T5" fmla="*/ 248 h 248"/>
                <a:gd name="T6" fmla="*/ 45 w 56"/>
                <a:gd name="T7" fmla="*/ 205 h 248"/>
                <a:gd name="T8" fmla="*/ 36 w 56"/>
                <a:gd name="T9" fmla="*/ 10 h 248"/>
                <a:gd name="T10" fmla="*/ 6 w 56"/>
                <a:gd name="T11" fmla="*/ 242 h 248"/>
                <a:gd name="T12" fmla="*/ 36 w 56"/>
                <a:gd name="T13" fmla="*/ 10 h 248"/>
                <a:gd name="T14" fmla="*/ 56 w 56"/>
                <a:gd name="T15" fmla="*/ 101 h 248"/>
                <a:gd name="T16" fmla="*/ 36 w 56"/>
                <a:gd name="T17" fmla="*/ 10 h 248"/>
                <a:gd name="T18" fmla="*/ 33 w 56"/>
                <a:gd name="T19" fmla="*/ 0 h 248"/>
                <a:gd name="T20" fmla="*/ 33 w 56"/>
                <a:gd name="T21" fmla="*/ 0 h 248"/>
                <a:gd name="T22" fmla="*/ 0 w 56"/>
                <a:gd name="T23" fmla="*/ 246 h 248"/>
                <a:gd name="T24" fmla="*/ 0 w 56"/>
                <a:gd name="T25" fmla="*/ 246 h 248"/>
                <a:gd name="T26" fmla="*/ 33 w 56"/>
                <a:gd name="T27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248">
                  <a:moveTo>
                    <a:pt x="45" y="205"/>
                  </a:moveTo>
                  <a:lnTo>
                    <a:pt x="6" y="248"/>
                  </a:lnTo>
                  <a:lnTo>
                    <a:pt x="6" y="248"/>
                  </a:lnTo>
                  <a:lnTo>
                    <a:pt x="45" y="205"/>
                  </a:lnTo>
                  <a:close/>
                  <a:moveTo>
                    <a:pt x="36" y="10"/>
                  </a:moveTo>
                  <a:lnTo>
                    <a:pt x="6" y="242"/>
                  </a:lnTo>
                  <a:lnTo>
                    <a:pt x="36" y="10"/>
                  </a:lnTo>
                  <a:lnTo>
                    <a:pt x="56" y="101"/>
                  </a:lnTo>
                  <a:lnTo>
                    <a:pt x="36" y="10"/>
                  </a:lnTo>
                  <a:close/>
                  <a:moveTo>
                    <a:pt x="33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0" name="Freeform 322">
              <a:extLst>
                <a:ext uri="{FF2B5EF4-FFF2-40B4-BE49-F238E27FC236}">
                  <a16:creationId xmlns:a16="http://schemas.microsoft.com/office/drawing/2014/main" id="{384F849D-F022-A635-5C7A-6E5C0244F4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6626" y="4508538"/>
              <a:ext cx="88900" cy="393700"/>
            </a:xfrm>
            <a:custGeom>
              <a:avLst/>
              <a:gdLst>
                <a:gd name="T0" fmla="*/ 45 w 56"/>
                <a:gd name="T1" fmla="*/ 205 h 248"/>
                <a:gd name="T2" fmla="*/ 6 w 56"/>
                <a:gd name="T3" fmla="*/ 248 h 248"/>
                <a:gd name="T4" fmla="*/ 6 w 56"/>
                <a:gd name="T5" fmla="*/ 248 h 248"/>
                <a:gd name="T6" fmla="*/ 45 w 56"/>
                <a:gd name="T7" fmla="*/ 205 h 248"/>
                <a:gd name="T8" fmla="*/ 36 w 56"/>
                <a:gd name="T9" fmla="*/ 10 h 248"/>
                <a:gd name="T10" fmla="*/ 6 w 56"/>
                <a:gd name="T11" fmla="*/ 242 h 248"/>
                <a:gd name="T12" fmla="*/ 36 w 56"/>
                <a:gd name="T13" fmla="*/ 10 h 248"/>
                <a:gd name="T14" fmla="*/ 56 w 56"/>
                <a:gd name="T15" fmla="*/ 101 h 248"/>
                <a:gd name="T16" fmla="*/ 36 w 56"/>
                <a:gd name="T17" fmla="*/ 10 h 248"/>
                <a:gd name="T18" fmla="*/ 33 w 56"/>
                <a:gd name="T19" fmla="*/ 0 h 248"/>
                <a:gd name="T20" fmla="*/ 33 w 56"/>
                <a:gd name="T21" fmla="*/ 0 h 248"/>
                <a:gd name="T22" fmla="*/ 0 w 56"/>
                <a:gd name="T23" fmla="*/ 246 h 248"/>
                <a:gd name="T24" fmla="*/ 0 w 56"/>
                <a:gd name="T25" fmla="*/ 246 h 248"/>
                <a:gd name="T26" fmla="*/ 33 w 56"/>
                <a:gd name="T27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248">
                  <a:moveTo>
                    <a:pt x="45" y="205"/>
                  </a:moveTo>
                  <a:lnTo>
                    <a:pt x="6" y="248"/>
                  </a:lnTo>
                  <a:lnTo>
                    <a:pt x="6" y="248"/>
                  </a:lnTo>
                  <a:lnTo>
                    <a:pt x="45" y="205"/>
                  </a:lnTo>
                  <a:moveTo>
                    <a:pt x="36" y="10"/>
                  </a:moveTo>
                  <a:lnTo>
                    <a:pt x="6" y="242"/>
                  </a:lnTo>
                  <a:lnTo>
                    <a:pt x="36" y="10"/>
                  </a:lnTo>
                  <a:lnTo>
                    <a:pt x="56" y="101"/>
                  </a:lnTo>
                  <a:lnTo>
                    <a:pt x="36" y="10"/>
                  </a:lnTo>
                  <a:moveTo>
                    <a:pt x="33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3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1" name="Freeform 323">
              <a:extLst>
                <a:ext uri="{FF2B5EF4-FFF2-40B4-BE49-F238E27FC236}">
                  <a16:creationId xmlns:a16="http://schemas.microsoft.com/office/drawing/2014/main" id="{5B28A231-AC2F-B790-12F8-CE91C056FD08}"/>
                </a:ext>
              </a:extLst>
            </p:cNvPr>
            <p:cNvSpPr/>
            <p:nvPr/>
          </p:nvSpPr>
          <p:spPr bwMode="auto">
            <a:xfrm>
              <a:off x="2976626" y="4508538"/>
              <a:ext cx="57150" cy="390525"/>
            </a:xfrm>
            <a:custGeom>
              <a:avLst/>
              <a:gdLst>
                <a:gd name="T0" fmla="*/ 34 w 36"/>
                <a:gd name="T1" fmla="*/ 0 h 246"/>
                <a:gd name="T2" fmla="*/ 33 w 36"/>
                <a:gd name="T3" fmla="*/ 0 h 246"/>
                <a:gd name="T4" fmla="*/ 0 w 36"/>
                <a:gd name="T5" fmla="*/ 246 h 246"/>
                <a:gd name="T6" fmla="*/ 0 w 36"/>
                <a:gd name="T7" fmla="*/ 246 h 246"/>
                <a:gd name="T8" fmla="*/ 1 w 36"/>
                <a:gd name="T9" fmla="*/ 246 h 246"/>
                <a:gd name="T10" fmla="*/ 2 w 36"/>
                <a:gd name="T11" fmla="*/ 243 h 246"/>
                <a:gd name="T12" fmla="*/ 3 w 36"/>
                <a:gd name="T13" fmla="*/ 245 h 246"/>
                <a:gd name="T14" fmla="*/ 6 w 36"/>
                <a:gd name="T15" fmla="*/ 242 h 246"/>
                <a:gd name="T16" fmla="*/ 36 w 36"/>
                <a:gd name="T17" fmla="*/ 10 h 246"/>
                <a:gd name="T18" fmla="*/ 34 w 36"/>
                <a:gd name="T1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46">
                  <a:moveTo>
                    <a:pt x="34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1" y="246"/>
                  </a:lnTo>
                  <a:lnTo>
                    <a:pt x="2" y="243"/>
                  </a:lnTo>
                  <a:lnTo>
                    <a:pt x="3" y="245"/>
                  </a:lnTo>
                  <a:lnTo>
                    <a:pt x="6" y="242"/>
                  </a:lnTo>
                  <a:lnTo>
                    <a:pt x="36" y="10"/>
                  </a:lnTo>
                  <a:lnTo>
                    <a:pt x="3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2" name="Freeform 324">
              <a:extLst>
                <a:ext uri="{FF2B5EF4-FFF2-40B4-BE49-F238E27FC236}">
                  <a16:creationId xmlns:a16="http://schemas.microsoft.com/office/drawing/2014/main" id="{2E1A00A0-497E-B4EC-9BB3-1149628682E4}"/>
                </a:ext>
              </a:extLst>
            </p:cNvPr>
            <p:cNvSpPr/>
            <p:nvPr/>
          </p:nvSpPr>
          <p:spPr bwMode="auto">
            <a:xfrm>
              <a:off x="2976626" y="4508538"/>
              <a:ext cx="57150" cy="390525"/>
            </a:xfrm>
            <a:custGeom>
              <a:avLst/>
              <a:gdLst>
                <a:gd name="T0" fmla="*/ 34 w 36"/>
                <a:gd name="T1" fmla="*/ 0 h 246"/>
                <a:gd name="T2" fmla="*/ 33 w 36"/>
                <a:gd name="T3" fmla="*/ 0 h 246"/>
                <a:gd name="T4" fmla="*/ 0 w 36"/>
                <a:gd name="T5" fmla="*/ 246 h 246"/>
                <a:gd name="T6" fmla="*/ 0 w 36"/>
                <a:gd name="T7" fmla="*/ 246 h 246"/>
                <a:gd name="T8" fmla="*/ 1 w 36"/>
                <a:gd name="T9" fmla="*/ 246 h 246"/>
                <a:gd name="T10" fmla="*/ 2 w 36"/>
                <a:gd name="T11" fmla="*/ 243 h 246"/>
                <a:gd name="T12" fmla="*/ 3 w 36"/>
                <a:gd name="T13" fmla="*/ 245 h 246"/>
                <a:gd name="T14" fmla="*/ 6 w 36"/>
                <a:gd name="T15" fmla="*/ 242 h 246"/>
                <a:gd name="T16" fmla="*/ 36 w 36"/>
                <a:gd name="T17" fmla="*/ 10 h 246"/>
                <a:gd name="T18" fmla="*/ 34 w 36"/>
                <a:gd name="T1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46">
                  <a:moveTo>
                    <a:pt x="34" y="0"/>
                  </a:moveTo>
                  <a:lnTo>
                    <a:pt x="33" y="0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1" y="246"/>
                  </a:lnTo>
                  <a:lnTo>
                    <a:pt x="2" y="243"/>
                  </a:lnTo>
                  <a:lnTo>
                    <a:pt x="3" y="245"/>
                  </a:lnTo>
                  <a:lnTo>
                    <a:pt x="6" y="242"/>
                  </a:lnTo>
                  <a:lnTo>
                    <a:pt x="36" y="10"/>
                  </a:lnTo>
                  <a:lnTo>
                    <a:pt x="3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3" name="Freeform 325">
              <a:extLst>
                <a:ext uri="{FF2B5EF4-FFF2-40B4-BE49-F238E27FC236}">
                  <a16:creationId xmlns:a16="http://schemas.microsoft.com/office/drawing/2014/main" id="{18E911F7-37A8-4C85-ABAC-637673303CAD}"/>
                </a:ext>
              </a:extLst>
            </p:cNvPr>
            <p:cNvSpPr/>
            <p:nvPr/>
          </p:nvSpPr>
          <p:spPr bwMode="auto">
            <a:xfrm>
              <a:off x="3029014" y="450536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2 h 2"/>
                <a:gd name="T8" fmla="*/ 1 w 1"/>
                <a:gd name="T9" fmla="*/ 0 h 2"/>
                <a:gd name="T10" fmla="*/ 0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4" name="Freeform 326">
              <a:extLst>
                <a:ext uri="{FF2B5EF4-FFF2-40B4-BE49-F238E27FC236}">
                  <a16:creationId xmlns:a16="http://schemas.microsoft.com/office/drawing/2014/main" id="{8907251F-5591-0DC8-D68E-AEA5FA40A415}"/>
                </a:ext>
              </a:extLst>
            </p:cNvPr>
            <p:cNvSpPr/>
            <p:nvPr/>
          </p:nvSpPr>
          <p:spPr bwMode="auto">
            <a:xfrm>
              <a:off x="3029014" y="4505363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2 h 2"/>
                <a:gd name="T8" fmla="*/ 1 w 1"/>
                <a:gd name="T9" fmla="*/ 0 h 2"/>
                <a:gd name="T10" fmla="*/ 0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5" name="Freeform 327">
              <a:extLst>
                <a:ext uri="{FF2B5EF4-FFF2-40B4-BE49-F238E27FC236}">
                  <a16:creationId xmlns:a16="http://schemas.microsoft.com/office/drawing/2014/main" id="{2A3CE68C-C342-F220-9362-B017F63971D4}"/>
                </a:ext>
              </a:extLst>
            </p:cNvPr>
            <p:cNvSpPr/>
            <p:nvPr/>
          </p:nvSpPr>
          <p:spPr bwMode="auto">
            <a:xfrm>
              <a:off x="3029014" y="4505363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  <a:gd name="T5" fmla="*/ 1 w 1"/>
                <a:gd name="T6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6" name="Freeform 328">
              <a:extLst>
                <a:ext uri="{FF2B5EF4-FFF2-40B4-BE49-F238E27FC236}">
                  <a16:creationId xmlns:a16="http://schemas.microsoft.com/office/drawing/2014/main" id="{33067A0C-D067-FD39-F89A-10CC7003FA6C}"/>
                </a:ext>
              </a:extLst>
            </p:cNvPr>
            <p:cNvSpPr/>
            <p:nvPr/>
          </p:nvSpPr>
          <p:spPr bwMode="auto">
            <a:xfrm>
              <a:off x="3029014" y="4505363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  <a:gd name="T5" fmla="*/ 1 w 1"/>
                <a:gd name="T6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7" name="Freeform 329">
              <a:extLst>
                <a:ext uri="{FF2B5EF4-FFF2-40B4-BE49-F238E27FC236}">
                  <a16:creationId xmlns:a16="http://schemas.microsoft.com/office/drawing/2014/main" id="{DB9EBA67-6125-ED7D-D40D-F6CD719DEB83}"/>
                </a:ext>
              </a:extLst>
            </p:cNvPr>
            <p:cNvSpPr/>
            <p:nvPr/>
          </p:nvSpPr>
          <p:spPr bwMode="auto">
            <a:xfrm>
              <a:off x="3033776" y="4510125"/>
              <a:ext cx="61913" cy="265113"/>
            </a:xfrm>
            <a:custGeom>
              <a:avLst/>
              <a:gdLst>
                <a:gd name="T0" fmla="*/ 2 w 39"/>
                <a:gd name="T1" fmla="*/ 0 h 167"/>
                <a:gd name="T2" fmla="*/ 0 w 39"/>
                <a:gd name="T3" fmla="*/ 9 h 167"/>
                <a:gd name="T4" fmla="*/ 20 w 39"/>
                <a:gd name="T5" fmla="*/ 100 h 167"/>
                <a:gd name="T6" fmla="*/ 35 w 39"/>
                <a:gd name="T7" fmla="*/ 167 h 167"/>
                <a:gd name="T8" fmla="*/ 36 w 39"/>
                <a:gd name="T9" fmla="*/ 167 h 167"/>
                <a:gd name="T10" fmla="*/ 39 w 39"/>
                <a:gd name="T11" fmla="*/ 164 h 167"/>
                <a:gd name="T12" fmla="*/ 39 w 39"/>
                <a:gd name="T13" fmla="*/ 165 h 167"/>
                <a:gd name="T14" fmla="*/ 39 w 39"/>
                <a:gd name="T15" fmla="*/ 165 h 167"/>
                <a:gd name="T16" fmla="*/ 3 w 39"/>
                <a:gd name="T17" fmla="*/ 0 h 167"/>
                <a:gd name="T18" fmla="*/ 2 w 39"/>
                <a:gd name="T19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167">
                  <a:moveTo>
                    <a:pt x="2" y="0"/>
                  </a:moveTo>
                  <a:lnTo>
                    <a:pt x="0" y="9"/>
                  </a:lnTo>
                  <a:lnTo>
                    <a:pt x="20" y="100"/>
                  </a:lnTo>
                  <a:lnTo>
                    <a:pt x="35" y="167"/>
                  </a:lnTo>
                  <a:lnTo>
                    <a:pt x="36" y="167"/>
                  </a:lnTo>
                  <a:lnTo>
                    <a:pt x="39" y="164"/>
                  </a:lnTo>
                  <a:lnTo>
                    <a:pt x="39" y="165"/>
                  </a:lnTo>
                  <a:lnTo>
                    <a:pt x="39" y="165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8" name="Freeform 330">
              <a:extLst>
                <a:ext uri="{FF2B5EF4-FFF2-40B4-BE49-F238E27FC236}">
                  <a16:creationId xmlns:a16="http://schemas.microsoft.com/office/drawing/2014/main" id="{021C0E87-9CE4-EC8C-2E9E-2527ADD61285}"/>
                </a:ext>
              </a:extLst>
            </p:cNvPr>
            <p:cNvSpPr/>
            <p:nvPr/>
          </p:nvSpPr>
          <p:spPr bwMode="auto">
            <a:xfrm>
              <a:off x="3033776" y="4510125"/>
              <a:ext cx="61913" cy="265113"/>
            </a:xfrm>
            <a:custGeom>
              <a:avLst/>
              <a:gdLst>
                <a:gd name="T0" fmla="*/ 2 w 39"/>
                <a:gd name="T1" fmla="*/ 0 h 167"/>
                <a:gd name="T2" fmla="*/ 0 w 39"/>
                <a:gd name="T3" fmla="*/ 9 h 167"/>
                <a:gd name="T4" fmla="*/ 20 w 39"/>
                <a:gd name="T5" fmla="*/ 100 h 167"/>
                <a:gd name="T6" fmla="*/ 35 w 39"/>
                <a:gd name="T7" fmla="*/ 167 h 167"/>
                <a:gd name="T8" fmla="*/ 36 w 39"/>
                <a:gd name="T9" fmla="*/ 167 h 167"/>
                <a:gd name="T10" fmla="*/ 39 w 39"/>
                <a:gd name="T11" fmla="*/ 164 h 167"/>
                <a:gd name="T12" fmla="*/ 39 w 39"/>
                <a:gd name="T13" fmla="*/ 165 h 167"/>
                <a:gd name="T14" fmla="*/ 39 w 39"/>
                <a:gd name="T15" fmla="*/ 165 h 167"/>
                <a:gd name="T16" fmla="*/ 3 w 39"/>
                <a:gd name="T17" fmla="*/ 0 h 167"/>
                <a:gd name="T18" fmla="*/ 2 w 39"/>
                <a:gd name="T19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167">
                  <a:moveTo>
                    <a:pt x="2" y="0"/>
                  </a:moveTo>
                  <a:lnTo>
                    <a:pt x="0" y="9"/>
                  </a:lnTo>
                  <a:lnTo>
                    <a:pt x="20" y="100"/>
                  </a:lnTo>
                  <a:lnTo>
                    <a:pt x="35" y="167"/>
                  </a:lnTo>
                  <a:lnTo>
                    <a:pt x="36" y="167"/>
                  </a:lnTo>
                  <a:lnTo>
                    <a:pt x="39" y="164"/>
                  </a:lnTo>
                  <a:lnTo>
                    <a:pt x="39" y="165"/>
                  </a:lnTo>
                  <a:lnTo>
                    <a:pt x="39" y="165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9" name="Rectangle 331">
              <a:extLst>
                <a:ext uri="{FF2B5EF4-FFF2-40B4-BE49-F238E27FC236}">
                  <a16:creationId xmlns:a16="http://schemas.microsoft.com/office/drawing/2014/main" id="{F94E0C45-B9E9-B6A6-7ECE-5DB872C97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951" y="4506950"/>
              <a:ext cx="1588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0" name="Rectangle 332">
              <a:extLst>
                <a:ext uri="{FF2B5EF4-FFF2-40B4-BE49-F238E27FC236}">
                  <a16:creationId xmlns:a16="http://schemas.microsoft.com/office/drawing/2014/main" id="{4299E8C8-3466-7375-64A8-3CCFA0CCF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951" y="4506950"/>
              <a:ext cx="1588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1" name="Rectangle 333">
              <a:extLst>
                <a:ext uri="{FF2B5EF4-FFF2-40B4-BE49-F238E27FC236}">
                  <a16:creationId xmlns:a16="http://schemas.microsoft.com/office/drawing/2014/main" id="{CFC6BEEA-A44B-A97B-82E5-134DC9D14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951" y="45006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2" name="Rectangle 334">
              <a:extLst>
                <a:ext uri="{FF2B5EF4-FFF2-40B4-BE49-F238E27FC236}">
                  <a16:creationId xmlns:a16="http://schemas.microsoft.com/office/drawing/2014/main" id="{851CD09E-65D8-31CB-670C-A5CFF2A8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951" y="45006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3" name="Freeform 335">
              <a:extLst>
                <a:ext uri="{FF2B5EF4-FFF2-40B4-BE49-F238E27FC236}">
                  <a16:creationId xmlns:a16="http://schemas.microsoft.com/office/drawing/2014/main" id="{A32D998C-C0E5-7258-76D7-3E8144B5668E}"/>
                </a:ext>
              </a:extLst>
            </p:cNvPr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4" name="Freeform 336">
              <a:extLst>
                <a:ext uri="{FF2B5EF4-FFF2-40B4-BE49-F238E27FC236}">
                  <a16:creationId xmlns:a16="http://schemas.microsoft.com/office/drawing/2014/main" id="{7E336BC0-436A-BCD9-559D-E4563D4DE288}"/>
                </a:ext>
              </a:extLst>
            </p:cNvPr>
            <p:cNvSpPr/>
            <p:nvPr/>
          </p:nvSpPr>
          <p:spPr bwMode="auto">
            <a:xfrm flipH="1">
              <a:off x="3036951" y="45006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5" name="Freeform 337">
              <a:extLst>
                <a:ext uri="{FF2B5EF4-FFF2-40B4-BE49-F238E27FC236}">
                  <a16:creationId xmlns:a16="http://schemas.microsoft.com/office/drawing/2014/main" id="{DBA768BF-A132-FBFB-3A22-0957CF548EB0}"/>
                </a:ext>
              </a:extLst>
            </p:cNvPr>
            <p:cNvSpPr/>
            <p:nvPr/>
          </p:nvSpPr>
          <p:spPr bwMode="auto">
            <a:xfrm>
              <a:off x="3030601" y="4508538"/>
              <a:ext cx="6350" cy="15875"/>
            </a:xfrm>
            <a:custGeom>
              <a:avLst/>
              <a:gdLst>
                <a:gd name="T0" fmla="*/ 2 w 4"/>
                <a:gd name="T1" fmla="*/ 0 h 10"/>
                <a:gd name="T2" fmla="*/ 0 w 4"/>
                <a:gd name="T3" fmla="*/ 0 h 10"/>
                <a:gd name="T4" fmla="*/ 2 w 4"/>
                <a:gd name="T5" fmla="*/ 10 h 10"/>
                <a:gd name="T6" fmla="*/ 4 w 4"/>
                <a:gd name="T7" fmla="*/ 1 h 10"/>
                <a:gd name="T8" fmla="*/ 2 w 4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0">
                  <a:moveTo>
                    <a:pt x="2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4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6" name="Freeform 338">
              <a:extLst>
                <a:ext uri="{FF2B5EF4-FFF2-40B4-BE49-F238E27FC236}">
                  <a16:creationId xmlns:a16="http://schemas.microsoft.com/office/drawing/2014/main" id="{EBC2594C-1203-9993-0D2A-1237B7104CB4}"/>
                </a:ext>
              </a:extLst>
            </p:cNvPr>
            <p:cNvSpPr/>
            <p:nvPr/>
          </p:nvSpPr>
          <p:spPr bwMode="auto">
            <a:xfrm>
              <a:off x="3030601" y="4508538"/>
              <a:ext cx="6350" cy="15875"/>
            </a:xfrm>
            <a:custGeom>
              <a:avLst/>
              <a:gdLst>
                <a:gd name="T0" fmla="*/ 2 w 4"/>
                <a:gd name="T1" fmla="*/ 0 h 10"/>
                <a:gd name="T2" fmla="*/ 0 w 4"/>
                <a:gd name="T3" fmla="*/ 0 h 10"/>
                <a:gd name="T4" fmla="*/ 2 w 4"/>
                <a:gd name="T5" fmla="*/ 10 h 10"/>
                <a:gd name="T6" fmla="*/ 4 w 4"/>
                <a:gd name="T7" fmla="*/ 1 h 10"/>
                <a:gd name="T8" fmla="*/ 2 w 4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0">
                  <a:moveTo>
                    <a:pt x="2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4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7" name="Freeform 339">
              <a:extLst>
                <a:ext uri="{FF2B5EF4-FFF2-40B4-BE49-F238E27FC236}">
                  <a16:creationId xmlns:a16="http://schemas.microsoft.com/office/drawing/2014/main" id="{31C1BD25-E6E6-9664-2ED6-607A1116DAA6}"/>
                </a:ext>
              </a:extLst>
            </p:cNvPr>
            <p:cNvSpPr/>
            <p:nvPr/>
          </p:nvSpPr>
          <p:spPr bwMode="auto">
            <a:xfrm>
              <a:off x="3033776" y="4506950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8" name="Freeform 340">
              <a:extLst>
                <a:ext uri="{FF2B5EF4-FFF2-40B4-BE49-F238E27FC236}">
                  <a16:creationId xmlns:a16="http://schemas.microsoft.com/office/drawing/2014/main" id="{3C9EC95F-316D-8D3D-F352-B074038C8CE3}"/>
                </a:ext>
              </a:extLst>
            </p:cNvPr>
            <p:cNvSpPr/>
            <p:nvPr/>
          </p:nvSpPr>
          <p:spPr bwMode="auto">
            <a:xfrm>
              <a:off x="3033776" y="4506950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49" name="Freeform 341">
              <a:extLst>
                <a:ext uri="{FF2B5EF4-FFF2-40B4-BE49-F238E27FC236}">
                  <a16:creationId xmlns:a16="http://schemas.microsoft.com/office/drawing/2014/main" id="{BD4DECC0-EC64-7A45-2054-6F2BBC0B0C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0601" y="4499013"/>
              <a:ext cx="7938" cy="7938"/>
            </a:xfrm>
            <a:custGeom>
              <a:avLst/>
              <a:gdLst>
                <a:gd name="T0" fmla="*/ 4 w 5"/>
                <a:gd name="T1" fmla="*/ 3 h 5"/>
                <a:gd name="T2" fmla="*/ 4 w 5"/>
                <a:gd name="T3" fmla="*/ 5 h 5"/>
                <a:gd name="T4" fmla="*/ 5 w 5"/>
                <a:gd name="T5" fmla="*/ 5 h 5"/>
                <a:gd name="T6" fmla="*/ 4 w 5"/>
                <a:gd name="T7" fmla="*/ 3 h 5"/>
                <a:gd name="T8" fmla="*/ 0 w 5"/>
                <a:gd name="T9" fmla="*/ 0 h 5"/>
                <a:gd name="T10" fmla="*/ 0 w 5"/>
                <a:gd name="T11" fmla="*/ 1 h 5"/>
                <a:gd name="T12" fmla="*/ 2 w 5"/>
                <a:gd name="T13" fmla="*/ 1 h 5"/>
                <a:gd name="T14" fmla="*/ 2 w 5"/>
                <a:gd name="T15" fmla="*/ 1 h 5"/>
                <a:gd name="T16" fmla="*/ 0 w 5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lnTo>
                    <a:pt x="4" y="5"/>
                  </a:lnTo>
                  <a:lnTo>
                    <a:pt x="5" y="5"/>
                  </a:lnTo>
                  <a:lnTo>
                    <a:pt x="4" y="3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0" name="Freeform 342">
              <a:extLst>
                <a:ext uri="{FF2B5EF4-FFF2-40B4-BE49-F238E27FC236}">
                  <a16:creationId xmlns:a16="http://schemas.microsoft.com/office/drawing/2014/main" id="{B97BF637-343F-368B-836B-BB420C628F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0601" y="4499013"/>
              <a:ext cx="7938" cy="7938"/>
            </a:xfrm>
            <a:custGeom>
              <a:avLst/>
              <a:gdLst>
                <a:gd name="T0" fmla="*/ 4 w 5"/>
                <a:gd name="T1" fmla="*/ 3 h 5"/>
                <a:gd name="T2" fmla="*/ 4 w 5"/>
                <a:gd name="T3" fmla="*/ 5 h 5"/>
                <a:gd name="T4" fmla="*/ 5 w 5"/>
                <a:gd name="T5" fmla="*/ 5 h 5"/>
                <a:gd name="T6" fmla="*/ 4 w 5"/>
                <a:gd name="T7" fmla="*/ 3 h 5"/>
                <a:gd name="T8" fmla="*/ 0 w 5"/>
                <a:gd name="T9" fmla="*/ 0 h 5"/>
                <a:gd name="T10" fmla="*/ 0 w 5"/>
                <a:gd name="T11" fmla="*/ 1 h 5"/>
                <a:gd name="T12" fmla="*/ 2 w 5"/>
                <a:gd name="T13" fmla="*/ 1 h 5"/>
                <a:gd name="T14" fmla="*/ 2 w 5"/>
                <a:gd name="T15" fmla="*/ 1 h 5"/>
                <a:gd name="T16" fmla="*/ 0 w 5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lnTo>
                    <a:pt x="4" y="5"/>
                  </a:lnTo>
                  <a:lnTo>
                    <a:pt x="5" y="5"/>
                  </a:lnTo>
                  <a:lnTo>
                    <a:pt x="4" y="3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1" name="Freeform 343">
              <a:extLst>
                <a:ext uri="{FF2B5EF4-FFF2-40B4-BE49-F238E27FC236}">
                  <a16:creationId xmlns:a16="http://schemas.microsoft.com/office/drawing/2014/main" id="{CF88C277-08D0-9BB8-EBA9-F95B6F6A8F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2 h 5"/>
                <a:gd name="T2" fmla="*/ 2 w 4"/>
                <a:gd name="T3" fmla="*/ 2 h 5"/>
                <a:gd name="T4" fmla="*/ 1 w 4"/>
                <a:gd name="T5" fmla="*/ 4 h 5"/>
                <a:gd name="T6" fmla="*/ 1 w 4"/>
                <a:gd name="T7" fmla="*/ 4 h 5"/>
                <a:gd name="T8" fmla="*/ 0 w 4"/>
                <a:gd name="T9" fmla="*/ 3 h 5"/>
                <a:gd name="T10" fmla="*/ 0 w 4"/>
                <a:gd name="T11" fmla="*/ 5 h 5"/>
                <a:gd name="T12" fmla="*/ 2 w 4"/>
                <a:gd name="T13" fmla="*/ 5 h 5"/>
                <a:gd name="T14" fmla="*/ 1 w 4"/>
                <a:gd name="T15" fmla="*/ 4 h 5"/>
                <a:gd name="T16" fmla="*/ 2 w 4"/>
                <a:gd name="T17" fmla="*/ 2 h 5"/>
                <a:gd name="T18" fmla="*/ 4 w 4"/>
                <a:gd name="T19" fmla="*/ 0 h 5"/>
                <a:gd name="T20" fmla="*/ 4 w 4"/>
                <a:gd name="T21" fmla="*/ 0 h 5"/>
                <a:gd name="T22" fmla="*/ 4 w 4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lnTo>
                    <a:pt x="2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1" y="4"/>
                  </a:lnTo>
                  <a:lnTo>
                    <a:pt x="2" y="2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2" name="Freeform 344">
              <a:extLst>
                <a:ext uri="{FF2B5EF4-FFF2-40B4-BE49-F238E27FC236}">
                  <a16:creationId xmlns:a16="http://schemas.microsoft.com/office/drawing/2014/main" id="{5D21CF99-8D72-996E-C582-A2375E33B1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2 h 5"/>
                <a:gd name="T2" fmla="*/ 2 w 4"/>
                <a:gd name="T3" fmla="*/ 2 h 5"/>
                <a:gd name="T4" fmla="*/ 1 w 4"/>
                <a:gd name="T5" fmla="*/ 4 h 5"/>
                <a:gd name="T6" fmla="*/ 1 w 4"/>
                <a:gd name="T7" fmla="*/ 4 h 5"/>
                <a:gd name="T8" fmla="*/ 0 w 4"/>
                <a:gd name="T9" fmla="*/ 3 h 5"/>
                <a:gd name="T10" fmla="*/ 0 w 4"/>
                <a:gd name="T11" fmla="*/ 5 h 5"/>
                <a:gd name="T12" fmla="*/ 2 w 4"/>
                <a:gd name="T13" fmla="*/ 5 h 5"/>
                <a:gd name="T14" fmla="*/ 1 w 4"/>
                <a:gd name="T15" fmla="*/ 4 h 5"/>
                <a:gd name="T16" fmla="*/ 2 w 4"/>
                <a:gd name="T17" fmla="*/ 2 h 5"/>
                <a:gd name="T18" fmla="*/ 4 w 4"/>
                <a:gd name="T19" fmla="*/ 0 h 5"/>
                <a:gd name="T20" fmla="*/ 4 w 4"/>
                <a:gd name="T21" fmla="*/ 0 h 5"/>
                <a:gd name="T22" fmla="*/ 4 w 4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lnTo>
                    <a:pt x="2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1" y="4"/>
                  </a:lnTo>
                  <a:lnTo>
                    <a:pt x="2" y="2"/>
                  </a:lnTo>
                  <a:moveTo>
                    <a:pt x="4" y="0"/>
                  </a:move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3" name="Freeform 345">
              <a:extLst>
                <a:ext uri="{FF2B5EF4-FFF2-40B4-BE49-F238E27FC236}">
                  <a16:creationId xmlns:a16="http://schemas.microsoft.com/office/drawing/2014/main" id="{DE38A9E8-21E2-7F62-A763-10F7D64B3730}"/>
                </a:ext>
              </a:extLst>
            </p:cNvPr>
            <p:cNvSpPr/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0 w 4"/>
                <a:gd name="T11" fmla="*/ 3 h 5"/>
                <a:gd name="T12" fmla="*/ 2 w 4"/>
                <a:gd name="T13" fmla="*/ 2 h 5"/>
                <a:gd name="T14" fmla="*/ 0 w 4"/>
                <a:gd name="T15" fmla="*/ 2 h 5"/>
                <a:gd name="T16" fmla="*/ 2 w 4"/>
                <a:gd name="T17" fmla="*/ 2 h 5"/>
                <a:gd name="T18" fmla="*/ 0 w 4"/>
                <a:gd name="T19" fmla="*/ 3 h 5"/>
                <a:gd name="T20" fmla="*/ 0 w 4"/>
                <a:gd name="T21" fmla="*/ 3 h 5"/>
                <a:gd name="T22" fmla="*/ 1 w 4"/>
                <a:gd name="T23" fmla="*/ 4 h 5"/>
                <a:gd name="T24" fmla="*/ 1 w 4"/>
                <a:gd name="T25" fmla="*/ 4 h 5"/>
                <a:gd name="T26" fmla="*/ 2 w 4"/>
                <a:gd name="T27" fmla="*/ 2 h 5"/>
                <a:gd name="T28" fmla="*/ 1 w 4"/>
                <a:gd name="T29" fmla="*/ 4 h 5"/>
                <a:gd name="T30" fmla="*/ 2 w 4"/>
                <a:gd name="T31" fmla="*/ 5 h 5"/>
                <a:gd name="T32" fmla="*/ 4 w 4"/>
                <a:gd name="T33" fmla="*/ 4 h 5"/>
                <a:gd name="T34" fmla="*/ 4 w 4"/>
                <a:gd name="T35" fmla="*/ 2 h 5"/>
                <a:gd name="T36" fmla="*/ 4 w 4"/>
                <a:gd name="T37" fmla="*/ 1 h 5"/>
                <a:gd name="T38" fmla="*/ 4 w 4"/>
                <a:gd name="T39" fmla="*/ 1 h 5"/>
                <a:gd name="T40" fmla="*/ 4 w 4"/>
                <a:gd name="T41" fmla="*/ 0 h 5"/>
                <a:gd name="T42" fmla="*/ 4 w 4"/>
                <a:gd name="T43" fmla="*/ 0 h 5"/>
                <a:gd name="T44" fmla="*/ 2 w 4"/>
                <a:gd name="T4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4"/>
                  </a:lnTo>
                  <a:lnTo>
                    <a:pt x="2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4" name="Freeform 346">
              <a:extLst>
                <a:ext uri="{FF2B5EF4-FFF2-40B4-BE49-F238E27FC236}">
                  <a16:creationId xmlns:a16="http://schemas.microsoft.com/office/drawing/2014/main" id="{FBD8D722-8EFB-E134-94FB-CCFBBD784BC3}"/>
                </a:ext>
              </a:extLst>
            </p:cNvPr>
            <p:cNvSpPr/>
            <p:nvPr/>
          </p:nvSpPr>
          <p:spPr bwMode="auto">
            <a:xfrm>
              <a:off x="3030601" y="450060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0 w 4"/>
                <a:gd name="T11" fmla="*/ 3 h 5"/>
                <a:gd name="T12" fmla="*/ 2 w 4"/>
                <a:gd name="T13" fmla="*/ 2 h 5"/>
                <a:gd name="T14" fmla="*/ 0 w 4"/>
                <a:gd name="T15" fmla="*/ 2 h 5"/>
                <a:gd name="T16" fmla="*/ 2 w 4"/>
                <a:gd name="T17" fmla="*/ 2 h 5"/>
                <a:gd name="T18" fmla="*/ 0 w 4"/>
                <a:gd name="T19" fmla="*/ 3 h 5"/>
                <a:gd name="T20" fmla="*/ 0 w 4"/>
                <a:gd name="T21" fmla="*/ 3 h 5"/>
                <a:gd name="T22" fmla="*/ 1 w 4"/>
                <a:gd name="T23" fmla="*/ 4 h 5"/>
                <a:gd name="T24" fmla="*/ 1 w 4"/>
                <a:gd name="T25" fmla="*/ 4 h 5"/>
                <a:gd name="T26" fmla="*/ 2 w 4"/>
                <a:gd name="T27" fmla="*/ 2 h 5"/>
                <a:gd name="T28" fmla="*/ 1 w 4"/>
                <a:gd name="T29" fmla="*/ 4 h 5"/>
                <a:gd name="T30" fmla="*/ 2 w 4"/>
                <a:gd name="T31" fmla="*/ 5 h 5"/>
                <a:gd name="T32" fmla="*/ 4 w 4"/>
                <a:gd name="T33" fmla="*/ 4 h 5"/>
                <a:gd name="T34" fmla="*/ 4 w 4"/>
                <a:gd name="T35" fmla="*/ 2 h 5"/>
                <a:gd name="T36" fmla="*/ 4 w 4"/>
                <a:gd name="T37" fmla="*/ 1 h 5"/>
                <a:gd name="T38" fmla="*/ 4 w 4"/>
                <a:gd name="T39" fmla="*/ 1 h 5"/>
                <a:gd name="T40" fmla="*/ 4 w 4"/>
                <a:gd name="T41" fmla="*/ 0 h 5"/>
                <a:gd name="T42" fmla="*/ 4 w 4"/>
                <a:gd name="T43" fmla="*/ 0 h 5"/>
                <a:gd name="T44" fmla="*/ 2 w 4"/>
                <a:gd name="T4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4"/>
                  </a:lnTo>
                  <a:lnTo>
                    <a:pt x="2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5" name="Freeform 347">
              <a:extLst>
                <a:ext uri="{FF2B5EF4-FFF2-40B4-BE49-F238E27FC236}">
                  <a16:creationId xmlns:a16="http://schemas.microsoft.com/office/drawing/2014/main" id="{4C16B1CC-1933-3513-601D-9BC0FF707B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039" y="3635413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6" name="Freeform 348">
              <a:extLst>
                <a:ext uri="{FF2B5EF4-FFF2-40B4-BE49-F238E27FC236}">
                  <a16:creationId xmlns:a16="http://schemas.microsoft.com/office/drawing/2014/main" id="{9E5C649B-05AC-B148-41A7-DA4956DF8C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039" y="3635413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7" name="Freeform 349">
              <a:extLst>
                <a:ext uri="{FF2B5EF4-FFF2-40B4-BE49-F238E27FC236}">
                  <a16:creationId xmlns:a16="http://schemas.microsoft.com/office/drawing/2014/main" id="{851D6ED1-4155-91F4-4D60-D0EC84B05E4E}"/>
                </a:ext>
              </a:extLst>
            </p:cNvPr>
            <p:cNvSpPr/>
            <p:nvPr/>
          </p:nvSpPr>
          <p:spPr bwMode="auto">
            <a:xfrm>
              <a:off x="1063689" y="3638588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8" name="Freeform 350">
              <a:extLst>
                <a:ext uri="{FF2B5EF4-FFF2-40B4-BE49-F238E27FC236}">
                  <a16:creationId xmlns:a16="http://schemas.microsoft.com/office/drawing/2014/main" id="{6D140331-A604-9DF5-249D-27A6A84E045C}"/>
                </a:ext>
              </a:extLst>
            </p:cNvPr>
            <p:cNvSpPr/>
            <p:nvPr/>
          </p:nvSpPr>
          <p:spPr bwMode="auto">
            <a:xfrm>
              <a:off x="1063689" y="3638588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59" name="Freeform 351">
              <a:extLst>
                <a:ext uri="{FF2B5EF4-FFF2-40B4-BE49-F238E27FC236}">
                  <a16:creationId xmlns:a16="http://schemas.microsoft.com/office/drawing/2014/main" id="{A2A97E8F-CC23-8335-F1E4-C10E0EF464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864" y="3649700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0" name="Freeform 352">
              <a:extLst>
                <a:ext uri="{FF2B5EF4-FFF2-40B4-BE49-F238E27FC236}">
                  <a16:creationId xmlns:a16="http://schemas.microsoft.com/office/drawing/2014/main" id="{58C7BB22-4BE5-A41F-2F93-334669FBE6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864" y="3649700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1" name="Freeform 353">
              <a:extLst>
                <a:ext uri="{FF2B5EF4-FFF2-40B4-BE49-F238E27FC236}">
                  <a16:creationId xmlns:a16="http://schemas.microsoft.com/office/drawing/2014/main" id="{4C9A6223-9338-6E3C-F082-C6C3935A70A4}"/>
                </a:ext>
              </a:extLst>
            </p:cNvPr>
            <p:cNvSpPr/>
            <p:nvPr/>
          </p:nvSpPr>
          <p:spPr bwMode="auto">
            <a:xfrm>
              <a:off x="850964" y="3644938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2" name="Freeform 354">
              <a:extLst>
                <a:ext uri="{FF2B5EF4-FFF2-40B4-BE49-F238E27FC236}">
                  <a16:creationId xmlns:a16="http://schemas.microsoft.com/office/drawing/2014/main" id="{7D8D3ABE-3E53-6E99-7EC7-D08DDED60EA6}"/>
                </a:ext>
              </a:extLst>
            </p:cNvPr>
            <p:cNvSpPr/>
            <p:nvPr/>
          </p:nvSpPr>
          <p:spPr bwMode="auto">
            <a:xfrm>
              <a:off x="850964" y="3644938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3" name="Freeform 355">
              <a:extLst>
                <a:ext uri="{FF2B5EF4-FFF2-40B4-BE49-F238E27FC236}">
                  <a16:creationId xmlns:a16="http://schemas.microsoft.com/office/drawing/2014/main" id="{D70A639E-7AEF-BDA7-70D0-F113540517D9}"/>
                </a:ext>
              </a:extLst>
            </p:cNvPr>
            <p:cNvSpPr/>
            <p:nvPr/>
          </p:nvSpPr>
          <p:spPr bwMode="auto">
            <a:xfrm>
              <a:off x="854139" y="4813338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4" name="Freeform 356">
              <a:extLst>
                <a:ext uri="{FF2B5EF4-FFF2-40B4-BE49-F238E27FC236}">
                  <a16:creationId xmlns:a16="http://schemas.microsoft.com/office/drawing/2014/main" id="{1C82B60A-0A54-EED0-01FF-B342A68D149C}"/>
                </a:ext>
              </a:extLst>
            </p:cNvPr>
            <p:cNvSpPr/>
            <p:nvPr/>
          </p:nvSpPr>
          <p:spPr bwMode="auto">
            <a:xfrm>
              <a:off x="854139" y="4813338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5" name="Freeform 357">
              <a:extLst>
                <a:ext uri="{FF2B5EF4-FFF2-40B4-BE49-F238E27FC236}">
                  <a16:creationId xmlns:a16="http://schemas.microsoft.com/office/drawing/2014/main" id="{E590992B-E05D-A277-19A5-B73C30DC0886}"/>
                </a:ext>
              </a:extLst>
            </p:cNvPr>
            <p:cNvSpPr/>
            <p:nvPr/>
          </p:nvSpPr>
          <p:spPr bwMode="auto">
            <a:xfrm>
              <a:off x="852551" y="48133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6" name="Freeform 358">
              <a:extLst>
                <a:ext uri="{FF2B5EF4-FFF2-40B4-BE49-F238E27FC236}">
                  <a16:creationId xmlns:a16="http://schemas.microsoft.com/office/drawing/2014/main" id="{9263B849-64D4-9358-CD35-BF3844FE0828}"/>
                </a:ext>
              </a:extLst>
            </p:cNvPr>
            <p:cNvSpPr/>
            <p:nvPr/>
          </p:nvSpPr>
          <p:spPr bwMode="auto">
            <a:xfrm>
              <a:off x="852551" y="48133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7" name="Freeform 359">
              <a:extLst>
                <a:ext uri="{FF2B5EF4-FFF2-40B4-BE49-F238E27FC236}">
                  <a16:creationId xmlns:a16="http://schemas.microsoft.com/office/drawing/2014/main" id="{A5F1C5D9-9606-8459-3B22-B100182816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9376" y="4808575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8" name="Freeform 360">
              <a:extLst>
                <a:ext uri="{FF2B5EF4-FFF2-40B4-BE49-F238E27FC236}">
                  <a16:creationId xmlns:a16="http://schemas.microsoft.com/office/drawing/2014/main" id="{B437756F-01BB-7A16-C9B3-2B3400BAD0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9376" y="4808575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69" name="Freeform 361">
              <a:extLst>
                <a:ext uri="{FF2B5EF4-FFF2-40B4-BE49-F238E27FC236}">
                  <a16:creationId xmlns:a16="http://schemas.microsoft.com/office/drawing/2014/main" id="{8515EA7D-F2E7-4394-3E71-31AA5E9C27C2}"/>
                </a:ext>
              </a:extLst>
            </p:cNvPr>
            <p:cNvSpPr/>
            <p:nvPr/>
          </p:nvSpPr>
          <p:spPr bwMode="auto">
            <a:xfrm>
              <a:off x="849376" y="4795875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0" name="Freeform 362">
              <a:extLst>
                <a:ext uri="{FF2B5EF4-FFF2-40B4-BE49-F238E27FC236}">
                  <a16:creationId xmlns:a16="http://schemas.microsoft.com/office/drawing/2014/main" id="{0F47B46D-10E4-9574-CD52-44F25DA1C883}"/>
                </a:ext>
              </a:extLst>
            </p:cNvPr>
            <p:cNvSpPr/>
            <p:nvPr/>
          </p:nvSpPr>
          <p:spPr bwMode="auto">
            <a:xfrm>
              <a:off x="849376" y="4795875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1" name="Freeform 363">
              <a:extLst>
                <a:ext uri="{FF2B5EF4-FFF2-40B4-BE49-F238E27FC236}">
                  <a16:creationId xmlns:a16="http://schemas.microsoft.com/office/drawing/2014/main" id="{CBA67274-37A1-9431-3589-70A0C3DB15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01" y="3271875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2" name="Freeform 364">
              <a:extLst>
                <a:ext uri="{FF2B5EF4-FFF2-40B4-BE49-F238E27FC236}">
                  <a16:creationId xmlns:a16="http://schemas.microsoft.com/office/drawing/2014/main" id="{488A9009-F6BC-D4B5-93A4-29FE983545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01" y="3271875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3" name="Freeform 365">
              <a:extLst>
                <a:ext uri="{FF2B5EF4-FFF2-40B4-BE49-F238E27FC236}">
                  <a16:creationId xmlns:a16="http://schemas.microsoft.com/office/drawing/2014/main" id="{3193C548-9854-7DD7-7DDE-EEEAF852C3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8926" y="3638588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4" name="Freeform 366">
              <a:extLst>
                <a:ext uri="{FF2B5EF4-FFF2-40B4-BE49-F238E27FC236}">
                  <a16:creationId xmlns:a16="http://schemas.microsoft.com/office/drawing/2014/main" id="{A090E06C-D564-F07A-2367-E3AB22DE2F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8926" y="3638588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5" name="Freeform 367">
              <a:extLst>
                <a:ext uri="{FF2B5EF4-FFF2-40B4-BE49-F238E27FC236}">
                  <a16:creationId xmlns:a16="http://schemas.microsoft.com/office/drawing/2014/main" id="{2D53AA0B-CF3D-6B7A-80F4-3745385B8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039" y="3638588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6" name="Freeform 368">
              <a:extLst>
                <a:ext uri="{FF2B5EF4-FFF2-40B4-BE49-F238E27FC236}">
                  <a16:creationId xmlns:a16="http://schemas.microsoft.com/office/drawing/2014/main" id="{F84853D3-561E-062B-6E9F-463F3EE444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039" y="3638588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7" name="Freeform 369">
              <a:extLst>
                <a:ext uri="{FF2B5EF4-FFF2-40B4-BE49-F238E27FC236}">
                  <a16:creationId xmlns:a16="http://schemas.microsoft.com/office/drawing/2014/main" id="{A1372428-13FA-33D4-8794-1781030B7585}"/>
                </a:ext>
              </a:extLst>
            </p:cNvPr>
            <p:cNvSpPr/>
            <p:nvPr/>
          </p:nvSpPr>
          <p:spPr bwMode="auto">
            <a:xfrm>
              <a:off x="1057339" y="3638588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8" name="Freeform 370">
              <a:extLst>
                <a:ext uri="{FF2B5EF4-FFF2-40B4-BE49-F238E27FC236}">
                  <a16:creationId xmlns:a16="http://schemas.microsoft.com/office/drawing/2014/main" id="{C300DF8E-014D-8369-000D-6301D28BC1F2}"/>
                </a:ext>
              </a:extLst>
            </p:cNvPr>
            <p:cNvSpPr/>
            <p:nvPr/>
          </p:nvSpPr>
          <p:spPr bwMode="auto">
            <a:xfrm>
              <a:off x="1057339" y="3638588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9" name="Freeform 372">
              <a:extLst>
                <a:ext uri="{FF2B5EF4-FFF2-40B4-BE49-F238E27FC236}">
                  <a16:creationId xmlns:a16="http://schemas.microsoft.com/office/drawing/2014/main" id="{53624202-BE5E-188C-F387-FA4C5193DC3A}"/>
                </a:ext>
              </a:extLst>
            </p:cNvPr>
            <p:cNvSpPr/>
            <p:nvPr/>
          </p:nvSpPr>
          <p:spPr bwMode="auto">
            <a:xfrm>
              <a:off x="430276" y="4037050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0" name="Freeform 373">
              <a:extLst>
                <a:ext uri="{FF2B5EF4-FFF2-40B4-BE49-F238E27FC236}">
                  <a16:creationId xmlns:a16="http://schemas.microsoft.com/office/drawing/2014/main" id="{2E8AAE01-231C-1B3D-CF2E-342688B14D61}"/>
                </a:ext>
              </a:extLst>
            </p:cNvPr>
            <p:cNvSpPr/>
            <p:nvPr/>
          </p:nvSpPr>
          <p:spPr bwMode="auto">
            <a:xfrm>
              <a:off x="430276" y="4037050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1" name="Freeform 374">
              <a:extLst>
                <a:ext uri="{FF2B5EF4-FFF2-40B4-BE49-F238E27FC236}">
                  <a16:creationId xmlns:a16="http://schemas.microsoft.com/office/drawing/2014/main" id="{4404B25B-B3FC-6713-A312-455F9496D7EE}"/>
                </a:ext>
              </a:extLst>
            </p:cNvPr>
            <p:cNvSpPr/>
            <p:nvPr/>
          </p:nvSpPr>
          <p:spPr bwMode="auto">
            <a:xfrm>
              <a:off x="430276" y="4037050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2" name="Freeform 375">
              <a:extLst>
                <a:ext uri="{FF2B5EF4-FFF2-40B4-BE49-F238E27FC236}">
                  <a16:creationId xmlns:a16="http://schemas.microsoft.com/office/drawing/2014/main" id="{70167456-2B5A-8052-D9C2-7AFACAB3C723}"/>
                </a:ext>
              </a:extLst>
            </p:cNvPr>
            <p:cNvSpPr/>
            <p:nvPr/>
          </p:nvSpPr>
          <p:spPr bwMode="auto">
            <a:xfrm>
              <a:off x="430276" y="4037050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3" name="Freeform 376">
              <a:extLst>
                <a:ext uri="{FF2B5EF4-FFF2-40B4-BE49-F238E27FC236}">
                  <a16:creationId xmlns:a16="http://schemas.microsoft.com/office/drawing/2014/main" id="{F85CE392-91D9-D911-5C89-8EA9933B36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39" y="326711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4" name="Freeform 377">
              <a:extLst>
                <a:ext uri="{FF2B5EF4-FFF2-40B4-BE49-F238E27FC236}">
                  <a16:creationId xmlns:a16="http://schemas.microsoft.com/office/drawing/2014/main" id="{45AF1B7A-1F0A-E9ED-900E-0037A2B4DA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39" y="326711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5" name="Freeform 378">
              <a:extLst>
                <a:ext uri="{FF2B5EF4-FFF2-40B4-BE49-F238E27FC236}">
                  <a16:creationId xmlns:a16="http://schemas.microsoft.com/office/drawing/2014/main" id="{932AB6E5-A59E-A559-485D-4C3C1FCED9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689" y="4032287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6" name="Freeform 379">
              <a:extLst>
                <a:ext uri="{FF2B5EF4-FFF2-40B4-BE49-F238E27FC236}">
                  <a16:creationId xmlns:a16="http://schemas.microsoft.com/office/drawing/2014/main" id="{073F41B4-8825-437D-CC4C-FE0A98846B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689" y="4032287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7" name="Freeform 380">
              <a:extLst>
                <a:ext uri="{FF2B5EF4-FFF2-40B4-BE49-F238E27FC236}">
                  <a16:creationId xmlns:a16="http://schemas.microsoft.com/office/drawing/2014/main" id="{42052847-404C-FE8B-7974-A9EE139F60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589" y="327346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8" name="Freeform 381">
              <a:extLst>
                <a:ext uri="{FF2B5EF4-FFF2-40B4-BE49-F238E27FC236}">
                  <a16:creationId xmlns:a16="http://schemas.microsoft.com/office/drawing/2014/main" id="{81473DC2-5A19-A77A-4AEB-59B917D3CF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589" y="327346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9" name="Freeform 382">
              <a:extLst>
                <a:ext uri="{FF2B5EF4-FFF2-40B4-BE49-F238E27FC236}">
                  <a16:creationId xmlns:a16="http://schemas.microsoft.com/office/drawing/2014/main" id="{28F5E0FD-BB0B-7BD7-09D8-05CB88FBE0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689" y="4027525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0" name="Freeform 383">
              <a:extLst>
                <a:ext uri="{FF2B5EF4-FFF2-40B4-BE49-F238E27FC236}">
                  <a16:creationId xmlns:a16="http://schemas.microsoft.com/office/drawing/2014/main" id="{B9F6BB0E-9521-8876-D178-371C2CCDC7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689" y="4027525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1" name="Freeform 384">
              <a:extLst>
                <a:ext uri="{FF2B5EF4-FFF2-40B4-BE49-F238E27FC236}">
                  <a16:creationId xmlns:a16="http://schemas.microsoft.com/office/drawing/2014/main" id="{F2ED1635-BF3A-83D6-90F0-0FBAF95589C5}"/>
                </a:ext>
              </a:extLst>
            </p:cNvPr>
            <p:cNvSpPr/>
            <p:nvPr/>
          </p:nvSpPr>
          <p:spPr bwMode="auto">
            <a:xfrm>
              <a:off x="2294001" y="3456025"/>
              <a:ext cx="4762" cy="7938"/>
            </a:xfrm>
            <a:custGeom>
              <a:avLst/>
              <a:gdLst>
                <a:gd name="T0" fmla="*/ 2 w 3"/>
                <a:gd name="T1" fmla="*/ 0 h 5"/>
                <a:gd name="T2" fmla="*/ 0 w 3"/>
                <a:gd name="T3" fmla="*/ 5 h 5"/>
                <a:gd name="T4" fmla="*/ 1 w 3"/>
                <a:gd name="T5" fmla="*/ 5 h 5"/>
                <a:gd name="T6" fmla="*/ 3 w 3"/>
                <a:gd name="T7" fmla="*/ 3 h 5"/>
                <a:gd name="T8" fmla="*/ 2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2" name="Freeform 385">
              <a:extLst>
                <a:ext uri="{FF2B5EF4-FFF2-40B4-BE49-F238E27FC236}">
                  <a16:creationId xmlns:a16="http://schemas.microsoft.com/office/drawing/2014/main" id="{DACFED2D-A28B-A2BB-B715-9A85EDA52CC0}"/>
                </a:ext>
              </a:extLst>
            </p:cNvPr>
            <p:cNvSpPr/>
            <p:nvPr/>
          </p:nvSpPr>
          <p:spPr bwMode="auto">
            <a:xfrm>
              <a:off x="2294001" y="3456025"/>
              <a:ext cx="4762" cy="7938"/>
            </a:xfrm>
            <a:custGeom>
              <a:avLst/>
              <a:gdLst>
                <a:gd name="T0" fmla="*/ 2 w 3"/>
                <a:gd name="T1" fmla="*/ 0 h 5"/>
                <a:gd name="T2" fmla="*/ 0 w 3"/>
                <a:gd name="T3" fmla="*/ 5 h 5"/>
                <a:gd name="T4" fmla="*/ 1 w 3"/>
                <a:gd name="T5" fmla="*/ 5 h 5"/>
                <a:gd name="T6" fmla="*/ 3 w 3"/>
                <a:gd name="T7" fmla="*/ 3 h 5"/>
                <a:gd name="T8" fmla="*/ 2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3" name="Freeform 386">
              <a:extLst>
                <a:ext uri="{FF2B5EF4-FFF2-40B4-BE49-F238E27FC236}">
                  <a16:creationId xmlns:a16="http://schemas.microsoft.com/office/drawing/2014/main" id="{013C5BE0-5BC2-013E-C226-314ECA981B02}"/>
                </a:ext>
              </a:extLst>
            </p:cNvPr>
            <p:cNvSpPr/>
            <p:nvPr/>
          </p:nvSpPr>
          <p:spPr bwMode="auto">
            <a:xfrm>
              <a:off x="2294001" y="34639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0 w 2"/>
                <a:gd name="T5" fmla="*/ 1 h 2"/>
                <a:gd name="T6" fmla="*/ 0 w 2"/>
                <a:gd name="T7" fmla="*/ 0 h 2"/>
                <a:gd name="T8" fmla="*/ 2 w 2"/>
                <a:gd name="T9" fmla="*/ 2 h 2"/>
                <a:gd name="T10" fmla="*/ 0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4" name="Freeform 387">
              <a:extLst>
                <a:ext uri="{FF2B5EF4-FFF2-40B4-BE49-F238E27FC236}">
                  <a16:creationId xmlns:a16="http://schemas.microsoft.com/office/drawing/2014/main" id="{DDD4084C-D207-352A-538F-341D68C43272}"/>
                </a:ext>
              </a:extLst>
            </p:cNvPr>
            <p:cNvSpPr/>
            <p:nvPr/>
          </p:nvSpPr>
          <p:spPr bwMode="auto">
            <a:xfrm>
              <a:off x="2294001" y="34639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0 w 2"/>
                <a:gd name="T5" fmla="*/ 1 h 2"/>
                <a:gd name="T6" fmla="*/ 0 w 2"/>
                <a:gd name="T7" fmla="*/ 0 h 2"/>
                <a:gd name="T8" fmla="*/ 2 w 2"/>
                <a:gd name="T9" fmla="*/ 2 h 2"/>
                <a:gd name="T10" fmla="*/ 0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5" name="Freeform 388">
              <a:extLst>
                <a:ext uri="{FF2B5EF4-FFF2-40B4-BE49-F238E27FC236}">
                  <a16:creationId xmlns:a16="http://schemas.microsoft.com/office/drawing/2014/main" id="{2CF8D690-6B17-4F23-D128-6EBE18DA0DE8}"/>
                </a:ext>
              </a:extLst>
            </p:cNvPr>
            <p:cNvSpPr/>
            <p:nvPr/>
          </p:nvSpPr>
          <p:spPr bwMode="auto">
            <a:xfrm>
              <a:off x="2152714" y="3468725"/>
              <a:ext cx="252412" cy="430213"/>
            </a:xfrm>
            <a:custGeom>
              <a:avLst/>
              <a:gdLst>
                <a:gd name="T0" fmla="*/ 93 w 159"/>
                <a:gd name="T1" fmla="*/ 0 h 271"/>
                <a:gd name="T2" fmla="*/ 93 w 159"/>
                <a:gd name="T3" fmla="*/ 0 h 271"/>
                <a:gd name="T4" fmla="*/ 90 w 159"/>
                <a:gd name="T5" fmla="*/ 6 h 271"/>
                <a:gd name="T6" fmla="*/ 154 w 159"/>
                <a:gd name="T7" fmla="*/ 269 h 271"/>
                <a:gd name="T8" fmla="*/ 0 w 159"/>
                <a:gd name="T9" fmla="*/ 209 h 271"/>
                <a:gd name="T10" fmla="*/ 0 w 159"/>
                <a:gd name="T11" fmla="*/ 209 h 271"/>
                <a:gd name="T12" fmla="*/ 156 w 159"/>
                <a:gd name="T13" fmla="*/ 270 h 271"/>
                <a:gd name="T14" fmla="*/ 156 w 159"/>
                <a:gd name="T15" fmla="*/ 269 h 271"/>
                <a:gd name="T16" fmla="*/ 158 w 159"/>
                <a:gd name="T17" fmla="*/ 271 h 271"/>
                <a:gd name="T18" fmla="*/ 159 w 159"/>
                <a:gd name="T19" fmla="*/ 271 h 271"/>
                <a:gd name="T20" fmla="*/ 93 w 159"/>
                <a:gd name="T21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9" h="271">
                  <a:moveTo>
                    <a:pt x="93" y="0"/>
                  </a:moveTo>
                  <a:lnTo>
                    <a:pt x="93" y="0"/>
                  </a:lnTo>
                  <a:lnTo>
                    <a:pt x="90" y="6"/>
                  </a:lnTo>
                  <a:lnTo>
                    <a:pt x="154" y="269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156" y="270"/>
                  </a:lnTo>
                  <a:lnTo>
                    <a:pt x="156" y="269"/>
                  </a:lnTo>
                  <a:lnTo>
                    <a:pt x="158" y="271"/>
                  </a:lnTo>
                  <a:lnTo>
                    <a:pt x="159" y="271"/>
                  </a:lnTo>
                  <a:lnTo>
                    <a:pt x="9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6" name="Freeform 389">
              <a:extLst>
                <a:ext uri="{FF2B5EF4-FFF2-40B4-BE49-F238E27FC236}">
                  <a16:creationId xmlns:a16="http://schemas.microsoft.com/office/drawing/2014/main" id="{A8D070B9-A79B-2B02-196D-FA758B7403A2}"/>
                </a:ext>
              </a:extLst>
            </p:cNvPr>
            <p:cNvSpPr/>
            <p:nvPr/>
          </p:nvSpPr>
          <p:spPr bwMode="auto">
            <a:xfrm>
              <a:off x="2152714" y="3468725"/>
              <a:ext cx="252412" cy="430213"/>
            </a:xfrm>
            <a:custGeom>
              <a:avLst/>
              <a:gdLst>
                <a:gd name="T0" fmla="*/ 93 w 159"/>
                <a:gd name="T1" fmla="*/ 0 h 271"/>
                <a:gd name="T2" fmla="*/ 93 w 159"/>
                <a:gd name="T3" fmla="*/ 0 h 271"/>
                <a:gd name="T4" fmla="*/ 90 w 159"/>
                <a:gd name="T5" fmla="*/ 6 h 271"/>
                <a:gd name="T6" fmla="*/ 154 w 159"/>
                <a:gd name="T7" fmla="*/ 269 h 271"/>
                <a:gd name="T8" fmla="*/ 0 w 159"/>
                <a:gd name="T9" fmla="*/ 209 h 271"/>
                <a:gd name="T10" fmla="*/ 0 w 159"/>
                <a:gd name="T11" fmla="*/ 209 h 271"/>
                <a:gd name="T12" fmla="*/ 156 w 159"/>
                <a:gd name="T13" fmla="*/ 270 h 271"/>
                <a:gd name="T14" fmla="*/ 156 w 159"/>
                <a:gd name="T15" fmla="*/ 269 h 271"/>
                <a:gd name="T16" fmla="*/ 158 w 159"/>
                <a:gd name="T17" fmla="*/ 271 h 271"/>
                <a:gd name="T18" fmla="*/ 159 w 159"/>
                <a:gd name="T19" fmla="*/ 271 h 271"/>
                <a:gd name="T20" fmla="*/ 93 w 159"/>
                <a:gd name="T21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9" h="271">
                  <a:moveTo>
                    <a:pt x="93" y="0"/>
                  </a:moveTo>
                  <a:lnTo>
                    <a:pt x="93" y="0"/>
                  </a:lnTo>
                  <a:lnTo>
                    <a:pt x="90" y="6"/>
                  </a:lnTo>
                  <a:lnTo>
                    <a:pt x="154" y="269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156" y="270"/>
                  </a:lnTo>
                  <a:lnTo>
                    <a:pt x="156" y="269"/>
                  </a:lnTo>
                  <a:lnTo>
                    <a:pt x="158" y="271"/>
                  </a:lnTo>
                  <a:lnTo>
                    <a:pt x="159" y="271"/>
                  </a:lnTo>
                  <a:lnTo>
                    <a:pt x="9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7" name="Rectangle 390">
              <a:extLst>
                <a:ext uri="{FF2B5EF4-FFF2-40B4-BE49-F238E27FC236}">
                  <a16:creationId xmlns:a16="http://schemas.microsoft.com/office/drawing/2014/main" id="{57C37673-013C-F246-1247-7ADA01301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0351" y="34671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8" name="Freeform 391">
              <a:extLst>
                <a:ext uri="{FF2B5EF4-FFF2-40B4-BE49-F238E27FC236}">
                  <a16:creationId xmlns:a16="http://schemas.microsoft.com/office/drawing/2014/main" id="{23E9F055-2F7E-BE84-9DD8-7D1C344B2D05}"/>
                </a:ext>
              </a:extLst>
            </p:cNvPr>
            <p:cNvSpPr/>
            <p:nvPr/>
          </p:nvSpPr>
          <p:spPr bwMode="auto">
            <a:xfrm flipH="1">
              <a:off x="2300351" y="34671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99" name="Freeform 392">
              <a:extLst>
                <a:ext uri="{FF2B5EF4-FFF2-40B4-BE49-F238E27FC236}">
                  <a16:creationId xmlns:a16="http://schemas.microsoft.com/office/drawing/2014/main" id="{F847C658-DAEF-D323-0AE4-C97B237BE261}"/>
                </a:ext>
              </a:extLst>
            </p:cNvPr>
            <p:cNvSpPr/>
            <p:nvPr/>
          </p:nvSpPr>
          <p:spPr bwMode="auto">
            <a:xfrm>
              <a:off x="2400364" y="38957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0" name="Freeform 393">
              <a:extLst>
                <a:ext uri="{FF2B5EF4-FFF2-40B4-BE49-F238E27FC236}">
                  <a16:creationId xmlns:a16="http://schemas.microsoft.com/office/drawing/2014/main" id="{7C136899-6D35-62A2-9EC6-1B8B5379FAB5}"/>
                </a:ext>
              </a:extLst>
            </p:cNvPr>
            <p:cNvSpPr/>
            <p:nvPr/>
          </p:nvSpPr>
          <p:spPr bwMode="auto">
            <a:xfrm>
              <a:off x="2400364" y="38957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1" name="Freeform 394">
              <a:extLst>
                <a:ext uri="{FF2B5EF4-FFF2-40B4-BE49-F238E27FC236}">
                  <a16:creationId xmlns:a16="http://schemas.microsoft.com/office/drawing/2014/main" id="{9B81A76D-6E89-42CD-81B4-C209CD128D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600487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2" name="Freeform 395">
              <a:extLst>
                <a:ext uri="{FF2B5EF4-FFF2-40B4-BE49-F238E27FC236}">
                  <a16:creationId xmlns:a16="http://schemas.microsoft.com/office/drawing/2014/main" id="{EC349F86-D782-C6A9-2AA6-960C520638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600487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3" name="Freeform 396">
              <a:extLst>
                <a:ext uri="{FF2B5EF4-FFF2-40B4-BE49-F238E27FC236}">
                  <a16:creationId xmlns:a16="http://schemas.microsoft.com/office/drawing/2014/main" id="{A02609E6-BD92-A2FA-303A-2A98D79CF4F5}"/>
                </a:ext>
              </a:extLst>
            </p:cNvPr>
            <p:cNvSpPr/>
            <p:nvPr/>
          </p:nvSpPr>
          <p:spPr bwMode="auto">
            <a:xfrm>
              <a:off x="2405126" y="3902112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2 w 2"/>
                <a:gd name="T5" fmla="*/ 4 h 4"/>
                <a:gd name="T6" fmla="*/ 1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2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4" name="Freeform 397">
              <a:extLst>
                <a:ext uri="{FF2B5EF4-FFF2-40B4-BE49-F238E27FC236}">
                  <a16:creationId xmlns:a16="http://schemas.microsoft.com/office/drawing/2014/main" id="{9B906F6E-5930-40A9-3CF7-8843BF60F094}"/>
                </a:ext>
              </a:extLst>
            </p:cNvPr>
            <p:cNvSpPr/>
            <p:nvPr/>
          </p:nvSpPr>
          <p:spPr bwMode="auto">
            <a:xfrm>
              <a:off x="2405126" y="3902112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2 w 2"/>
                <a:gd name="T5" fmla="*/ 4 h 4"/>
                <a:gd name="T6" fmla="*/ 1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2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5" name="Freeform 398">
              <a:extLst>
                <a:ext uri="{FF2B5EF4-FFF2-40B4-BE49-F238E27FC236}">
                  <a16:creationId xmlns:a16="http://schemas.microsoft.com/office/drawing/2014/main" id="{FDD51B29-DDD9-B1FE-A925-3583F20FD2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5726" y="3848137"/>
              <a:ext cx="271462" cy="685800"/>
            </a:xfrm>
            <a:custGeom>
              <a:avLst/>
              <a:gdLst>
                <a:gd name="T0" fmla="*/ 36 w 171"/>
                <a:gd name="T1" fmla="*/ 353 h 432"/>
                <a:gd name="T2" fmla="*/ 2 w 171"/>
                <a:gd name="T3" fmla="*/ 432 h 432"/>
                <a:gd name="T4" fmla="*/ 2 w 171"/>
                <a:gd name="T5" fmla="*/ 432 h 432"/>
                <a:gd name="T6" fmla="*/ 36 w 171"/>
                <a:gd name="T7" fmla="*/ 353 h 432"/>
                <a:gd name="T8" fmla="*/ 9 w 171"/>
                <a:gd name="T9" fmla="*/ 180 h 432"/>
                <a:gd name="T10" fmla="*/ 0 w 171"/>
                <a:gd name="T11" fmla="*/ 424 h 432"/>
                <a:gd name="T12" fmla="*/ 0 w 171"/>
                <a:gd name="T13" fmla="*/ 424 h 432"/>
                <a:gd name="T14" fmla="*/ 9 w 171"/>
                <a:gd name="T15" fmla="*/ 180 h 432"/>
                <a:gd name="T16" fmla="*/ 81 w 171"/>
                <a:gd name="T17" fmla="*/ 0 h 432"/>
                <a:gd name="T18" fmla="*/ 171 w 171"/>
                <a:gd name="T19" fmla="*/ 35 h 432"/>
                <a:gd name="T20" fmla="*/ 171 w 171"/>
                <a:gd name="T21" fmla="*/ 35 h 432"/>
                <a:gd name="T22" fmla="*/ 81 w 171"/>
                <a:gd name="T23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1" h="432">
                  <a:moveTo>
                    <a:pt x="36" y="353"/>
                  </a:moveTo>
                  <a:lnTo>
                    <a:pt x="2" y="432"/>
                  </a:lnTo>
                  <a:lnTo>
                    <a:pt x="2" y="432"/>
                  </a:lnTo>
                  <a:lnTo>
                    <a:pt x="36" y="353"/>
                  </a:lnTo>
                  <a:close/>
                  <a:moveTo>
                    <a:pt x="9" y="180"/>
                  </a:moveTo>
                  <a:lnTo>
                    <a:pt x="0" y="424"/>
                  </a:lnTo>
                  <a:lnTo>
                    <a:pt x="0" y="424"/>
                  </a:lnTo>
                  <a:lnTo>
                    <a:pt x="9" y="180"/>
                  </a:lnTo>
                  <a:close/>
                  <a:moveTo>
                    <a:pt x="81" y="0"/>
                  </a:moveTo>
                  <a:lnTo>
                    <a:pt x="171" y="35"/>
                  </a:lnTo>
                  <a:lnTo>
                    <a:pt x="171" y="35"/>
                  </a:lnTo>
                  <a:lnTo>
                    <a:pt x="8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6" name="Freeform 399">
              <a:extLst>
                <a:ext uri="{FF2B5EF4-FFF2-40B4-BE49-F238E27FC236}">
                  <a16:creationId xmlns:a16="http://schemas.microsoft.com/office/drawing/2014/main" id="{1857C7D5-6A4F-F80C-D0AE-41FFB18323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5726" y="3848137"/>
              <a:ext cx="271462" cy="685800"/>
            </a:xfrm>
            <a:custGeom>
              <a:avLst/>
              <a:gdLst>
                <a:gd name="T0" fmla="*/ 36 w 171"/>
                <a:gd name="T1" fmla="*/ 353 h 432"/>
                <a:gd name="T2" fmla="*/ 2 w 171"/>
                <a:gd name="T3" fmla="*/ 432 h 432"/>
                <a:gd name="T4" fmla="*/ 2 w 171"/>
                <a:gd name="T5" fmla="*/ 432 h 432"/>
                <a:gd name="T6" fmla="*/ 36 w 171"/>
                <a:gd name="T7" fmla="*/ 353 h 432"/>
                <a:gd name="T8" fmla="*/ 9 w 171"/>
                <a:gd name="T9" fmla="*/ 180 h 432"/>
                <a:gd name="T10" fmla="*/ 0 w 171"/>
                <a:gd name="T11" fmla="*/ 424 h 432"/>
                <a:gd name="T12" fmla="*/ 0 w 171"/>
                <a:gd name="T13" fmla="*/ 424 h 432"/>
                <a:gd name="T14" fmla="*/ 9 w 171"/>
                <a:gd name="T15" fmla="*/ 180 h 432"/>
                <a:gd name="T16" fmla="*/ 81 w 171"/>
                <a:gd name="T17" fmla="*/ 0 h 432"/>
                <a:gd name="T18" fmla="*/ 171 w 171"/>
                <a:gd name="T19" fmla="*/ 35 h 432"/>
                <a:gd name="T20" fmla="*/ 171 w 171"/>
                <a:gd name="T21" fmla="*/ 35 h 432"/>
                <a:gd name="T22" fmla="*/ 81 w 171"/>
                <a:gd name="T23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1" h="432">
                  <a:moveTo>
                    <a:pt x="36" y="353"/>
                  </a:moveTo>
                  <a:lnTo>
                    <a:pt x="2" y="432"/>
                  </a:lnTo>
                  <a:lnTo>
                    <a:pt x="2" y="432"/>
                  </a:lnTo>
                  <a:lnTo>
                    <a:pt x="36" y="353"/>
                  </a:lnTo>
                  <a:moveTo>
                    <a:pt x="9" y="180"/>
                  </a:moveTo>
                  <a:lnTo>
                    <a:pt x="0" y="424"/>
                  </a:lnTo>
                  <a:lnTo>
                    <a:pt x="0" y="424"/>
                  </a:lnTo>
                  <a:lnTo>
                    <a:pt x="9" y="180"/>
                  </a:lnTo>
                  <a:moveTo>
                    <a:pt x="81" y="0"/>
                  </a:moveTo>
                  <a:lnTo>
                    <a:pt x="171" y="35"/>
                  </a:lnTo>
                  <a:lnTo>
                    <a:pt x="171" y="35"/>
                  </a:lnTo>
                  <a:lnTo>
                    <a:pt x="8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7" name="Rectangle 400">
              <a:extLst>
                <a:ext uri="{FF2B5EF4-FFF2-40B4-BE49-F238E27FC236}">
                  <a16:creationId xmlns:a16="http://schemas.microsoft.com/office/drawing/2014/main" id="{C94C4A6E-A06F-63EA-5EC3-784857CF8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8901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8" name="Freeform 401">
              <a:extLst>
                <a:ext uri="{FF2B5EF4-FFF2-40B4-BE49-F238E27FC236}">
                  <a16:creationId xmlns:a16="http://schemas.microsoft.com/office/drawing/2014/main" id="{A5CDE899-6E13-DB93-751D-875D1DE8E596}"/>
                </a:ext>
              </a:extLst>
            </p:cNvPr>
            <p:cNvSpPr/>
            <p:nvPr/>
          </p:nvSpPr>
          <p:spPr bwMode="auto">
            <a:xfrm flipH="1">
              <a:off x="2128901" y="45339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09" name="Freeform 402">
              <a:extLst>
                <a:ext uri="{FF2B5EF4-FFF2-40B4-BE49-F238E27FC236}">
                  <a16:creationId xmlns:a16="http://schemas.microsoft.com/office/drawing/2014/main" id="{DD7D431E-CF2B-A325-08B2-B007A4A45B21}"/>
                </a:ext>
              </a:extLst>
            </p:cNvPr>
            <p:cNvSpPr/>
            <p:nvPr/>
          </p:nvSpPr>
          <p:spPr bwMode="auto">
            <a:xfrm>
              <a:off x="2125726" y="3903700"/>
              <a:ext cx="279400" cy="630238"/>
            </a:xfrm>
            <a:custGeom>
              <a:avLst/>
              <a:gdLst>
                <a:gd name="T0" fmla="*/ 171 w 176"/>
                <a:gd name="T1" fmla="*/ 0 h 397"/>
                <a:gd name="T2" fmla="*/ 171 w 176"/>
                <a:gd name="T3" fmla="*/ 0 h 397"/>
                <a:gd name="T4" fmla="*/ 171 w 176"/>
                <a:gd name="T5" fmla="*/ 0 h 397"/>
                <a:gd name="T6" fmla="*/ 0 w 176"/>
                <a:gd name="T7" fmla="*/ 389 h 397"/>
                <a:gd name="T8" fmla="*/ 0 w 176"/>
                <a:gd name="T9" fmla="*/ 389 h 397"/>
                <a:gd name="T10" fmla="*/ 0 w 176"/>
                <a:gd name="T11" fmla="*/ 397 h 397"/>
                <a:gd name="T12" fmla="*/ 2 w 176"/>
                <a:gd name="T13" fmla="*/ 397 h 397"/>
                <a:gd name="T14" fmla="*/ 36 w 176"/>
                <a:gd name="T15" fmla="*/ 318 h 397"/>
                <a:gd name="T16" fmla="*/ 176 w 176"/>
                <a:gd name="T17" fmla="*/ 2 h 397"/>
                <a:gd name="T18" fmla="*/ 171 w 176"/>
                <a:gd name="T1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397">
                  <a:moveTo>
                    <a:pt x="171" y="0"/>
                  </a:moveTo>
                  <a:lnTo>
                    <a:pt x="171" y="0"/>
                  </a:lnTo>
                  <a:lnTo>
                    <a:pt x="171" y="0"/>
                  </a:lnTo>
                  <a:lnTo>
                    <a:pt x="0" y="389"/>
                  </a:lnTo>
                  <a:lnTo>
                    <a:pt x="0" y="389"/>
                  </a:lnTo>
                  <a:lnTo>
                    <a:pt x="0" y="397"/>
                  </a:lnTo>
                  <a:lnTo>
                    <a:pt x="2" y="397"/>
                  </a:lnTo>
                  <a:lnTo>
                    <a:pt x="36" y="318"/>
                  </a:lnTo>
                  <a:lnTo>
                    <a:pt x="176" y="2"/>
                  </a:lnTo>
                  <a:lnTo>
                    <a:pt x="17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0" name="Freeform 403">
              <a:extLst>
                <a:ext uri="{FF2B5EF4-FFF2-40B4-BE49-F238E27FC236}">
                  <a16:creationId xmlns:a16="http://schemas.microsoft.com/office/drawing/2014/main" id="{154C50D6-8BC2-A101-2296-6FF29487ECC9}"/>
                </a:ext>
              </a:extLst>
            </p:cNvPr>
            <p:cNvSpPr/>
            <p:nvPr/>
          </p:nvSpPr>
          <p:spPr bwMode="auto">
            <a:xfrm>
              <a:off x="2125726" y="3903700"/>
              <a:ext cx="279400" cy="630238"/>
            </a:xfrm>
            <a:custGeom>
              <a:avLst/>
              <a:gdLst>
                <a:gd name="T0" fmla="*/ 171 w 176"/>
                <a:gd name="T1" fmla="*/ 0 h 397"/>
                <a:gd name="T2" fmla="*/ 171 w 176"/>
                <a:gd name="T3" fmla="*/ 0 h 397"/>
                <a:gd name="T4" fmla="*/ 171 w 176"/>
                <a:gd name="T5" fmla="*/ 0 h 397"/>
                <a:gd name="T6" fmla="*/ 0 w 176"/>
                <a:gd name="T7" fmla="*/ 389 h 397"/>
                <a:gd name="T8" fmla="*/ 0 w 176"/>
                <a:gd name="T9" fmla="*/ 389 h 397"/>
                <a:gd name="T10" fmla="*/ 0 w 176"/>
                <a:gd name="T11" fmla="*/ 397 h 397"/>
                <a:gd name="T12" fmla="*/ 2 w 176"/>
                <a:gd name="T13" fmla="*/ 397 h 397"/>
                <a:gd name="T14" fmla="*/ 36 w 176"/>
                <a:gd name="T15" fmla="*/ 318 h 397"/>
                <a:gd name="T16" fmla="*/ 176 w 176"/>
                <a:gd name="T17" fmla="*/ 2 h 397"/>
                <a:gd name="T18" fmla="*/ 171 w 176"/>
                <a:gd name="T1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397">
                  <a:moveTo>
                    <a:pt x="171" y="0"/>
                  </a:moveTo>
                  <a:lnTo>
                    <a:pt x="171" y="0"/>
                  </a:lnTo>
                  <a:lnTo>
                    <a:pt x="171" y="0"/>
                  </a:lnTo>
                  <a:lnTo>
                    <a:pt x="0" y="389"/>
                  </a:lnTo>
                  <a:lnTo>
                    <a:pt x="0" y="389"/>
                  </a:lnTo>
                  <a:lnTo>
                    <a:pt x="0" y="397"/>
                  </a:lnTo>
                  <a:lnTo>
                    <a:pt x="2" y="397"/>
                  </a:lnTo>
                  <a:lnTo>
                    <a:pt x="36" y="318"/>
                  </a:lnTo>
                  <a:lnTo>
                    <a:pt x="176" y="2"/>
                  </a:lnTo>
                  <a:lnTo>
                    <a:pt x="17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1" name="Freeform 404">
              <a:extLst>
                <a:ext uri="{FF2B5EF4-FFF2-40B4-BE49-F238E27FC236}">
                  <a16:creationId xmlns:a16="http://schemas.microsoft.com/office/drawing/2014/main" id="{B4D699A9-BF0C-F603-71CB-AC6C14D190D6}"/>
                </a:ext>
              </a:extLst>
            </p:cNvPr>
            <p:cNvSpPr/>
            <p:nvPr/>
          </p:nvSpPr>
          <p:spPr bwMode="auto">
            <a:xfrm>
              <a:off x="2125726" y="453393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2" name="Freeform 405">
              <a:extLst>
                <a:ext uri="{FF2B5EF4-FFF2-40B4-BE49-F238E27FC236}">
                  <a16:creationId xmlns:a16="http://schemas.microsoft.com/office/drawing/2014/main" id="{873386F0-AF2D-5C08-5D80-0704B74C48FE}"/>
                </a:ext>
              </a:extLst>
            </p:cNvPr>
            <p:cNvSpPr/>
            <p:nvPr/>
          </p:nvSpPr>
          <p:spPr bwMode="auto">
            <a:xfrm>
              <a:off x="2125726" y="453393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3" name="Freeform 406">
              <a:extLst>
                <a:ext uri="{FF2B5EF4-FFF2-40B4-BE49-F238E27FC236}">
                  <a16:creationId xmlns:a16="http://schemas.microsoft.com/office/drawing/2014/main" id="{773E091E-027C-477F-ABF5-CCC8FA1F164C}"/>
                </a:ext>
              </a:extLst>
            </p:cNvPr>
            <p:cNvSpPr/>
            <p:nvPr/>
          </p:nvSpPr>
          <p:spPr bwMode="auto">
            <a:xfrm>
              <a:off x="2125726" y="453552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4" name="Freeform 407">
              <a:extLst>
                <a:ext uri="{FF2B5EF4-FFF2-40B4-BE49-F238E27FC236}">
                  <a16:creationId xmlns:a16="http://schemas.microsoft.com/office/drawing/2014/main" id="{CCFA2E05-260B-7CD6-756C-AA97D0265F6A}"/>
                </a:ext>
              </a:extLst>
            </p:cNvPr>
            <p:cNvSpPr/>
            <p:nvPr/>
          </p:nvSpPr>
          <p:spPr bwMode="auto">
            <a:xfrm>
              <a:off x="2125726" y="453552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5" name="Freeform 408">
              <a:extLst>
                <a:ext uri="{FF2B5EF4-FFF2-40B4-BE49-F238E27FC236}">
                  <a16:creationId xmlns:a16="http://schemas.microsoft.com/office/drawing/2014/main" id="{E3853EFF-1014-8F09-BAF9-3F6C85FCF723}"/>
                </a:ext>
              </a:extLst>
            </p:cNvPr>
            <p:cNvSpPr/>
            <p:nvPr/>
          </p:nvSpPr>
          <p:spPr bwMode="auto">
            <a:xfrm>
              <a:off x="2405126" y="3898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6" name="Freeform 409">
              <a:extLst>
                <a:ext uri="{FF2B5EF4-FFF2-40B4-BE49-F238E27FC236}">
                  <a16:creationId xmlns:a16="http://schemas.microsoft.com/office/drawing/2014/main" id="{E977640A-C174-C148-918B-24DFAE224656}"/>
                </a:ext>
              </a:extLst>
            </p:cNvPr>
            <p:cNvSpPr/>
            <p:nvPr/>
          </p:nvSpPr>
          <p:spPr bwMode="auto">
            <a:xfrm>
              <a:off x="2405126" y="3898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7" name="Freeform 410">
              <a:extLst>
                <a:ext uri="{FF2B5EF4-FFF2-40B4-BE49-F238E27FC236}">
                  <a16:creationId xmlns:a16="http://schemas.microsoft.com/office/drawing/2014/main" id="{B7BC0BF0-FE0C-0DA0-5B78-D7D7D74F37FC}"/>
                </a:ext>
              </a:extLst>
            </p:cNvPr>
            <p:cNvSpPr/>
            <p:nvPr/>
          </p:nvSpPr>
          <p:spPr bwMode="auto">
            <a:xfrm>
              <a:off x="2405126" y="389893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8" name="Freeform 411">
              <a:extLst>
                <a:ext uri="{FF2B5EF4-FFF2-40B4-BE49-F238E27FC236}">
                  <a16:creationId xmlns:a16="http://schemas.microsoft.com/office/drawing/2014/main" id="{CCC6694B-2518-B1E0-B566-7DEB2CE5EC67}"/>
                </a:ext>
              </a:extLst>
            </p:cNvPr>
            <p:cNvSpPr/>
            <p:nvPr/>
          </p:nvSpPr>
          <p:spPr bwMode="auto">
            <a:xfrm>
              <a:off x="2405126" y="389893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19" name="Freeform 412">
              <a:extLst>
                <a:ext uri="{FF2B5EF4-FFF2-40B4-BE49-F238E27FC236}">
                  <a16:creationId xmlns:a16="http://schemas.microsoft.com/office/drawing/2014/main" id="{C9BBCEBA-9180-4625-5485-5D0E18B1867E}"/>
                </a:ext>
              </a:extLst>
            </p:cNvPr>
            <p:cNvSpPr/>
            <p:nvPr/>
          </p:nvSpPr>
          <p:spPr bwMode="auto">
            <a:xfrm>
              <a:off x="2119376" y="417516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0" name="Freeform 413">
              <a:extLst>
                <a:ext uri="{FF2B5EF4-FFF2-40B4-BE49-F238E27FC236}">
                  <a16:creationId xmlns:a16="http://schemas.microsoft.com/office/drawing/2014/main" id="{8404D396-7C59-9F61-D914-2710B8D6A5D8}"/>
                </a:ext>
              </a:extLst>
            </p:cNvPr>
            <p:cNvSpPr/>
            <p:nvPr/>
          </p:nvSpPr>
          <p:spPr bwMode="auto">
            <a:xfrm>
              <a:off x="2119376" y="417516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1" name="Rectangle 414">
              <a:extLst>
                <a:ext uri="{FF2B5EF4-FFF2-40B4-BE49-F238E27FC236}">
                  <a16:creationId xmlns:a16="http://schemas.microsoft.com/office/drawing/2014/main" id="{3299E776-3C4B-178A-9260-0F017119E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376" y="44879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2" name="Rectangle 415">
              <a:extLst>
                <a:ext uri="{FF2B5EF4-FFF2-40B4-BE49-F238E27FC236}">
                  <a16:creationId xmlns:a16="http://schemas.microsoft.com/office/drawing/2014/main" id="{CE1631F8-BB80-B91B-E647-5479A77E3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376" y="44879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3" name="Freeform 416">
              <a:extLst>
                <a:ext uri="{FF2B5EF4-FFF2-40B4-BE49-F238E27FC236}">
                  <a16:creationId xmlns:a16="http://schemas.microsoft.com/office/drawing/2014/main" id="{15795B44-E69D-E71F-9E51-7465973998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51126" y="3800512"/>
              <a:ext cx="254000" cy="103188"/>
            </a:xfrm>
            <a:custGeom>
              <a:avLst/>
              <a:gdLst>
                <a:gd name="T0" fmla="*/ 159 w 160"/>
                <a:gd name="T1" fmla="*/ 62 h 65"/>
                <a:gd name="T2" fmla="*/ 160 w 160"/>
                <a:gd name="T3" fmla="*/ 62 h 65"/>
                <a:gd name="T4" fmla="*/ 160 w 160"/>
                <a:gd name="T5" fmla="*/ 62 h 65"/>
                <a:gd name="T6" fmla="*/ 159 w 160"/>
                <a:gd name="T7" fmla="*/ 62 h 65"/>
                <a:gd name="T8" fmla="*/ 1 w 160"/>
                <a:gd name="T9" fmla="*/ 0 h 65"/>
                <a:gd name="T10" fmla="*/ 0 w 160"/>
                <a:gd name="T11" fmla="*/ 2 h 65"/>
                <a:gd name="T12" fmla="*/ 0 w 160"/>
                <a:gd name="T13" fmla="*/ 4 h 65"/>
                <a:gd name="T14" fmla="*/ 65 w 160"/>
                <a:gd name="T15" fmla="*/ 30 h 65"/>
                <a:gd name="T16" fmla="*/ 155 w 160"/>
                <a:gd name="T17" fmla="*/ 65 h 65"/>
                <a:gd name="T18" fmla="*/ 157 w 160"/>
                <a:gd name="T19" fmla="*/ 61 h 65"/>
                <a:gd name="T20" fmla="*/ 1 w 160"/>
                <a:gd name="T21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0" h="65">
                  <a:moveTo>
                    <a:pt x="159" y="62"/>
                  </a:moveTo>
                  <a:lnTo>
                    <a:pt x="160" y="62"/>
                  </a:lnTo>
                  <a:lnTo>
                    <a:pt x="160" y="62"/>
                  </a:lnTo>
                  <a:lnTo>
                    <a:pt x="159" y="62"/>
                  </a:lnTo>
                  <a:close/>
                  <a:moveTo>
                    <a:pt x="1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65" y="30"/>
                  </a:lnTo>
                  <a:lnTo>
                    <a:pt x="155" y="65"/>
                  </a:lnTo>
                  <a:lnTo>
                    <a:pt x="157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4" name="Freeform 417">
              <a:extLst>
                <a:ext uri="{FF2B5EF4-FFF2-40B4-BE49-F238E27FC236}">
                  <a16:creationId xmlns:a16="http://schemas.microsoft.com/office/drawing/2014/main" id="{553E6CB9-7581-759A-163C-4198A96122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51126" y="3800512"/>
              <a:ext cx="254000" cy="103188"/>
            </a:xfrm>
            <a:custGeom>
              <a:avLst/>
              <a:gdLst>
                <a:gd name="T0" fmla="*/ 159 w 160"/>
                <a:gd name="T1" fmla="*/ 62 h 65"/>
                <a:gd name="T2" fmla="*/ 160 w 160"/>
                <a:gd name="T3" fmla="*/ 62 h 65"/>
                <a:gd name="T4" fmla="*/ 160 w 160"/>
                <a:gd name="T5" fmla="*/ 62 h 65"/>
                <a:gd name="T6" fmla="*/ 159 w 160"/>
                <a:gd name="T7" fmla="*/ 62 h 65"/>
                <a:gd name="T8" fmla="*/ 1 w 160"/>
                <a:gd name="T9" fmla="*/ 0 h 65"/>
                <a:gd name="T10" fmla="*/ 0 w 160"/>
                <a:gd name="T11" fmla="*/ 2 h 65"/>
                <a:gd name="T12" fmla="*/ 0 w 160"/>
                <a:gd name="T13" fmla="*/ 4 h 65"/>
                <a:gd name="T14" fmla="*/ 65 w 160"/>
                <a:gd name="T15" fmla="*/ 30 h 65"/>
                <a:gd name="T16" fmla="*/ 155 w 160"/>
                <a:gd name="T17" fmla="*/ 65 h 65"/>
                <a:gd name="T18" fmla="*/ 157 w 160"/>
                <a:gd name="T19" fmla="*/ 61 h 65"/>
                <a:gd name="T20" fmla="*/ 1 w 160"/>
                <a:gd name="T21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0" h="65">
                  <a:moveTo>
                    <a:pt x="159" y="62"/>
                  </a:moveTo>
                  <a:lnTo>
                    <a:pt x="160" y="62"/>
                  </a:lnTo>
                  <a:lnTo>
                    <a:pt x="160" y="62"/>
                  </a:lnTo>
                  <a:lnTo>
                    <a:pt x="159" y="62"/>
                  </a:lnTo>
                  <a:moveTo>
                    <a:pt x="1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65" y="30"/>
                  </a:lnTo>
                  <a:lnTo>
                    <a:pt x="155" y="65"/>
                  </a:lnTo>
                  <a:lnTo>
                    <a:pt x="157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5" name="Freeform 418">
              <a:extLst>
                <a:ext uri="{FF2B5EF4-FFF2-40B4-BE49-F238E27FC236}">
                  <a16:creationId xmlns:a16="http://schemas.microsoft.com/office/drawing/2014/main" id="{6B2A568F-DFFD-0B2E-BB83-E776688600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97189" y="3897350"/>
              <a:ext cx="9525" cy="9525"/>
            </a:xfrm>
            <a:custGeom>
              <a:avLst/>
              <a:gdLst>
                <a:gd name="T0" fmla="*/ 3 w 6"/>
                <a:gd name="T1" fmla="*/ 3 h 6"/>
                <a:gd name="T2" fmla="*/ 4 w 6"/>
                <a:gd name="T3" fmla="*/ 1 h 6"/>
                <a:gd name="T4" fmla="*/ 3 w 6"/>
                <a:gd name="T5" fmla="*/ 3 h 6"/>
                <a:gd name="T6" fmla="*/ 4 w 6"/>
                <a:gd name="T7" fmla="*/ 1 h 6"/>
                <a:gd name="T8" fmla="*/ 4 w 6"/>
                <a:gd name="T9" fmla="*/ 1 h 6"/>
                <a:gd name="T10" fmla="*/ 3 w 6"/>
                <a:gd name="T11" fmla="*/ 3 h 6"/>
                <a:gd name="T12" fmla="*/ 4 w 6"/>
                <a:gd name="T13" fmla="*/ 1 h 6"/>
                <a:gd name="T14" fmla="*/ 3 w 6"/>
                <a:gd name="T15" fmla="*/ 3 h 6"/>
                <a:gd name="T16" fmla="*/ 1 w 6"/>
                <a:gd name="T17" fmla="*/ 2 h 6"/>
                <a:gd name="T18" fmla="*/ 3 w 6"/>
                <a:gd name="T19" fmla="*/ 3 h 6"/>
                <a:gd name="T20" fmla="*/ 2 w 6"/>
                <a:gd name="T21" fmla="*/ 0 h 6"/>
                <a:gd name="T22" fmla="*/ 0 w 6"/>
                <a:gd name="T23" fmla="*/ 4 h 6"/>
                <a:gd name="T24" fmla="*/ 5 w 6"/>
                <a:gd name="T25" fmla="*/ 6 h 6"/>
                <a:gd name="T26" fmla="*/ 6 w 6"/>
                <a:gd name="T27" fmla="*/ 3 h 6"/>
                <a:gd name="T28" fmla="*/ 5 w 6"/>
                <a:gd name="T29" fmla="*/ 2 h 6"/>
                <a:gd name="T30" fmla="*/ 5 w 6"/>
                <a:gd name="T31" fmla="*/ 1 h 6"/>
                <a:gd name="T32" fmla="*/ 4 w 6"/>
                <a:gd name="T33" fmla="*/ 1 h 6"/>
                <a:gd name="T34" fmla="*/ 4 w 6"/>
                <a:gd name="T35" fmla="*/ 1 h 6"/>
                <a:gd name="T36" fmla="*/ 2 w 6"/>
                <a:gd name="T3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6"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close/>
                  <a:moveTo>
                    <a:pt x="4" y="1"/>
                  </a:moveTo>
                  <a:lnTo>
                    <a:pt x="4" y="1"/>
                  </a:lnTo>
                  <a:close/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lnTo>
                    <a:pt x="1" y="2"/>
                  </a:lnTo>
                  <a:lnTo>
                    <a:pt x="3" y="3"/>
                  </a:lnTo>
                  <a:close/>
                  <a:moveTo>
                    <a:pt x="2" y="0"/>
                  </a:moveTo>
                  <a:lnTo>
                    <a:pt x="0" y="4"/>
                  </a:lnTo>
                  <a:lnTo>
                    <a:pt x="5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6" name="Freeform 419">
              <a:extLst>
                <a:ext uri="{FF2B5EF4-FFF2-40B4-BE49-F238E27FC236}">
                  <a16:creationId xmlns:a16="http://schemas.microsoft.com/office/drawing/2014/main" id="{AB2A8EFE-85FB-4155-D202-837E4DAAF5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97189" y="3897350"/>
              <a:ext cx="9525" cy="9525"/>
            </a:xfrm>
            <a:custGeom>
              <a:avLst/>
              <a:gdLst>
                <a:gd name="T0" fmla="*/ 3 w 6"/>
                <a:gd name="T1" fmla="*/ 3 h 6"/>
                <a:gd name="T2" fmla="*/ 4 w 6"/>
                <a:gd name="T3" fmla="*/ 1 h 6"/>
                <a:gd name="T4" fmla="*/ 3 w 6"/>
                <a:gd name="T5" fmla="*/ 3 h 6"/>
                <a:gd name="T6" fmla="*/ 4 w 6"/>
                <a:gd name="T7" fmla="*/ 1 h 6"/>
                <a:gd name="T8" fmla="*/ 4 w 6"/>
                <a:gd name="T9" fmla="*/ 1 h 6"/>
                <a:gd name="T10" fmla="*/ 3 w 6"/>
                <a:gd name="T11" fmla="*/ 3 h 6"/>
                <a:gd name="T12" fmla="*/ 4 w 6"/>
                <a:gd name="T13" fmla="*/ 1 h 6"/>
                <a:gd name="T14" fmla="*/ 3 w 6"/>
                <a:gd name="T15" fmla="*/ 3 h 6"/>
                <a:gd name="T16" fmla="*/ 1 w 6"/>
                <a:gd name="T17" fmla="*/ 2 h 6"/>
                <a:gd name="T18" fmla="*/ 3 w 6"/>
                <a:gd name="T19" fmla="*/ 3 h 6"/>
                <a:gd name="T20" fmla="*/ 2 w 6"/>
                <a:gd name="T21" fmla="*/ 0 h 6"/>
                <a:gd name="T22" fmla="*/ 0 w 6"/>
                <a:gd name="T23" fmla="*/ 4 h 6"/>
                <a:gd name="T24" fmla="*/ 5 w 6"/>
                <a:gd name="T25" fmla="*/ 6 h 6"/>
                <a:gd name="T26" fmla="*/ 6 w 6"/>
                <a:gd name="T27" fmla="*/ 3 h 6"/>
                <a:gd name="T28" fmla="*/ 5 w 6"/>
                <a:gd name="T29" fmla="*/ 2 h 6"/>
                <a:gd name="T30" fmla="*/ 5 w 6"/>
                <a:gd name="T31" fmla="*/ 1 h 6"/>
                <a:gd name="T32" fmla="*/ 4 w 6"/>
                <a:gd name="T33" fmla="*/ 1 h 6"/>
                <a:gd name="T34" fmla="*/ 4 w 6"/>
                <a:gd name="T35" fmla="*/ 1 h 6"/>
                <a:gd name="T36" fmla="*/ 2 w 6"/>
                <a:gd name="T3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6"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moveTo>
                    <a:pt x="4" y="1"/>
                  </a:moveTo>
                  <a:lnTo>
                    <a:pt x="4" y="1"/>
                  </a:lnTo>
                  <a:moveTo>
                    <a:pt x="3" y="3"/>
                  </a:moveTo>
                  <a:lnTo>
                    <a:pt x="4" y="1"/>
                  </a:lnTo>
                  <a:lnTo>
                    <a:pt x="3" y="3"/>
                  </a:lnTo>
                  <a:lnTo>
                    <a:pt x="1" y="2"/>
                  </a:lnTo>
                  <a:lnTo>
                    <a:pt x="3" y="3"/>
                  </a:lnTo>
                  <a:moveTo>
                    <a:pt x="2" y="0"/>
                  </a:moveTo>
                  <a:lnTo>
                    <a:pt x="0" y="4"/>
                  </a:lnTo>
                  <a:lnTo>
                    <a:pt x="5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7" name="Freeform 420">
              <a:extLst>
                <a:ext uri="{FF2B5EF4-FFF2-40B4-BE49-F238E27FC236}">
                  <a16:creationId xmlns:a16="http://schemas.microsoft.com/office/drawing/2014/main" id="{08FF09A2-5DD3-5E0D-4FE9-25D8B0953A09}"/>
                </a:ext>
              </a:extLst>
            </p:cNvPr>
            <p:cNvSpPr/>
            <p:nvPr/>
          </p:nvSpPr>
          <p:spPr bwMode="auto">
            <a:xfrm>
              <a:off x="2298764" y="3449675"/>
              <a:ext cx="9525" cy="12700"/>
            </a:xfrm>
            <a:custGeom>
              <a:avLst/>
              <a:gdLst>
                <a:gd name="T0" fmla="*/ 6 w 6"/>
                <a:gd name="T1" fmla="*/ 0 h 8"/>
                <a:gd name="T2" fmla="*/ 0 w 6"/>
                <a:gd name="T3" fmla="*/ 7 h 8"/>
                <a:gd name="T4" fmla="*/ 0 w 6"/>
                <a:gd name="T5" fmla="*/ 8 h 8"/>
                <a:gd name="T6" fmla="*/ 3 w 6"/>
                <a:gd name="T7" fmla="*/ 8 h 8"/>
                <a:gd name="T8" fmla="*/ 6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0" y="7"/>
                  </a:lnTo>
                  <a:lnTo>
                    <a:pt x="0" y="8"/>
                  </a:lnTo>
                  <a:lnTo>
                    <a:pt x="3" y="8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8" name="Freeform 421">
              <a:extLst>
                <a:ext uri="{FF2B5EF4-FFF2-40B4-BE49-F238E27FC236}">
                  <a16:creationId xmlns:a16="http://schemas.microsoft.com/office/drawing/2014/main" id="{7D3B8EDA-FBB1-41AB-1C29-385B9D42D14C}"/>
                </a:ext>
              </a:extLst>
            </p:cNvPr>
            <p:cNvSpPr/>
            <p:nvPr/>
          </p:nvSpPr>
          <p:spPr bwMode="auto">
            <a:xfrm>
              <a:off x="2298764" y="3449675"/>
              <a:ext cx="9525" cy="12700"/>
            </a:xfrm>
            <a:custGeom>
              <a:avLst/>
              <a:gdLst>
                <a:gd name="T0" fmla="*/ 6 w 6"/>
                <a:gd name="T1" fmla="*/ 0 h 8"/>
                <a:gd name="T2" fmla="*/ 0 w 6"/>
                <a:gd name="T3" fmla="*/ 7 h 8"/>
                <a:gd name="T4" fmla="*/ 0 w 6"/>
                <a:gd name="T5" fmla="*/ 8 h 8"/>
                <a:gd name="T6" fmla="*/ 3 w 6"/>
                <a:gd name="T7" fmla="*/ 8 h 8"/>
                <a:gd name="T8" fmla="*/ 6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0" y="7"/>
                  </a:lnTo>
                  <a:lnTo>
                    <a:pt x="0" y="8"/>
                  </a:lnTo>
                  <a:lnTo>
                    <a:pt x="3" y="8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29" name="Freeform 422">
              <a:extLst>
                <a:ext uri="{FF2B5EF4-FFF2-40B4-BE49-F238E27FC236}">
                  <a16:creationId xmlns:a16="http://schemas.microsoft.com/office/drawing/2014/main" id="{E6C07F8E-A519-DA93-E228-7ABA0EF1D081}"/>
                </a:ext>
              </a:extLst>
            </p:cNvPr>
            <p:cNvSpPr/>
            <p:nvPr/>
          </p:nvSpPr>
          <p:spPr bwMode="auto">
            <a:xfrm>
              <a:off x="2298764" y="34623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0" name="Freeform 423">
              <a:extLst>
                <a:ext uri="{FF2B5EF4-FFF2-40B4-BE49-F238E27FC236}">
                  <a16:creationId xmlns:a16="http://schemas.microsoft.com/office/drawing/2014/main" id="{0BB0A9C5-7DDB-06FC-91B9-2BA46398C50A}"/>
                </a:ext>
              </a:extLst>
            </p:cNvPr>
            <p:cNvSpPr/>
            <p:nvPr/>
          </p:nvSpPr>
          <p:spPr bwMode="auto">
            <a:xfrm>
              <a:off x="2298764" y="34623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1" name="Freeform 424">
              <a:extLst>
                <a:ext uri="{FF2B5EF4-FFF2-40B4-BE49-F238E27FC236}">
                  <a16:creationId xmlns:a16="http://schemas.microsoft.com/office/drawing/2014/main" id="{48D2198F-CD7F-BAF6-D0DC-02894C428C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6826" y="3475075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2" name="Freeform 425">
              <a:extLst>
                <a:ext uri="{FF2B5EF4-FFF2-40B4-BE49-F238E27FC236}">
                  <a16:creationId xmlns:a16="http://schemas.microsoft.com/office/drawing/2014/main" id="{934E1E54-3C67-BF79-0529-269F6C74E4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6826" y="3475075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3" name="Freeform 426">
              <a:extLst>
                <a:ext uri="{FF2B5EF4-FFF2-40B4-BE49-F238E27FC236}">
                  <a16:creationId xmlns:a16="http://schemas.microsoft.com/office/drawing/2014/main" id="{FAD28DF6-4D1D-C395-B05D-C7FD4FCFE513}"/>
                </a:ext>
              </a:extLst>
            </p:cNvPr>
            <p:cNvSpPr/>
            <p:nvPr/>
          </p:nvSpPr>
          <p:spPr bwMode="auto">
            <a:xfrm>
              <a:off x="2036826" y="3465550"/>
              <a:ext cx="257175" cy="269875"/>
            </a:xfrm>
            <a:custGeom>
              <a:avLst/>
              <a:gdLst>
                <a:gd name="T0" fmla="*/ 162 w 162"/>
                <a:gd name="T1" fmla="*/ 0 h 170"/>
                <a:gd name="T2" fmla="*/ 156 w 162"/>
                <a:gd name="T3" fmla="*/ 6 h 170"/>
                <a:gd name="T4" fmla="*/ 0 w 162"/>
                <a:gd name="T5" fmla="*/ 168 h 170"/>
                <a:gd name="T6" fmla="*/ 1 w 162"/>
                <a:gd name="T7" fmla="*/ 168 h 170"/>
                <a:gd name="T8" fmla="*/ 2 w 162"/>
                <a:gd name="T9" fmla="*/ 169 h 170"/>
                <a:gd name="T10" fmla="*/ 2 w 162"/>
                <a:gd name="T11" fmla="*/ 169 h 170"/>
                <a:gd name="T12" fmla="*/ 4 w 162"/>
                <a:gd name="T13" fmla="*/ 170 h 170"/>
                <a:gd name="T14" fmla="*/ 156 w 162"/>
                <a:gd name="T15" fmla="*/ 12 h 170"/>
                <a:gd name="T16" fmla="*/ 162 w 162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" h="170">
                  <a:moveTo>
                    <a:pt x="162" y="0"/>
                  </a:moveTo>
                  <a:lnTo>
                    <a:pt x="156" y="6"/>
                  </a:lnTo>
                  <a:lnTo>
                    <a:pt x="0" y="168"/>
                  </a:lnTo>
                  <a:lnTo>
                    <a:pt x="1" y="168"/>
                  </a:lnTo>
                  <a:lnTo>
                    <a:pt x="2" y="169"/>
                  </a:lnTo>
                  <a:lnTo>
                    <a:pt x="2" y="169"/>
                  </a:lnTo>
                  <a:lnTo>
                    <a:pt x="4" y="170"/>
                  </a:lnTo>
                  <a:lnTo>
                    <a:pt x="156" y="12"/>
                  </a:lnTo>
                  <a:lnTo>
                    <a:pt x="16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4" name="Freeform 427">
              <a:extLst>
                <a:ext uri="{FF2B5EF4-FFF2-40B4-BE49-F238E27FC236}">
                  <a16:creationId xmlns:a16="http://schemas.microsoft.com/office/drawing/2014/main" id="{7E4912F9-6837-6476-8BD4-EC87E7AE09CF}"/>
                </a:ext>
              </a:extLst>
            </p:cNvPr>
            <p:cNvSpPr/>
            <p:nvPr/>
          </p:nvSpPr>
          <p:spPr bwMode="auto">
            <a:xfrm>
              <a:off x="2036826" y="3465550"/>
              <a:ext cx="257175" cy="269875"/>
            </a:xfrm>
            <a:custGeom>
              <a:avLst/>
              <a:gdLst>
                <a:gd name="T0" fmla="*/ 162 w 162"/>
                <a:gd name="T1" fmla="*/ 0 h 170"/>
                <a:gd name="T2" fmla="*/ 156 w 162"/>
                <a:gd name="T3" fmla="*/ 6 h 170"/>
                <a:gd name="T4" fmla="*/ 0 w 162"/>
                <a:gd name="T5" fmla="*/ 168 h 170"/>
                <a:gd name="T6" fmla="*/ 1 w 162"/>
                <a:gd name="T7" fmla="*/ 168 h 170"/>
                <a:gd name="T8" fmla="*/ 2 w 162"/>
                <a:gd name="T9" fmla="*/ 169 h 170"/>
                <a:gd name="T10" fmla="*/ 2 w 162"/>
                <a:gd name="T11" fmla="*/ 169 h 170"/>
                <a:gd name="T12" fmla="*/ 4 w 162"/>
                <a:gd name="T13" fmla="*/ 170 h 170"/>
                <a:gd name="T14" fmla="*/ 156 w 162"/>
                <a:gd name="T15" fmla="*/ 12 h 170"/>
                <a:gd name="T16" fmla="*/ 162 w 162"/>
                <a:gd name="T1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" h="170">
                  <a:moveTo>
                    <a:pt x="162" y="0"/>
                  </a:moveTo>
                  <a:lnTo>
                    <a:pt x="156" y="6"/>
                  </a:lnTo>
                  <a:lnTo>
                    <a:pt x="0" y="168"/>
                  </a:lnTo>
                  <a:lnTo>
                    <a:pt x="1" y="168"/>
                  </a:lnTo>
                  <a:lnTo>
                    <a:pt x="2" y="169"/>
                  </a:lnTo>
                  <a:lnTo>
                    <a:pt x="2" y="169"/>
                  </a:lnTo>
                  <a:lnTo>
                    <a:pt x="4" y="170"/>
                  </a:lnTo>
                  <a:lnTo>
                    <a:pt x="156" y="12"/>
                  </a:lnTo>
                  <a:lnTo>
                    <a:pt x="16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5" name="Freeform 428">
              <a:extLst>
                <a:ext uri="{FF2B5EF4-FFF2-40B4-BE49-F238E27FC236}">
                  <a16:creationId xmlns:a16="http://schemas.microsoft.com/office/drawing/2014/main" id="{77B1EFE9-D47C-F4E4-A628-F350EDA88CB4}"/>
                </a:ext>
              </a:extLst>
            </p:cNvPr>
            <p:cNvSpPr/>
            <p:nvPr/>
          </p:nvSpPr>
          <p:spPr bwMode="auto">
            <a:xfrm>
              <a:off x="2038414" y="373225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6" name="Freeform 429">
              <a:extLst>
                <a:ext uri="{FF2B5EF4-FFF2-40B4-BE49-F238E27FC236}">
                  <a16:creationId xmlns:a16="http://schemas.microsoft.com/office/drawing/2014/main" id="{4BBF356F-CD27-9FA4-0C61-C4E4C6B86853}"/>
                </a:ext>
              </a:extLst>
            </p:cNvPr>
            <p:cNvSpPr/>
            <p:nvPr/>
          </p:nvSpPr>
          <p:spPr bwMode="auto">
            <a:xfrm>
              <a:off x="2038414" y="373225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7" name="Freeform 430">
              <a:extLst>
                <a:ext uri="{FF2B5EF4-FFF2-40B4-BE49-F238E27FC236}">
                  <a16:creationId xmlns:a16="http://schemas.microsoft.com/office/drawing/2014/main" id="{1A14809E-9F74-D43E-BD3B-2DD746AAFEB0}"/>
                </a:ext>
              </a:extLst>
            </p:cNvPr>
            <p:cNvSpPr/>
            <p:nvPr/>
          </p:nvSpPr>
          <p:spPr bwMode="auto">
            <a:xfrm>
              <a:off x="2152714" y="3478250"/>
              <a:ext cx="142875" cy="322263"/>
            </a:xfrm>
            <a:custGeom>
              <a:avLst/>
              <a:gdLst>
                <a:gd name="T0" fmla="*/ 90 w 90"/>
                <a:gd name="T1" fmla="*/ 0 h 203"/>
                <a:gd name="T2" fmla="*/ 0 w 90"/>
                <a:gd name="T3" fmla="*/ 203 h 203"/>
                <a:gd name="T4" fmla="*/ 90 w 90"/>
                <a:gd name="T5" fmla="*/ 0 h 203"/>
                <a:gd name="T6" fmla="*/ 90 w 90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203">
                  <a:moveTo>
                    <a:pt x="90" y="0"/>
                  </a:moveTo>
                  <a:lnTo>
                    <a:pt x="0" y="203"/>
                  </a:lnTo>
                  <a:lnTo>
                    <a:pt x="90" y="0"/>
                  </a:lnTo>
                  <a:lnTo>
                    <a:pt x="9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8" name="Freeform 431">
              <a:extLst>
                <a:ext uri="{FF2B5EF4-FFF2-40B4-BE49-F238E27FC236}">
                  <a16:creationId xmlns:a16="http://schemas.microsoft.com/office/drawing/2014/main" id="{C77F918F-0EC2-581D-6F64-0D0F5E139253}"/>
                </a:ext>
              </a:extLst>
            </p:cNvPr>
            <p:cNvSpPr/>
            <p:nvPr/>
          </p:nvSpPr>
          <p:spPr bwMode="auto">
            <a:xfrm>
              <a:off x="2152714" y="3478250"/>
              <a:ext cx="142875" cy="322263"/>
            </a:xfrm>
            <a:custGeom>
              <a:avLst/>
              <a:gdLst>
                <a:gd name="T0" fmla="*/ 90 w 90"/>
                <a:gd name="T1" fmla="*/ 0 h 203"/>
                <a:gd name="T2" fmla="*/ 0 w 90"/>
                <a:gd name="T3" fmla="*/ 203 h 203"/>
                <a:gd name="T4" fmla="*/ 90 w 90"/>
                <a:gd name="T5" fmla="*/ 0 h 203"/>
                <a:gd name="T6" fmla="*/ 90 w 90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203">
                  <a:moveTo>
                    <a:pt x="90" y="0"/>
                  </a:moveTo>
                  <a:lnTo>
                    <a:pt x="0" y="203"/>
                  </a:lnTo>
                  <a:lnTo>
                    <a:pt x="90" y="0"/>
                  </a:lnTo>
                  <a:lnTo>
                    <a:pt x="9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39" name="Freeform 432">
              <a:extLst>
                <a:ext uri="{FF2B5EF4-FFF2-40B4-BE49-F238E27FC236}">
                  <a16:creationId xmlns:a16="http://schemas.microsoft.com/office/drawing/2014/main" id="{05020518-6E4D-251E-7548-01DB9466EE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6364" y="3460787"/>
              <a:ext cx="153987" cy="339725"/>
            </a:xfrm>
            <a:custGeom>
              <a:avLst/>
              <a:gdLst>
                <a:gd name="T0" fmla="*/ 97 w 97"/>
                <a:gd name="T1" fmla="*/ 5 h 214"/>
                <a:gd name="T2" fmla="*/ 87 w 97"/>
                <a:gd name="T3" fmla="*/ 15 h 214"/>
                <a:gd name="T4" fmla="*/ 55 w 97"/>
                <a:gd name="T5" fmla="*/ 88 h 214"/>
                <a:gd name="T6" fmla="*/ 0 w 97"/>
                <a:gd name="T7" fmla="*/ 212 h 214"/>
                <a:gd name="T8" fmla="*/ 2 w 97"/>
                <a:gd name="T9" fmla="*/ 213 h 214"/>
                <a:gd name="T10" fmla="*/ 4 w 97"/>
                <a:gd name="T11" fmla="*/ 214 h 214"/>
                <a:gd name="T12" fmla="*/ 4 w 97"/>
                <a:gd name="T13" fmla="*/ 214 h 214"/>
                <a:gd name="T14" fmla="*/ 4 w 97"/>
                <a:gd name="T15" fmla="*/ 214 h 214"/>
                <a:gd name="T16" fmla="*/ 94 w 97"/>
                <a:gd name="T17" fmla="*/ 11 h 214"/>
                <a:gd name="T18" fmla="*/ 97 w 97"/>
                <a:gd name="T19" fmla="*/ 5 h 214"/>
                <a:gd name="T20" fmla="*/ 96 w 97"/>
                <a:gd name="T21" fmla="*/ 0 h 214"/>
                <a:gd name="T22" fmla="*/ 94 w 97"/>
                <a:gd name="T23" fmla="*/ 2 h 214"/>
                <a:gd name="T24" fmla="*/ 96 w 97"/>
                <a:gd name="T25" fmla="*/ 1 h 214"/>
                <a:gd name="T26" fmla="*/ 96 w 97"/>
                <a:gd name="T27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214">
                  <a:moveTo>
                    <a:pt x="97" y="5"/>
                  </a:moveTo>
                  <a:lnTo>
                    <a:pt x="87" y="15"/>
                  </a:lnTo>
                  <a:lnTo>
                    <a:pt x="55" y="88"/>
                  </a:lnTo>
                  <a:lnTo>
                    <a:pt x="0" y="212"/>
                  </a:lnTo>
                  <a:lnTo>
                    <a:pt x="2" y="213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94" y="11"/>
                  </a:lnTo>
                  <a:lnTo>
                    <a:pt x="97" y="5"/>
                  </a:lnTo>
                  <a:close/>
                  <a:moveTo>
                    <a:pt x="96" y="0"/>
                  </a:moveTo>
                  <a:lnTo>
                    <a:pt x="94" y="2"/>
                  </a:lnTo>
                  <a:lnTo>
                    <a:pt x="96" y="1"/>
                  </a:lnTo>
                  <a:lnTo>
                    <a:pt x="9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0" name="Freeform 433">
              <a:extLst>
                <a:ext uri="{FF2B5EF4-FFF2-40B4-BE49-F238E27FC236}">
                  <a16:creationId xmlns:a16="http://schemas.microsoft.com/office/drawing/2014/main" id="{54511590-0589-DCAD-07FC-B65AB27DBA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6364" y="3460787"/>
              <a:ext cx="153987" cy="339725"/>
            </a:xfrm>
            <a:custGeom>
              <a:avLst/>
              <a:gdLst>
                <a:gd name="T0" fmla="*/ 97 w 97"/>
                <a:gd name="T1" fmla="*/ 5 h 214"/>
                <a:gd name="T2" fmla="*/ 87 w 97"/>
                <a:gd name="T3" fmla="*/ 15 h 214"/>
                <a:gd name="T4" fmla="*/ 55 w 97"/>
                <a:gd name="T5" fmla="*/ 88 h 214"/>
                <a:gd name="T6" fmla="*/ 0 w 97"/>
                <a:gd name="T7" fmla="*/ 212 h 214"/>
                <a:gd name="T8" fmla="*/ 2 w 97"/>
                <a:gd name="T9" fmla="*/ 213 h 214"/>
                <a:gd name="T10" fmla="*/ 4 w 97"/>
                <a:gd name="T11" fmla="*/ 214 h 214"/>
                <a:gd name="T12" fmla="*/ 4 w 97"/>
                <a:gd name="T13" fmla="*/ 214 h 214"/>
                <a:gd name="T14" fmla="*/ 4 w 97"/>
                <a:gd name="T15" fmla="*/ 214 h 214"/>
                <a:gd name="T16" fmla="*/ 94 w 97"/>
                <a:gd name="T17" fmla="*/ 11 h 214"/>
                <a:gd name="T18" fmla="*/ 97 w 97"/>
                <a:gd name="T19" fmla="*/ 5 h 214"/>
                <a:gd name="T20" fmla="*/ 96 w 97"/>
                <a:gd name="T21" fmla="*/ 0 h 214"/>
                <a:gd name="T22" fmla="*/ 94 w 97"/>
                <a:gd name="T23" fmla="*/ 2 h 214"/>
                <a:gd name="T24" fmla="*/ 96 w 97"/>
                <a:gd name="T25" fmla="*/ 1 h 214"/>
                <a:gd name="T26" fmla="*/ 96 w 97"/>
                <a:gd name="T27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214">
                  <a:moveTo>
                    <a:pt x="97" y="5"/>
                  </a:moveTo>
                  <a:lnTo>
                    <a:pt x="87" y="15"/>
                  </a:lnTo>
                  <a:lnTo>
                    <a:pt x="55" y="88"/>
                  </a:lnTo>
                  <a:lnTo>
                    <a:pt x="0" y="212"/>
                  </a:lnTo>
                  <a:lnTo>
                    <a:pt x="2" y="213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4" y="214"/>
                  </a:lnTo>
                  <a:lnTo>
                    <a:pt x="94" y="11"/>
                  </a:lnTo>
                  <a:lnTo>
                    <a:pt x="97" y="5"/>
                  </a:lnTo>
                  <a:moveTo>
                    <a:pt x="96" y="0"/>
                  </a:moveTo>
                  <a:lnTo>
                    <a:pt x="94" y="2"/>
                  </a:lnTo>
                  <a:lnTo>
                    <a:pt x="96" y="1"/>
                  </a:lnTo>
                  <a:lnTo>
                    <a:pt x="9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1" name="Freeform 434">
              <a:extLst>
                <a:ext uri="{FF2B5EF4-FFF2-40B4-BE49-F238E27FC236}">
                  <a16:creationId xmlns:a16="http://schemas.microsoft.com/office/drawing/2014/main" id="{AD8FDC49-CBA9-BCEB-27D1-FA17E135CC3C}"/>
                </a:ext>
              </a:extLst>
            </p:cNvPr>
            <p:cNvSpPr/>
            <p:nvPr/>
          </p:nvSpPr>
          <p:spPr bwMode="auto">
            <a:xfrm>
              <a:off x="2284476" y="3462375"/>
              <a:ext cx="15875" cy="22225"/>
            </a:xfrm>
            <a:custGeom>
              <a:avLst/>
              <a:gdLst>
                <a:gd name="T0" fmla="*/ 9 w 10"/>
                <a:gd name="T1" fmla="*/ 0 h 14"/>
                <a:gd name="T2" fmla="*/ 7 w 10"/>
                <a:gd name="T3" fmla="*/ 1 h 14"/>
                <a:gd name="T4" fmla="*/ 6 w 10"/>
                <a:gd name="T5" fmla="*/ 1 h 14"/>
                <a:gd name="T6" fmla="*/ 8 w 10"/>
                <a:gd name="T7" fmla="*/ 3 h 14"/>
                <a:gd name="T8" fmla="*/ 6 w 10"/>
                <a:gd name="T9" fmla="*/ 1 h 14"/>
                <a:gd name="T10" fmla="*/ 6 w 10"/>
                <a:gd name="T11" fmla="*/ 2 h 14"/>
                <a:gd name="T12" fmla="*/ 0 w 10"/>
                <a:gd name="T13" fmla="*/ 14 h 14"/>
                <a:gd name="T14" fmla="*/ 10 w 10"/>
                <a:gd name="T15" fmla="*/ 4 h 14"/>
                <a:gd name="T16" fmla="*/ 10 w 10"/>
                <a:gd name="T17" fmla="*/ 3 h 14"/>
                <a:gd name="T18" fmla="*/ 9 w 10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4">
                  <a:moveTo>
                    <a:pt x="9" y="0"/>
                  </a:moveTo>
                  <a:lnTo>
                    <a:pt x="7" y="1"/>
                  </a:lnTo>
                  <a:lnTo>
                    <a:pt x="6" y="1"/>
                  </a:lnTo>
                  <a:lnTo>
                    <a:pt x="8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0" y="14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2" name="Freeform 435">
              <a:extLst>
                <a:ext uri="{FF2B5EF4-FFF2-40B4-BE49-F238E27FC236}">
                  <a16:creationId xmlns:a16="http://schemas.microsoft.com/office/drawing/2014/main" id="{C28EDD70-C194-1E3A-562F-041EC1AA0A32}"/>
                </a:ext>
              </a:extLst>
            </p:cNvPr>
            <p:cNvSpPr/>
            <p:nvPr/>
          </p:nvSpPr>
          <p:spPr bwMode="auto">
            <a:xfrm>
              <a:off x="2284476" y="3462375"/>
              <a:ext cx="15875" cy="22225"/>
            </a:xfrm>
            <a:custGeom>
              <a:avLst/>
              <a:gdLst>
                <a:gd name="T0" fmla="*/ 9 w 10"/>
                <a:gd name="T1" fmla="*/ 0 h 14"/>
                <a:gd name="T2" fmla="*/ 7 w 10"/>
                <a:gd name="T3" fmla="*/ 1 h 14"/>
                <a:gd name="T4" fmla="*/ 6 w 10"/>
                <a:gd name="T5" fmla="*/ 1 h 14"/>
                <a:gd name="T6" fmla="*/ 8 w 10"/>
                <a:gd name="T7" fmla="*/ 3 h 14"/>
                <a:gd name="T8" fmla="*/ 6 w 10"/>
                <a:gd name="T9" fmla="*/ 1 h 14"/>
                <a:gd name="T10" fmla="*/ 6 w 10"/>
                <a:gd name="T11" fmla="*/ 2 h 14"/>
                <a:gd name="T12" fmla="*/ 0 w 10"/>
                <a:gd name="T13" fmla="*/ 14 h 14"/>
                <a:gd name="T14" fmla="*/ 10 w 10"/>
                <a:gd name="T15" fmla="*/ 4 h 14"/>
                <a:gd name="T16" fmla="*/ 10 w 10"/>
                <a:gd name="T17" fmla="*/ 3 h 14"/>
                <a:gd name="T18" fmla="*/ 9 w 10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4">
                  <a:moveTo>
                    <a:pt x="9" y="0"/>
                  </a:moveTo>
                  <a:lnTo>
                    <a:pt x="7" y="1"/>
                  </a:lnTo>
                  <a:lnTo>
                    <a:pt x="6" y="1"/>
                  </a:lnTo>
                  <a:lnTo>
                    <a:pt x="8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0" y="14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3" name="Freeform 436">
              <a:extLst>
                <a:ext uri="{FF2B5EF4-FFF2-40B4-BE49-F238E27FC236}">
                  <a16:creationId xmlns:a16="http://schemas.microsoft.com/office/drawing/2014/main" id="{2BE3D040-5DEF-4A2A-8120-95D79463B769}"/>
                </a:ext>
              </a:extLst>
            </p:cNvPr>
            <p:cNvSpPr/>
            <p:nvPr/>
          </p:nvSpPr>
          <p:spPr bwMode="auto">
            <a:xfrm>
              <a:off x="2149539" y="3798925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4" name="Freeform 437">
              <a:extLst>
                <a:ext uri="{FF2B5EF4-FFF2-40B4-BE49-F238E27FC236}">
                  <a16:creationId xmlns:a16="http://schemas.microsoft.com/office/drawing/2014/main" id="{5796F69E-EDB8-1CF8-4936-920AB14E9D7D}"/>
                </a:ext>
              </a:extLst>
            </p:cNvPr>
            <p:cNvSpPr/>
            <p:nvPr/>
          </p:nvSpPr>
          <p:spPr bwMode="auto">
            <a:xfrm>
              <a:off x="2149539" y="3798925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5" name="Freeform 438">
              <a:extLst>
                <a:ext uri="{FF2B5EF4-FFF2-40B4-BE49-F238E27FC236}">
                  <a16:creationId xmlns:a16="http://schemas.microsoft.com/office/drawing/2014/main" id="{C41C0C2F-505C-3EC6-AA2E-5CEA40A7B85D}"/>
                </a:ext>
              </a:extLst>
            </p:cNvPr>
            <p:cNvSpPr/>
            <p:nvPr/>
          </p:nvSpPr>
          <p:spPr bwMode="auto">
            <a:xfrm>
              <a:off x="2030476" y="3735425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6" name="Freeform 439">
              <a:extLst>
                <a:ext uri="{FF2B5EF4-FFF2-40B4-BE49-F238E27FC236}">
                  <a16:creationId xmlns:a16="http://schemas.microsoft.com/office/drawing/2014/main" id="{5C4EC41D-3DA6-85BD-5508-A2D6132DD501}"/>
                </a:ext>
              </a:extLst>
            </p:cNvPr>
            <p:cNvSpPr/>
            <p:nvPr/>
          </p:nvSpPr>
          <p:spPr bwMode="auto">
            <a:xfrm>
              <a:off x="2030476" y="3735425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7" name="Freeform 440">
              <a:extLst>
                <a:ext uri="{FF2B5EF4-FFF2-40B4-BE49-F238E27FC236}">
                  <a16:creationId xmlns:a16="http://schemas.microsoft.com/office/drawing/2014/main" id="{00C24A1A-5059-A1E4-4BC3-950188CB51D7}"/>
                </a:ext>
              </a:extLst>
            </p:cNvPr>
            <p:cNvSpPr/>
            <p:nvPr/>
          </p:nvSpPr>
          <p:spPr bwMode="auto">
            <a:xfrm>
              <a:off x="2032064" y="3729075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8" name="Freeform 441">
              <a:extLst>
                <a:ext uri="{FF2B5EF4-FFF2-40B4-BE49-F238E27FC236}">
                  <a16:creationId xmlns:a16="http://schemas.microsoft.com/office/drawing/2014/main" id="{B8E2DF65-E357-6DCD-0878-0ECE012224C9}"/>
                </a:ext>
              </a:extLst>
            </p:cNvPr>
            <p:cNvSpPr/>
            <p:nvPr/>
          </p:nvSpPr>
          <p:spPr bwMode="auto">
            <a:xfrm>
              <a:off x="2032064" y="3729075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49" name="Freeform 442">
              <a:extLst>
                <a:ext uri="{FF2B5EF4-FFF2-40B4-BE49-F238E27FC236}">
                  <a16:creationId xmlns:a16="http://schemas.microsoft.com/office/drawing/2014/main" id="{59935646-D1B3-D405-191E-5A5A349EE411}"/>
                </a:ext>
              </a:extLst>
            </p:cNvPr>
            <p:cNvSpPr/>
            <p:nvPr/>
          </p:nvSpPr>
          <p:spPr bwMode="auto">
            <a:xfrm>
              <a:off x="2032064" y="373066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0" name="Freeform 443">
              <a:extLst>
                <a:ext uri="{FF2B5EF4-FFF2-40B4-BE49-F238E27FC236}">
                  <a16:creationId xmlns:a16="http://schemas.microsoft.com/office/drawing/2014/main" id="{2422EFAE-B8C9-27EA-CE2C-E6932B33C115}"/>
                </a:ext>
              </a:extLst>
            </p:cNvPr>
            <p:cNvSpPr/>
            <p:nvPr/>
          </p:nvSpPr>
          <p:spPr bwMode="auto">
            <a:xfrm>
              <a:off x="2032064" y="373066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1" name="Freeform 444">
              <a:extLst>
                <a:ext uri="{FF2B5EF4-FFF2-40B4-BE49-F238E27FC236}">
                  <a16:creationId xmlns:a16="http://schemas.microsoft.com/office/drawing/2014/main" id="{4D3060FA-E21C-A676-E5B4-F1BB67A957B2}"/>
                </a:ext>
              </a:extLst>
            </p:cNvPr>
            <p:cNvSpPr/>
            <p:nvPr/>
          </p:nvSpPr>
          <p:spPr bwMode="auto">
            <a:xfrm>
              <a:off x="2032064" y="3730662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2" name="Freeform 445">
              <a:extLst>
                <a:ext uri="{FF2B5EF4-FFF2-40B4-BE49-F238E27FC236}">
                  <a16:creationId xmlns:a16="http://schemas.microsoft.com/office/drawing/2014/main" id="{30005146-30BD-CEFC-6E32-173C433A180A}"/>
                </a:ext>
              </a:extLst>
            </p:cNvPr>
            <p:cNvSpPr/>
            <p:nvPr/>
          </p:nvSpPr>
          <p:spPr bwMode="auto">
            <a:xfrm>
              <a:off x="2032064" y="3730662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3" name="Freeform 446">
              <a:extLst>
                <a:ext uri="{FF2B5EF4-FFF2-40B4-BE49-F238E27FC236}">
                  <a16:creationId xmlns:a16="http://schemas.microsoft.com/office/drawing/2014/main" id="{3EA29E21-8C63-3AEF-3E40-1937C564B8C9}"/>
                </a:ext>
              </a:extLst>
            </p:cNvPr>
            <p:cNvSpPr/>
            <p:nvPr/>
          </p:nvSpPr>
          <p:spPr bwMode="auto">
            <a:xfrm>
              <a:off x="2043176" y="3735425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4" name="Freeform 447">
              <a:extLst>
                <a:ext uri="{FF2B5EF4-FFF2-40B4-BE49-F238E27FC236}">
                  <a16:creationId xmlns:a16="http://schemas.microsoft.com/office/drawing/2014/main" id="{35D83FC0-B6DD-AC2C-B847-2C9799F1A9AB}"/>
                </a:ext>
              </a:extLst>
            </p:cNvPr>
            <p:cNvSpPr/>
            <p:nvPr/>
          </p:nvSpPr>
          <p:spPr bwMode="auto">
            <a:xfrm>
              <a:off x="2043176" y="3735425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5" name="Rectangle 448">
              <a:extLst>
                <a:ext uri="{FF2B5EF4-FFF2-40B4-BE49-F238E27FC236}">
                  <a16:creationId xmlns:a16="http://schemas.microsoft.com/office/drawing/2014/main" id="{85300FCA-F71D-8814-80CE-48950FBD8C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6364" y="37973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6" name="Freeform 449">
              <a:extLst>
                <a:ext uri="{FF2B5EF4-FFF2-40B4-BE49-F238E27FC236}">
                  <a16:creationId xmlns:a16="http://schemas.microsoft.com/office/drawing/2014/main" id="{9A68BF82-E575-1DB6-7BEE-D08C9CD705AA}"/>
                </a:ext>
              </a:extLst>
            </p:cNvPr>
            <p:cNvSpPr/>
            <p:nvPr/>
          </p:nvSpPr>
          <p:spPr bwMode="auto">
            <a:xfrm flipH="1">
              <a:off x="2146364" y="37973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7" name="Freeform 450">
              <a:extLst>
                <a:ext uri="{FF2B5EF4-FFF2-40B4-BE49-F238E27FC236}">
                  <a16:creationId xmlns:a16="http://schemas.microsoft.com/office/drawing/2014/main" id="{2369AEA6-B458-35BF-5714-1F25C31976F4}"/>
                </a:ext>
              </a:extLst>
            </p:cNvPr>
            <p:cNvSpPr/>
            <p:nvPr/>
          </p:nvSpPr>
          <p:spPr bwMode="auto">
            <a:xfrm>
              <a:off x="2041589" y="3743362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8" name="Freeform 451">
              <a:extLst>
                <a:ext uri="{FF2B5EF4-FFF2-40B4-BE49-F238E27FC236}">
                  <a16:creationId xmlns:a16="http://schemas.microsoft.com/office/drawing/2014/main" id="{6CAD5FE5-FE05-89F6-7E72-20D13CF4B704}"/>
                </a:ext>
              </a:extLst>
            </p:cNvPr>
            <p:cNvSpPr/>
            <p:nvPr/>
          </p:nvSpPr>
          <p:spPr bwMode="auto">
            <a:xfrm>
              <a:off x="2041589" y="3743362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59" name="Freeform 452">
              <a:extLst>
                <a:ext uri="{FF2B5EF4-FFF2-40B4-BE49-F238E27FC236}">
                  <a16:creationId xmlns:a16="http://schemas.microsoft.com/office/drawing/2014/main" id="{219936B2-2A72-3234-D118-2CD6B19C01D5}"/>
                </a:ext>
              </a:extLst>
            </p:cNvPr>
            <p:cNvSpPr/>
            <p:nvPr/>
          </p:nvSpPr>
          <p:spPr bwMode="auto">
            <a:xfrm>
              <a:off x="2033651" y="3738600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0" name="Freeform 453">
              <a:extLst>
                <a:ext uri="{FF2B5EF4-FFF2-40B4-BE49-F238E27FC236}">
                  <a16:creationId xmlns:a16="http://schemas.microsoft.com/office/drawing/2014/main" id="{B3E54EC7-4A0A-F212-1300-9DAAE86D1C9C}"/>
                </a:ext>
              </a:extLst>
            </p:cNvPr>
            <p:cNvSpPr/>
            <p:nvPr/>
          </p:nvSpPr>
          <p:spPr bwMode="auto">
            <a:xfrm>
              <a:off x="2033651" y="3738600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1" name="Freeform 454">
              <a:extLst>
                <a:ext uri="{FF2B5EF4-FFF2-40B4-BE49-F238E27FC236}">
                  <a16:creationId xmlns:a16="http://schemas.microsoft.com/office/drawing/2014/main" id="{EA071847-59E5-EA62-47C5-5BA95552302E}"/>
                </a:ext>
              </a:extLst>
            </p:cNvPr>
            <p:cNvSpPr/>
            <p:nvPr/>
          </p:nvSpPr>
          <p:spPr bwMode="auto">
            <a:xfrm>
              <a:off x="2033651" y="373860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2" name="Freeform 455">
              <a:extLst>
                <a:ext uri="{FF2B5EF4-FFF2-40B4-BE49-F238E27FC236}">
                  <a16:creationId xmlns:a16="http://schemas.microsoft.com/office/drawing/2014/main" id="{5065590E-CE23-E9E8-7A28-11E658B25DB9}"/>
                </a:ext>
              </a:extLst>
            </p:cNvPr>
            <p:cNvSpPr/>
            <p:nvPr/>
          </p:nvSpPr>
          <p:spPr bwMode="auto">
            <a:xfrm>
              <a:off x="2033651" y="3738600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3" name="Freeform 456">
              <a:extLst>
                <a:ext uri="{FF2B5EF4-FFF2-40B4-BE49-F238E27FC236}">
                  <a16:creationId xmlns:a16="http://schemas.microsoft.com/office/drawing/2014/main" id="{99D96B61-F542-CF9B-4019-8EDDAF18B85C}"/>
                </a:ext>
              </a:extLst>
            </p:cNvPr>
            <p:cNvSpPr/>
            <p:nvPr/>
          </p:nvSpPr>
          <p:spPr bwMode="auto">
            <a:xfrm>
              <a:off x="2114614" y="4516475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4" name="Freeform 457">
              <a:extLst>
                <a:ext uri="{FF2B5EF4-FFF2-40B4-BE49-F238E27FC236}">
                  <a16:creationId xmlns:a16="http://schemas.microsoft.com/office/drawing/2014/main" id="{D923DE0D-14F1-12BC-72B1-80B2B13DBDD8}"/>
                </a:ext>
              </a:extLst>
            </p:cNvPr>
            <p:cNvSpPr/>
            <p:nvPr/>
          </p:nvSpPr>
          <p:spPr bwMode="auto">
            <a:xfrm>
              <a:off x="2114614" y="4516475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5" name="Rectangle 458">
              <a:extLst>
                <a:ext uri="{FF2B5EF4-FFF2-40B4-BE49-F238E27FC236}">
                  <a16:creationId xmlns:a16="http://schemas.microsoft.com/office/drawing/2014/main" id="{3E694414-0257-55D5-69C0-5FC1F24F0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6" name="Rectangle 459">
              <a:extLst>
                <a:ext uri="{FF2B5EF4-FFF2-40B4-BE49-F238E27FC236}">
                  <a16:creationId xmlns:a16="http://schemas.microsoft.com/office/drawing/2014/main" id="{08BF2466-425E-C557-6D0A-7E0692A73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7" name="Rectangle 460">
              <a:extLst>
                <a:ext uri="{FF2B5EF4-FFF2-40B4-BE49-F238E27FC236}">
                  <a16:creationId xmlns:a16="http://schemas.microsoft.com/office/drawing/2014/main" id="{170972E1-4338-FCD5-BDD6-F5E927392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8" name="Rectangle 461">
              <a:extLst>
                <a:ext uri="{FF2B5EF4-FFF2-40B4-BE49-F238E27FC236}">
                  <a16:creationId xmlns:a16="http://schemas.microsoft.com/office/drawing/2014/main" id="{032FABF0-7973-C48F-A566-B2CE93939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69" name="Rectangle 462">
              <a:extLst>
                <a:ext uri="{FF2B5EF4-FFF2-40B4-BE49-F238E27FC236}">
                  <a16:creationId xmlns:a16="http://schemas.microsoft.com/office/drawing/2014/main" id="{742C2F2C-1C10-C881-94DF-C5291279C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87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0" name="Rectangle 463">
              <a:extLst>
                <a:ext uri="{FF2B5EF4-FFF2-40B4-BE49-F238E27FC236}">
                  <a16:creationId xmlns:a16="http://schemas.microsoft.com/office/drawing/2014/main" id="{BEA35555-F7F9-E336-F857-6A74C301A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8700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1" name="Freeform 464">
              <a:extLst>
                <a:ext uri="{FF2B5EF4-FFF2-40B4-BE49-F238E27FC236}">
                  <a16:creationId xmlns:a16="http://schemas.microsoft.com/office/drawing/2014/main" id="{F7CACC96-45F7-43D5-655B-151DCBE59D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0489" y="3803687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2" name="Freeform 465">
              <a:extLst>
                <a:ext uri="{FF2B5EF4-FFF2-40B4-BE49-F238E27FC236}">
                  <a16:creationId xmlns:a16="http://schemas.microsoft.com/office/drawing/2014/main" id="{036CD6E3-AABD-9851-7B7B-A7CA1DF5C5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0489" y="3803687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3" name="Freeform 466">
              <a:extLst>
                <a:ext uri="{FF2B5EF4-FFF2-40B4-BE49-F238E27FC236}">
                  <a16:creationId xmlns:a16="http://schemas.microsoft.com/office/drawing/2014/main" id="{1AA44F22-6BD6-B33E-7D10-42A2D75B24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4" name="Freeform 467">
              <a:extLst>
                <a:ext uri="{FF2B5EF4-FFF2-40B4-BE49-F238E27FC236}">
                  <a16:creationId xmlns:a16="http://schemas.microsoft.com/office/drawing/2014/main" id="{ABD01A1C-3B6D-9672-4612-F4985FBCCD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5" name="Freeform 468">
              <a:extLst>
                <a:ext uri="{FF2B5EF4-FFF2-40B4-BE49-F238E27FC236}">
                  <a16:creationId xmlns:a16="http://schemas.microsoft.com/office/drawing/2014/main" id="{3DE1994C-A5E7-4BCE-7D4B-C1239D0FCF76}"/>
                </a:ext>
              </a:extLst>
            </p:cNvPr>
            <p:cNvSpPr/>
            <p:nvPr/>
          </p:nvSpPr>
          <p:spPr bwMode="auto">
            <a:xfrm>
              <a:off x="2119376" y="3803687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6" name="Freeform 469">
              <a:extLst>
                <a:ext uri="{FF2B5EF4-FFF2-40B4-BE49-F238E27FC236}">
                  <a16:creationId xmlns:a16="http://schemas.microsoft.com/office/drawing/2014/main" id="{7CA5D2B7-4112-8914-B433-0743B4D9AC02}"/>
                </a:ext>
              </a:extLst>
            </p:cNvPr>
            <p:cNvSpPr/>
            <p:nvPr/>
          </p:nvSpPr>
          <p:spPr bwMode="auto">
            <a:xfrm>
              <a:off x="2119376" y="3803687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7" name="Freeform 470">
              <a:extLst>
                <a:ext uri="{FF2B5EF4-FFF2-40B4-BE49-F238E27FC236}">
                  <a16:creationId xmlns:a16="http://schemas.microsoft.com/office/drawing/2014/main" id="{6BA89E0F-1A50-0AB2-8C1D-14ED88476721}"/>
                </a:ext>
              </a:extLst>
            </p:cNvPr>
            <p:cNvSpPr/>
            <p:nvPr/>
          </p:nvSpPr>
          <p:spPr bwMode="auto">
            <a:xfrm>
              <a:off x="2124139" y="4521237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8" name="Freeform 471">
              <a:extLst>
                <a:ext uri="{FF2B5EF4-FFF2-40B4-BE49-F238E27FC236}">
                  <a16:creationId xmlns:a16="http://schemas.microsoft.com/office/drawing/2014/main" id="{E6BFA415-BAB3-E471-1190-3779B162CA92}"/>
                </a:ext>
              </a:extLst>
            </p:cNvPr>
            <p:cNvSpPr/>
            <p:nvPr/>
          </p:nvSpPr>
          <p:spPr bwMode="auto">
            <a:xfrm>
              <a:off x="2124139" y="4521237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9" name="Rectangle 472">
              <a:extLst>
                <a:ext uri="{FF2B5EF4-FFF2-40B4-BE49-F238E27FC236}">
                  <a16:creationId xmlns:a16="http://schemas.microsoft.com/office/drawing/2014/main" id="{72658A72-8E0A-20FE-6B15-AD8FFFF10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139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0" name="Rectangle 473">
              <a:extLst>
                <a:ext uri="{FF2B5EF4-FFF2-40B4-BE49-F238E27FC236}">
                  <a16:creationId xmlns:a16="http://schemas.microsoft.com/office/drawing/2014/main" id="{88DECF33-5BFF-2BB4-E9F6-A0D13A326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139" y="45339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1" name="Rectangle 474">
              <a:extLst>
                <a:ext uri="{FF2B5EF4-FFF2-40B4-BE49-F238E27FC236}">
                  <a16:creationId xmlns:a16="http://schemas.microsoft.com/office/drawing/2014/main" id="{C646B46C-FE11-1DF9-107D-E9E58B8DA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2" name="Rectangle 475">
              <a:extLst>
                <a:ext uri="{FF2B5EF4-FFF2-40B4-BE49-F238E27FC236}">
                  <a16:creationId xmlns:a16="http://schemas.microsoft.com/office/drawing/2014/main" id="{FEF563E7-289A-B01E-4B3A-F02966323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3" name="Freeform 476">
              <a:extLst>
                <a:ext uri="{FF2B5EF4-FFF2-40B4-BE49-F238E27FC236}">
                  <a16:creationId xmlns:a16="http://schemas.microsoft.com/office/drawing/2014/main" id="{2DB5A67F-CAA1-00F7-7CB1-B9279519C119}"/>
                </a:ext>
              </a:extLst>
            </p:cNvPr>
            <p:cNvSpPr/>
            <p:nvPr/>
          </p:nvSpPr>
          <p:spPr bwMode="auto">
            <a:xfrm>
              <a:off x="2117789" y="4487900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4" name="Freeform 477">
              <a:extLst>
                <a:ext uri="{FF2B5EF4-FFF2-40B4-BE49-F238E27FC236}">
                  <a16:creationId xmlns:a16="http://schemas.microsoft.com/office/drawing/2014/main" id="{FFD342DC-9183-C4F8-EDC7-AF061A3B565F}"/>
                </a:ext>
              </a:extLst>
            </p:cNvPr>
            <p:cNvSpPr/>
            <p:nvPr/>
          </p:nvSpPr>
          <p:spPr bwMode="auto">
            <a:xfrm>
              <a:off x="2117789" y="4487900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5" name="Freeform 478">
              <a:extLst>
                <a:ext uri="{FF2B5EF4-FFF2-40B4-BE49-F238E27FC236}">
                  <a16:creationId xmlns:a16="http://schemas.microsoft.com/office/drawing/2014/main" id="{DFE50B94-B991-D01F-C059-3AE9C7509296}"/>
                </a:ext>
              </a:extLst>
            </p:cNvPr>
            <p:cNvSpPr/>
            <p:nvPr/>
          </p:nvSpPr>
          <p:spPr bwMode="auto">
            <a:xfrm>
              <a:off x="2122551" y="4524412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6" name="Freeform 479">
              <a:extLst>
                <a:ext uri="{FF2B5EF4-FFF2-40B4-BE49-F238E27FC236}">
                  <a16:creationId xmlns:a16="http://schemas.microsoft.com/office/drawing/2014/main" id="{4C004715-1806-87D7-B7BA-62B7C4BD836B}"/>
                </a:ext>
              </a:extLst>
            </p:cNvPr>
            <p:cNvSpPr/>
            <p:nvPr/>
          </p:nvSpPr>
          <p:spPr bwMode="auto">
            <a:xfrm>
              <a:off x="2122551" y="4524412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7" name="Freeform 480">
              <a:extLst>
                <a:ext uri="{FF2B5EF4-FFF2-40B4-BE49-F238E27FC236}">
                  <a16:creationId xmlns:a16="http://schemas.microsoft.com/office/drawing/2014/main" id="{B04099AA-1F49-3EEC-3A0C-C87CB48BE3B0}"/>
                </a:ext>
              </a:extLst>
            </p:cNvPr>
            <p:cNvSpPr/>
            <p:nvPr/>
          </p:nvSpPr>
          <p:spPr bwMode="auto">
            <a:xfrm flipH="1">
              <a:off x="2124139" y="45339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8" name="Freeform 481">
              <a:extLst>
                <a:ext uri="{FF2B5EF4-FFF2-40B4-BE49-F238E27FC236}">
                  <a16:creationId xmlns:a16="http://schemas.microsoft.com/office/drawing/2014/main" id="{F70AC462-9EA2-BE64-AC5E-A52205148D8F}"/>
                </a:ext>
              </a:extLst>
            </p:cNvPr>
            <p:cNvSpPr/>
            <p:nvPr/>
          </p:nvSpPr>
          <p:spPr bwMode="auto">
            <a:xfrm flipH="1">
              <a:off x="2124139" y="45339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9" name="Rectangle 482">
              <a:extLst>
                <a:ext uri="{FF2B5EF4-FFF2-40B4-BE49-F238E27FC236}">
                  <a16:creationId xmlns:a16="http://schemas.microsoft.com/office/drawing/2014/main" id="{3428FE3D-DF03-64BF-0C39-D645C3413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0" name="Rectangle 483">
              <a:extLst>
                <a:ext uri="{FF2B5EF4-FFF2-40B4-BE49-F238E27FC236}">
                  <a16:creationId xmlns:a16="http://schemas.microsoft.com/office/drawing/2014/main" id="{D4F7CA67-A73F-A494-3BA0-656A06F0E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13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1" name="Freeform 484">
              <a:extLst>
                <a:ext uri="{FF2B5EF4-FFF2-40B4-BE49-F238E27FC236}">
                  <a16:creationId xmlns:a16="http://schemas.microsoft.com/office/drawing/2014/main" id="{4E7B7954-852D-1A1C-97D7-2ED47A02BE9B}"/>
                </a:ext>
              </a:extLst>
            </p:cNvPr>
            <p:cNvSpPr/>
            <p:nvPr/>
          </p:nvSpPr>
          <p:spPr bwMode="auto">
            <a:xfrm>
              <a:off x="2117789" y="4522825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2" name="Freeform 485">
              <a:extLst>
                <a:ext uri="{FF2B5EF4-FFF2-40B4-BE49-F238E27FC236}">
                  <a16:creationId xmlns:a16="http://schemas.microsoft.com/office/drawing/2014/main" id="{8146E754-7A61-00CB-BFA8-7FC30D5226CF}"/>
                </a:ext>
              </a:extLst>
            </p:cNvPr>
            <p:cNvSpPr/>
            <p:nvPr/>
          </p:nvSpPr>
          <p:spPr bwMode="auto">
            <a:xfrm>
              <a:off x="2117789" y="4522825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3" name="Rectangle 486">
              <a:extLst>
                <a:ext uri="{FF2B5EF4-FFF2-40B4-BE49-F238E27FC236}">
                  <a16:creationId xmlns:a16="http://schemas.microsoft.com/office/drawing/2014/main" id="{815B5461-6D71-2E3B-EAB6-C0E363DEB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4" name="Rectangle 487">
              <a:extLst>
                <a:ext uri="{FF2B5EF4-FFF2-40B4-BE49-F238E27FC236}">
                  <a16:creationId xmlns:a16="http://schemas.microsoft.com/office/drawing/2014/main" id="{95E2854F-FCEE-41CC-D359-995F30767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5" name="Rectangle 488">
              <a:extLst>
                <a:ext uri="{FF2B5EF4-FFF2-40B4-BE49-F238E27FC236}">
                  <a16:creationId xmlns:a16="http://schemas.microsoft.com/office/drawing/2014/main" id="{F0983BE2-F9F0-BDF8-6822-AEE680289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6" name="Rectangle 489">
              <a:extLst>
                <a:ext uri="{FF2B5EF4-FFF2-40B4-BE49-F238E27FC236}">
                  <a16:creationId xmlns:a16="http://schemas.microsoft.com/office/drawing/2014/main" id="{AC454A2D-D3F3-1B1E-E8E6-115B3F2AF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3711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7" name="Freeform 490">
              <a:extLst>
                <a:ext uri="{FF2B5EF4-FFF2-40B4-BE49-F238E27FC236}">
                  <a16:creationId xmlns:a16="http://schemas.microsoft.com/office/drawing/2014/main" id="{351062DE-DAF8-1B9F-F695-5CD16EE2C1ED}"/>
                </a:ext>
              </a:extLst>
            </p:cNvPr>
            <p:cNvSpPr/>
            <p:nvPr/>
          </p:nvSpPr>
          <p:spPr bwMode="auto">
            <a:xfrm>
              <a:off x="2119376" y="4530762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8" name="Freeform 491">
              <a:extLst>
                <a:ext uri="{FF2B5EF4-FFF2-40B4-BE49-F238E27FC236}">
                  <a16:creationId xmlns:a16="http://schemas.microsoft.com/office/drawing/2014/main" id="{18B5AADE-0FBE-02E5-FE71-A5C5C3F203C2}"/>
                </a:ext>
              </a:extLst>
            </p:cNvPr>
            <p:cNvSpPr/>
            <p:nvPr/>
          </p:nvSpPr>
          <p:spPr bwMode="auto">
            <a:xfrm>
              <a:off x="2119376" y="4530762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99" name="Rectangle 492">
              <a:extLst>
                <a:ext uri="{FF2B5EF4-FFF2-40B4-BE49-F238E27FC236}">
                  <a16:creationId xmlns:a16="http://schemas.microsoft.com/office/drawing/2014/main" id="{B681BF88-700E-E09B-9787-8964ADAE6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551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0" name="Rectangle 493">
              <a:extLst>
                <a:ext uri="{FF2B5EF4-FFF2-40B4-BE49-F238E27FC236}">
                  <a16:creationId xmlns:a16="http://schemas.microsoft.com/office/drawing/2014/main" id="{0DB6DFE0-46B9-A991-D8FF-0B8991C4D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551" y="45355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1" name="Freeform 494">
              <a:extLst>
                <a:ext uri="{FF2B5EF4-FFF2-40B4-BE49-F238E27FC236}">
                  <a16:creationId xmlns:a16="http://schemas.microsoft.com/office/drawing/2014/main" id="{191E2740-58A7-DADE-F245-8EB506AA5B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7789" y="4535525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2" name="Freeform 495">
              <a:extLst>
                <a:ext uri="{FF2B5EF4-FFF2-40B4-BE49-F238E27FC236}">
                  <a16:creationId xmlns:a16="http://schemas.microsoft.com/office/drawing/2014/main" id="{10EF622A-1F80-D13D-A49E-5D6D44056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7789" y="4535525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3" name="Freeform 496">
              <a:extLst>
                <a:ext uri="{FF2B5EF4-FFF2-40B4-BE49-F238E27FC236}">
                  <a16:creationId xmlns:a16="http://schemas.microsoft.com/office/drawing/2014/main" id="{149624BC-6A77-BABB-749F-4045FA3838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4" name="Freeform 497">
              <a:extLst>
                <a:ext uri="{FF2B5EF4-FFF2-40B4-BE49-F238E27FC236}">
                  <a16:creationId xmlns:a16="http://schemas.microsoft.com/office/drawing/2014/main" id="{2757BB15-3FF0-CBE4-6EB6-6EF756B7C9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803687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5" name="Freeform 498">
              <a:extLst>
                <a:ext uri="{FF2B5EF4-FFF2-40B4-BE49-F238E27FC236}">
                  <a16:creationId xmlns:a16="http://schemas.microsoft.com/office/drawing/2014/main" id="{8CA8AFBC-2E41-D6D2-DAEB-869FCE3CC1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6826" y="3732250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6" name="Freeform 499">
              <a:extLst>
                <a:ext uri="{FF2B5EF4-FFF2-40B4-BE49-F238E27FC236}">
                  <a16:creationId xmlns:a16="http://schemas.microsoft.com/office/drawing/2014/main" id="{57913912-1B89-C471-1843-7270373F40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6826" y="3732250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7" name="Freeform 500">
              <a:extLst>
                <a:ext uri="{FF2B5EF4-FFF2-40B4-BE49-F238E27FC236}">
                  <a16:creationId xmlns:a16="http://schemas.microsoft.com/office/drawing/2014/main" id="{CD0DD608-94EC-6853-2AE4-D26529F3AF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3651" y="3732250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8" name="Freeform 501">
              <a:extLst>
                <a:ext uri="{FF2B5EF4-FFF2-40B4-BE49-F238E27FC236}">
                  <a16:creationId xmlns:a16="http://schemas.microsoft.com/office/drawing/2014/main" id="{21133997-9E6F-9947-3E37-96BC46FA81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3651" y="3732250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9" name="Freeform 502">
              <a:extLst>
                <a:ext uri="{FF2B5EF4-FFF2-40B4-BE49-F238E27FC236}">
                  <a16:creationId xmlns:a16="http://schemas.microsoft.com/office/drawing/2014/main" id="{17C46ECC-53EE-4EA7-C332-2C870D071DCD}"/>
                </a:ext>
              </a:extLst>
            </p:cNvPr>
            <p:cNvSpPr/>
            <p:nvPr/>
          </p:nvSpPr>
          <p:spPr bwMode="auto">
            <a:xfrm>
              <a:off x="2035239" y="3737012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0" name="Freeform 503">
              <a:extLst>
                <a:ext uri="{FF2B5EF4-FFF2-40B4-BE49-F238E27FC236}">
                  <a16:creationId xmlns:a16="http://schemas.microsoft.com/office/drawing/2014/main" id="{AC9327CC-368B-220D-907B-7B473C02D5AA}"/>
                </a:ext>
              </a:extLst>
            </p:cNvPr>
            <p:cNvSpPr/>
            <p:nvPr/>
          </p:nvSpPr>
          <p:spPr bwMode="auto">
            <a:xfrm>
              <a:off x="2035239" y="3737012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1" name="Freeform 504">
              <a:extLst>
                <a:ext uri="{FF2B5EF4-FFF2-40B4-BE49-F238E27FC236}">
                  <a16:creationId xmlns:a16="http://schemas.microsoft.com/office/drawing/2014/main" id="{165E52FB-4380-0FEC-39B7-EA155560D0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3651" y="3732250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2" name="Freeform 505">
              <a:extLst>
                <a:ext uri="{FF2B5EF4-FFF2-40B4-BE49-F238E27FC236}">
                  <a16:creationId xmlns:a16="http://schemas.microsoft.com/office/drawing/2014/main" id="{3DC7357D-9359-2540-FDBC-ACC7B6BC8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3651" y="3732250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3" name="Freeform 506">
              <a:extLst>
                <a:ext uri="{FF2B5EF4-FFF2-40B4-BE49-F238E27FC236}">
                  <a16:creationId xmlns:a16="http://schemas.microsoft.com/office/drawing/2014/main" id="{00CAC77B-3D98-1860-A9C3-88403B3099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797337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4" name="Freeform 507">
              <a:extLst>
                <a:ext uri="{FF2B5EF4-FFF2-40B4-BE49-F238E27FC236}">
                  <a16:creationId xmlns:a16="http://schemas.microsoft.com/office/drawing/2014/main" id="{28D1B8ED-835A-0B46-A351-346BC55D0E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89" y="3797337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5" name="Freeform 508">
              <a:extLst>
                <a:ext uri="{FF2B5EF4-FFF2-40B4-BE49-F238E27FC236}">
                  <a16:creationId xmlns:a16="http://schemas.microsoft.com/office/drawing/2014/main" id="{104D1771-0EF8-D414-35D1-616808FC81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4776" y="3797337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6" name="Freeform 509">
              <a:extLst>
                <a:ext uri="{FF2B5EF4-FFF2-40B4-BE49-F238E27FC236}">
                  <a16:creationId xmlns:a16="http://schemas.microsoft.com/office/drawing/2014/main" id="{7A29CC65-6E5A-7A86-C854-FA19DC624A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4776" y="3797337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7" name="Freeform 510">
              <a:extLst>
                <a:ext uri="{FF2B5EF4-FFF2-40B4-BE49-F238E27FC236}">
                  <a16:creationId xmlns:a16="http://schemas.microsoft.com/office/drawing/2014/main" id="{6C2C68D0-21CF-DE4A-C022-86F10EE530B6}"/>
                </a:ext>
              </a:extLst>
            </p:cNvPr>
            <p:cNvSpPr/>
            <p:nvPr/>
          </p:nvSpPr>
          <p:spPr bwMode="auto">
            <a:xfrm>
              <a:off x="2144776" y="3797337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8" name="Freeform 511">
              <a:extLst>
                <a:ext uri="{FF2B5EF4-FFF2-40B4-BE49-F238E27FC236}">
                  <a16:creationId xmlns:a16="http://schemas.microsoft.com/office/drawing/2014/main" id="{DCF01862-5C29-A036-3651-DFFFE0E35390}"/>
                </a:ext>
              </a:extLst>
            </p:cNvPr>
            <p:cNvSpPr/>
            <p:nvPr/>
          </p:nvSpPr>
          <p:spPr bwMode="auto">
            <a:xfrm>
              <a:off x="2144776" y="3797337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19" name="Freeform 512">
              <a:extLst>
                <a:ext uri="{FF2B5EF4-FFF2-40B4-BE49-F238E27FC236}">
                  <a16:creationId xmlns:a16="http://schemas.microsoft.com/office/drawing/2014/main" id="{EF15508D-0F17-48F7-DA02-51C42CB3AC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1439" y="4611725"/>
              <a:ext cx="731837" cy="1087438"/>
            </a:xfrm>
            <a:custGeom>
              <a:avLst/>
              <a:gdLst>
                <a:gd name="T0" fmla="*/ 460 w 461"/>
                <a:gd name="T1" fmla="*/ 619 h 685"/>
                <a:gd name="T2" fmla="*/ 458 w 461"/>
                <a:gd name="T3" fmla="*/ 621 h 685"/>
                <a:gd name="T4" fmla="*/ 457 w 461"/>
                <a:gd name="T5" fmla="*/ 621 h 685"/>
                <a:gd name="T6" fmla="*/ 461 w 461"/>
                <a:gd name="T7" fmla="*/ 620 h 685"/>
                <a:gd name="T8" fmla="*/ 460 w 461"/>
                <a:gd name="T9" fmla="*/ 619 h 685"/>
                <a:gd name="T10" fmla="*/ 3 w 461"/>
                <a:gd name="T11" fmla="*/ 503 h 685"/>
                <a:gd name="T12" fmla="*/ 0 w 461"/>
                <a:gd name="T13" fmla="*/ 669 h 685"/>
                <a:gd name="T14" fmla="*/ 0 w 461"/>
                <a:gd name="T15" fmla="*/ 669 h 685"/>
                <a:gd name="T16" fmla="*/ 3 w 461"/>
                <a:gd name="T17" fmla="*/ 503 h 685"/>
                <a:gd name="T18" fmla="*/ 14 w 461"/>
                <a:gd name="T19" fmla="*/ 13 h 685"/>
                <a:gd name="T20" fmla="*/ 13 w 461"/>
                <a:gd name="T21" fmla="*/ 91 h 685"/>
                <a:gd name="T22" fmla="*/ 14 w 461"/>
                <a:gd name="T23" fmla="*/ 13 h 685"/>
                <a:gd name="T24" fmla="*/ 453 w 461"/>
                <a:gd name="T25" fmla="*/ 617 h 685"/>
                <a:gd name="T26" fmla="*/ 4 w 461"/>
                <a:gd name="T27" fmla="*/ 680 h 685"/>
                <a:gd name="T28" fmla="*/ 4 w 461"/>
                <a:gd name="T29" fmla="*/ 682 h 685"/>
                <a:gd name="T30" fmla="*/ 5 w 461"/>
                <a:gd name="T31" fmla="*/ 684 h 685"/>
                <a:gd name="T32" fmla="*/ 5 w 461"/>
                <a:gd name="T33" fmla="*/ 684 h 685"/>
                <a:gd name="T34" fmla="*/ 5 w 461"/>
                <a:gd name="T35" fmla="*/ 685 h 685"/>
                <a:gd name="T36" fmla="*/ 455 w 461"/>
                <a:gd name="T37" fmla="*/ 621 h 685"/>
                <a:gd name="T38" fmla="*/ 14 w 461"/>
                <a:gd name="T39" fmla="*/ 13 h 685"/>
                <a:gd name="T40" fmla="*/ 10 w 461"/>
                <a:gd name="T41" fmla="*/ 0 h 685"/>
                <a:gd name="T42" fmla="*/ 10 w 461"/>
                <a:gd name="T43" fmla="*/ 1 h 685"/>
                <a:gd name="T44" fmla="*/ 12 w 461"/>
                <a:gd name="T45" fmla="*/ 4 h 685"/>
                <a:gd name="T46" fmla="*/ 12 w 461"/>
                <a:gd name="T47" fmla="*/ 3 h 685"/>
                <a:gd name="T48" fmla="*/ 10 w 461"/>
                <a:gd name="T49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1" h="685">
                  <a:moveTo>
                    <a:pt x="460" y="619"/>
                  </a:moveTo>
                  <a:lnTo>
                    <a:pt x="458" y="621"/>
                  </a:lnTo>
                  <a:lnTo>
                    <a:pt x="457" y="621"/>
                  </a:lnTo>
                  <a:lnTo>
                    <a:pt x="461" y="620"/>
                  </a:lnTo>
                  <a:lnTo>
                    <a:pt x="460" y="619"/>
                  </a:lnTo>
                  <a:close/>
                  <a:moveTo>
                    <a:pt x="3" y="503"/>
                  </a:moveTo>
                  <a:lnTo>
                    <a:pt x="0" y="669"/>
                  </a:lnTo>
                  <a:lnTo>
                    <a:pt x="0" y="669"/>
                  </a:lnTo>
                  <a:lnTo>
                    <a:pt x="3" y="503"/>
                  </a:lnTo>
                  <a:close/>
                  <a:moveTo>
                    <a:pt x="14" y="13"/>
                  </a:moveTo>
                  <a:lnTo>
                    <a:pt x="13" y="91"/>
                  </a:lnTo>
                  <a:lnTo>
                    <a:pt x="14" y="13"/>
                  </a:lnTo>
                  <a:lnTo>
                    <a:pt x="453" y="617"/>
                  </a:lnTo>
                  <a:lnTo>
                    <a:pt x="4" y="680"/>
                  </a:lnTo>
                  <a:lnTo>
                    <a:pt x="4" y="682"/>
                  </a:lnTo>
                  <a:lnTo>
                    <a:pt x="5" y="684"/>
                  </a:lnTo>
                  <a:lnTo>
                    <a:pt x="5" y="684"/>
                  </a:lnTo>
                  <a:lnTo>
                    <a:pt x="5" y="685"/>
                  </a:lnTo>
                  <a:lnTo>
                    <a:pt x="455" y="621"/>
                  </a:lnTo>
                  <a:lnTo>
                    <a:pt x="14" y="13"/>
                  </a:lnTo>
                  <a:close/>
                  <a:moveTo>
                    <a:pt x="10" y="0"/>
                  </a:moveTo>
                  <a:lnTo>
                    <a:pt x="10" y="1"/>
                  </a:lnTo>
                  <a:lnTo>
                    <a:pt x="12" y="4"/>
                  </a:lnTo>
                  <a:lnTo>
                    <a:pt x="12" y="3"/>
                  </a:lnTo>
                  <a:lnTo>
                    <a:pt x="1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0" name="Freeform 513">
              <a:extLst>
                <a:ext uri="{FF2B5EF4-FFF2-40B4-BE49-F238E27FC236}">
                  <a16:creationId xmlns:a16="http://schemas.microsoft.com/office/drawing/2014/main" id="{CF38E4CC-9168-6B65-2496-235CCACC66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1439" y="4611725"/>
              <a:ext cx="731837" cy="1087438"/>
            </a:xfrm>
            <a:custGeom>
              <a:avLst/>
              <a:gdLst>
                <a:gd name="T0" fmla="*/ 460 w 461"/>
                <a:gd name="T1" fmla="*/ 619 h 685"/>
                <a:gd name="T2" fmla="*/ 458 w 461"/>
                <a:gd name="T3" fmla="*/ 621 h 685"/>
                <a:gd name="T4" fmla="*/ 457 w 461"/>
                <a:gd name="T5" fmla="*/ 621 h 685"/>
                <a:gd name="T6" fmla="*/ 461 w 461"/>
                <a:gd name="T7" fmla="*/ 620 h 685"/>
                <a:gd name="T8" fmla="*/ 460 w 461"/>
                <a:gd name="T9" fmla="*/ 619 h 685"/>
                <a:gd name="T10" fmla="*/ 3 w 461"/>
                <a:gd name="T11" fmla="*/ 503 h 685"/>
                <a:gd name="T12" fmla="*/ 0 w 461"/>
                <a:gd name="T13" fmla="*/ 669 h 685"/>
                <a:gd name="T14" fmla="*/ 0 w 461"/>
                <a:gd name="T15" fmla="*/ 669 h 685"/>
                <a:gd name="T16" fmla="*/ 3 w 461"/>
                <a:gd name="T17" fmla="*/ 503 h 685"/>
                <a:gd name="T18" fmla="*/ 14 w 461"/>
                <a:gd name="T19" fmla="*/ 13 h 685"/>
                <a:gd name="T20" fmla="*/ 13 w 461"/>
                <a:gd name="T21" fmla="*/ 91 h 685"/>
                <a:gd name="T22" fmla="*/ 14 w 461"/>
                <a:gd name="T23" fmla="*/ 13 h 685"/>
                <a:gd name="T24" fmla="*/ 453 w 461"/>
                <a:gd name="T25" fmla="*/ 617 h 685"/>
                <a:gd name="T26" fmla="*/ 4 w 461"/>
                <a:gd name="T27" fmla="*/ 680 h 685"/>
                <a:gd name="T28" fmla="*/ 4 w 461"/>
                <a:gd name="T29" fmla="*/ 682 h 685"/>
                <a:gd name="T30" fmla="*/ 5 w 461"/>
                <a:gd name="T31" fmla="*/ 684 h 685"/>
                <a:gd name="T32" fmla="*/ 5 w 461"/>
                <a:gd name="T33" fmla="*/ 684 h 685"/>
                <a:gd name="T34" fmla="*/ 5 w 461"/>
                <a:gd name="T35" fmla="*/ 685 h 685"/>
                <a:gd name="T36" fmla="*/ 455 w 461"/>
                <a:gd name="T37" fmla="*/ 621 h 685"/>
                <a:gd name="T38" fmla="*/ 14 w 461"/>
                <a:gd name="T39" fmla="*/ 13 h 685"/>
                <a:gd name="T40" fmla="*/ 10 w 461"/>
                <a:gd name="T41" fmla="*/ 0 h 685"/>
                <a:gd name="T42" fmla="*/ 10 w 461"/>
                <a:gd name="T43" fmla="*/ 1 h 685"/>
                <a:gd name="T44" fmla="*/ 12 w 461"/>
                <a:gd name="T45" fmla="*/ 4 h 685"/>
                <a:gd name="T46" fmla="*/ 12 w 461"/>
                <a:gd name="T47" fmla="*/ 3 h 685"/>
                <a:gd name="T48" fmla="*/ 10 w 461"/>
                <a:gd name="T49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1" h="685">
                  <a:moveTo>
                    <a:pt x="460" y="619"/>
                  </a:moveTo>
                  <a:lnTo>
                    <a:pt x="458" y="621"/>
                  </a:lnTo>
                  <a:lnTo>
                    <a:pt x="457" y="621"/>
                  </a:lnTo>
                  <a:lnTo>
                    <a:pt x="461" y="620"/>
                  </a:lnTo>
                  <a:lnTo>
                    <a:pt x="460" y="619"/>
                  </a:lnTo>
                  <a:moveTo>
                    <a:pt x="3" y="503"/>
                  </a:moveTo>
                  <a:lnTo>
                    <a:pt x="0" y="669"/>
                  </a:lnTo>
                  <a:lnTo>
                    <a:pt x="0" y="669"/>
                  </a:lnTo>
                  <a:lnTo>
                    <a:pt x="3" y="503"/>
                  </a:lnTo>
                  <a:moveTo>
                    <a:pt x="14" y="13"/>
                  </a:moveTo>
                  <a:lnTo>
                    <a:pt x="13" y="91"/>
                  </a:lnTo>
                  <a:lnTo>
                    <a:pt x="14" y="13"/>
                  </a:lnTo>
                  <a:lnTo>
                    <a:pt x="453" y="617"/>
                  </a:lnTo>
                  <a:lnTo>
                    <a:pt x="4" y="680"/>
                  </a:lnTo>
                  <a:lnTo>
                    <a:pt x="4" y="682"/>
                  </a:lnTo>
                  <a:lnTo>
                    <a:pt x="5" y="684"/>
                  </a:lnTo>
                  <a:lnTo>
                    <a:pt x="5" y="684"/>
                  </a:lnTo>
                  <a:lnTo>
                    <a:pt x="5" y="685"/>
                  </a:lnTo>
                  <a:lnTo>
                    <a:pt x="455" y="621"/>
                  </a:lnTo>
                  <a:lnTo>
                    <a:pt x="14" y="13"/>
                  </a:lnTo>
                  <a:moveTo>
                    <a:pt x="10" y="0"/>
                  </a:moveTo>
                  <a:lnTo>
                    <a:pt x="10" y="1"/>
                  </a:lnTo>
                  <a:lnTo>
                    <a:pt x="12" y="4"/>
                  </a:lnTo>
                  <a:lnTo>
                    <a:pt x="12" y="3"/>
                  </a:lnTo>
                  <a:lnTo>
                    <a:pt x="1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1" name="Freeform 514">
              <a:extLst>
                <a:ext uri="{FF2B5EF4-FFF2-40B4-BE49-F238E27FC236}">
                  <a16:creationId xmlns:a16="http://schemas.microsoft.com/office/drawing/2014/main" id="{0F516C13-2AF4-7131-9258-3D922B489A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11501" y="5694400"/>
              <a:ext cx="960437" cy="666750"/>
            </a:xfrm>
            <a:custGeom>
              <a:avLst/>
              <a:gdLst>
                <a:gd name="T0" fmla="*/ 602 w 605"/>
                <a:gd name="T1" fmla="*/ 417 h 420"/>
                <a:gd name="T2" fmla="*/ 604 w 605"/>
                <a:gd name="T3" fmla="*/ 416 h 420"/>
                <a:gd name="T4" fmla="*/ 602 w 605"/>
                <a:gd name="T5" fmla="*/ 417 h 420"/>
                <a:gd name="T6" fmla="*/ 490 w 605"/>
                <a:gd name="T7" fmla="*/ 3 h 420"/>
                <a:gd name="T8" fmla="*/ 489 w 605"/>
                <a:gd name="T9" fmla="*/ 3 h 420"/>
                <a:gd name="T10" fmla="*/ 489 w 605"/>
                <a:gd name="T11" fmla="*/ 15 h 420"/>
                <a:gd name="T12" fmla="*/ 486 w 605"/>
                <a:gd name="T13" fmla="*/ 4 h 420"/>
                <a:gd name="T14" fmla="*/ 486 w 605"/>
                <a:gd name="T15" fmla="*/ 4 h 420"/>
                <a:gd name="T16" fmla="*/ 599 w 605"/>
                <a:gd name="T17" fmla="*/ 413 h 420"/>
                <a:gd name="T18" fmla="*/ 6 w 605"/>
                <a:gd name="T19" fmla="*/ 246 h 420"/>
                <a:gd name="T20" fmla="*/ 272 w 605"/>
                <a:gd name="T21" fmla="*/ 112 h 420"/>
                <a:gd name="T22" fmla="*/ 2 w 605"/>
                <a:gd name="T23" fmla="*/ 248 h 420"/>
                <a:gd name="T24" fmla="*/ 2 w 605"/>
                <a:gd name="T25" fmla="*/ 249 h 420"/>
                <a:gd name="T26" fmla="*/ 1 w 605"/>
                <a:gd name="T27" fmla="*/ 249 h 420"/>
                <a:gd name="T28" fmla="*/ 0 w 605"/>
                <a:gd name="T29" fmla="*/ 249 h 420"/>
                <a:gd name="T30" fmla="*/ 605 w 605"/>
                <a:gd name="T31" fmla="*/ 420 h 420"/>
                <a:gd name="T32" fmla="*/ 604 w 605"/>
                <a:gd name="T33" fmla="*/ 416 h 420"/>
                <a:gd name="T34" fmla="*/ 490 w 605"/>
                <a:gd name="T35" fmla="*/ 3 h 420"/>
                <a:gd name="T36" fmla="*/ 484 w 605"/>
                <a:gd name="T37" fmla="*/ 0 h 420"/>
                <a:gd name="T38" fmla="*/ 4 w 605"/>
                <a:gd name="T39" fmla="*/ 242 h 420"/>
                <a:gd name="T40" fmla="*/ 4 w 605"/>
                <a:gd name="T41" fmla="*/ 242 h 420"/>
                <a:gd name="T42" fmla="*/ 484 w 605"/>
                <a:gd name="T4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5" h="420">
                  <a:moveTo>
                    <a:pt x="602" y="417"/>
                  </a:moveTo>
                  <a:lnTo>
                    <a:pt x="604" y="416"/>
                  </a:lnTo>
                  <a:lnTo>
                    <a:pt x="602" y="417"/>
                  </a:lnTo>
                  <a:close/>
                  <a:moveTo>
                    <a:pt x="490" y="3"/>
                  </a:moveTo>
                  <a:lnTo>
                    <a:pt x="489" y="3"/>
                  </a:lnTo>
                  <a:lnTo>
                    <a:pt x="489" y="15"/>
                  </a:lnTo>
                  <a:lnTo>
                    <a:pt x="486" y="4"/>
                  </a:lnTo>
                  <a:lnTo>
                    <a:pt x="486" y="4"/>
                  </a:lnTo>
                  <a:lnTo>
                    <a:pt x="599" y="413"/>
                  </a:lnTo>
                  <a:lnTo>
                    <a:pt x="6" y="246"/>
                  </a:lnTo>
                  <a:lnTo>
                    <a:pt x="272" y="112"/>
                  </a:lnTo>
                  <a:lnTo>
                    <a:pt x="2" y="248"/>
                  </a:lnTo>
                  <a:lnTo>
                    <a:pt x="2" y="249"/>
                  </a:lnTo>
                  <a:lnTo>
                    <a:pt x="1" y="249"/>
                  </a:lnTo>
                  <a:lnTo>
                    <a:pt x="0" y="249"/>
                  </a:lnTo>
                  <a:lnTo>
                    <a:pt x="605" y="420"/>
                  </a:lnTo>
                  <a:lnTo>
                    <a:pt x="604" y="416"/>
                  </a:lnTo>
                  <a:lnTo>
                    <a:pt x="490" y="3"/>
                  </a:lnTo>
                  <a:close/>
                  <a:moveTo>
                    <a:pt x="484" y="0"/>
                  </a:moveTo>
                  <a:lnTo>
                    <a:pt x="4" y="242"/>
                  </a:lnTo>
                  <a:lnTo>
                    <a:pt x="4" y="242"/>
                  </a:lnTo>
                  <a:lnTo>
                    <a:pt x="48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2" name="Freeform 515">
              <a:extLst>
                <a:ext uri="{FF2B5EF4-FFF2-40B4-BE49-F238E27FC236}">
                  <a16:creationId xmlns:a16="http://schemas.microsoft.com/office/drawing/2014/main" id="{5EA14C05-089D-40A4-C3FE-0BECECB29C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11501" y="5694400"/>
              <a:ext cx="960437" cy="666750"/>
            </a:xfrm>
            <a:custGeom>
              <a:avLst/>
              <a:gdLst>
                <a:gd name="T0" fmla="*/ 602 w 605"/>
                <a:gd name="T1" fmla="*/ 417 h 420"/>
                <a:gd name="T2" fmla="*/ 604 w 605"/>
                <a:gd name="T3" fmla="*/ 416 h 420"/>
                <a:gd name="T4" fmla="*/ 602 w 605"/>
                <a:gd name="T5" fmla="*/ 417 h 420"/>
                <a:gd name="T6" fmla="*/ 490 w 605"/>
                <a:gd name="T7" fmla="*/ 3 h 420"/>
                <a:gd name="T8" fmla="*/ 489 w 605"/>
                <a:gd name="T9" fmla="*/ 3 h 420"/>
                <a:gd name="T10" fmla="*/ 489 w 605"/>
                <a:gd name="T11" fmla="*/ 15 h 420"/>
                <a:gd name="T12" fmla="*/ 486 w 605"/>
                <a:gd name="T13" fmla="*/ 4 h 420"/>
                <a:gd name="T14" fmla="*/ 486 w 605"/>
                <a:gd name="T15" fmla="*/ 4 h 420"/>
                <a:gd name="T16" fmla="*/ 599 w 605"/>
                <a:gd name="T17" fmla="*/ 413 h 420"/>
                <a:gd name="T18" fmla="*/ 6 w 605"/>
                <a:gd name="T19" fmla="*/ 246 h 420"/>
                <a:gd name="T20" fmla="*/ 272 w 605"/>
                <a:gd name="T21" fmla="*/ 112 h 420"/>
                <a:gd name="T22" fmla="*/ 2 w 605"/>
                <a:gd name="T23" fmla="*/ 248 h 420"/>
                <a:gd name="T24" fmla="*/ 2 w 605"/>
                <a:gd name="T25" fmla="*/ 249 h 420"/>
                <a:gd name="T26" fmla="*/ 1 w 605"/>
                <a:gd name="T27" fmla="*/ 249 h 420"/>
                <a:gd name="T28" fmla="*/ 0 w 605"/>
                <a:gd name="T29" fmla="*/ 249 h 420"/>
                <a:gd name="T30" fmla="*/ 605 w 605"/>
                <a:gd name="T31" fmla="*/ 420 h 420"/>
                <a:gd name="T32" fmla="*/ 604 w 605"/>
                <a:gd name="T33" fmla="*/ 416 h 420"/>
                <a:gd name="T34" fmla="*/ 490 w 605"/>
                <a:gd name="T35" fmla="*/ 3 h 420"/>
                <a:gd name="T36" fmla="*/ 484 w 605"/>
                <a:gd name="T37" fmla="*/ 0 h 420"/>
                <a:gd name="T38" fmla="*/ 4 w 605"/>
                <a:gd name="T39" fmla="*/ 242 h 420"/>
                <a:gd name="T40" fmla="*/ 4 w 605"/>
                <a:gd name="T41" fmla="*/ 242 h 420"/>
                <a:gd name="T42" fmla="*/ 484 w 605"/>
                <a:gd name="T4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5" h="420">
                  <a:moveTo>
                    <a:pt x="602" y="417"/>
                  </a:moveTo>
                  <a:lnTo>
                    <a:pt x="604" y="416"/>
                  </a:lnTo>
                  <a:lnTo>
                    <a:pt x="602" y="417"/>
                  </a:lnTo>
                  <a:moveTo>
                    <a:pt x="490" y="3"/>
                  </a:moveTo>
                  <a:lnTo>
                    <a:pt x="489" y="3"/>
                  </a:lnTo>
                  <a:lnTo>
                    <a:pt x="489" y="15"/>
                  </a:lnTo>
                  <a:lnTo>
                    <a:pt x="486" y="4"/>
                  </a:lnTo>
                  <a:lnTo>
                    <a:pt x="486" y="4"/>
                  </a:lnTo>
                  <a:lnTo>
                    <a:pt x="599" y="413"/>
                  </a:lnTo>
                  <a:lnTo>
                    <a:pt x="6" y="246"/>
                  </a:lnTo>
                  <a:lnTo>
                    <a:pt x="272" y="112"/>
                  </a:lnTo>
                  <a:lnTo>
                    <a:pt x="2" y="248"/>
                  </a:lnTo>
                  <a:lnTo>
                    <a:pt x="2" y="249"/>
                  </a:lnTo>
                  <a:lnTo>
                    <a:pt x="1" y="249"/>
                  </a:lnTo>
                  <a:lnTo>
                    <a:pt x="0" y="249"/>
                  </a:lnTo>
                  <a:lnTo>
                    <a:pt x="605" y="420"/>
                  </a:lnTo>
                  <a:lnTo>
                    <a:pt x="604" y="416"/>
                  </a:lnTo>
                  <a:lnTo>
                    <a:pt x="490" y="3"/>
                  </a:lnTo>
                  <a:moveTo>
                    <a:pt x="484" y="0"/>
                  </a:moveTo>
                  <a:lnTo>
                    <a:pt x="4" y="242"/>
                  </a:lnTo>
                  <a:lnTo>
                    <a:pt x="4" y="242"/>
                  </a:lnTo>
                  <a:lnTo>
                    <a:pt x="48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3" name="Freeform 516">
              <a:extLst>
                <a:ext uri="{FF2B5EF4-FFF2-40B4-BE49-F238E27FC236}">
                  <a16:creationId xmlns:a16="http://schemas.microsoft.com/office/drawing/2014/main" id="{644893C8-0CA3-8FF1-7A88-034E61FD0662}"/>
                </a:ext>
              </a:extLst>
            </p:cNvPr>
            <p:cNvSpPr/>
            <p:nvPr/>
          </p:nvSpPr>
          <p:spPr bwMode="auto">
            <a:xfrm>
              <a:off x="3387789" y="569757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4" name="Freeform 517">
              <a:extLst>
                <a:ext uri="{FF2B5EF4-FFF2-40B4-BE49-F238E27FC236}">
                  <a16:creationId xmlns:a16="http://schemas.microsoft.com/office/drawing/2014/main" id="{BF1EEF44-5571-2102-D8E6-D2E3D34103ED}"/>
                </a:ext>
              </a:extLst>
            </p:cNvPr>
            <p:cNvSpPr/>
            <p:nvPr/>
          </p:nvSpPr>
          <p:spPr bwMode="auto">
            <a:xfrm>
              <a:off x="3387789" y="5697575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5" name="Freeform 518">
              <a:extLst>
                <a:ext uri="{FF2B5EF4-FFF2-40B4-BE49-F238E27FC236}">
                  <a16:creationId xmlns:a16="http://schemas.microsoft.com/office/drawing/2014/main" id="{66127459-FC58-101D-8846-902292AEAC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5689" y="4616487"/>
              <a:ext cx="307975" cy="793750"/>
            </a:xfrm>
            <a:custGeom>
              <a:avLst/>
              <a:gdLst>
                <a:gd name="T0" fmla="*/ 190 w 194"/>
                <a:gd name="T1" fmla="*/ 7 h 500"/>
                <a:gd name="T2" fmla="*/ 2 w 194"/>
                <a:gd name="T3" fmla="*/ 103 h 500"/>
                <a:gd name="T4" fmla="*/ 2 w 194"/>
                <a:gd name="T5" fmla="*/ 103 h 500"/>
                <a:gd name="T6" fmla="*/ 190 w 194"/>
                <a:gd name="T7" fmla="*/ 7 h 500"/>
                <a:gd name="T8" fmla="*/ 183 w 194"/>
                <a:gd name="T9" fmla="*/ 500 h 500"/>
                <a:gd name="T10" fmla="*/ 190 w 194"/>
                <a:gd name="T11" fmla="*/ 7 h 500"/>
                <a:gd name="T12" fmla="*/ 186 w 194"/>
                <a:gd name="T13" fmla="*/ 4 h 500"/>
                <a:gd name="T14" fmla="*/ 0 w 194"/>
                <a:gd name="T15" fmla="*/ 98 h 500"/>
                <a:gd name="T16" fmla="*/ 0 w 194"/>
                <a:gd name="T17" fmla="*/ 98 h 500"/>
                <a:gd name="T18" fmla="*/ 186 w 194"/>
                <a:gd name="T19" fmla="*/ 4 h 500"/>
                <a:gd name="T20" fmla="*/ 194 w 194"/>
                <a:gd name="T21" fmla="*/ 0 h 500"/>
                <a:gd name="T22" fmla="*/ 192 w 194"/>
                <a:gd name="T23" fmla="*/ 0 h 500"/>
                <a:gd name="T24" fmla="*/ 192 w 194"/>
                <a:gd name="T25" fmla="*/ 1 h 500"/>
                <a:gd name="T26" fmla="*/ 194 w 194"/>
                <a:gd name="T27" fmla="*/ 0 h 500"/>
                <a:gd name="T28" fmla="*/ 194 w 194"/>
                <a:gd name="T29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4" h="500">
                  <a:moveTo>
                    <a:pt x="190" y="7"/>
                  </a:moveTo>
                  <a:lnTo>
                    <a:pt x="2" y="103"/>
                  </a:lnTo>
                  <a:lnTo>
                    <a:pt x="2" y="103"/>
                  </a:lnTo>
                  <a:lnTo>
                    <a:pt x="190" y="7"/>
                  </a:lnTo>
                  <a:lnTo>
                    <a:pt x="183" y="500"/>
                  </a:lnTo>
                  <a:lnTo>
                    <a:pt x="190" y="7"/>
                  </a:lnTo>
                  <a:close/>
                  <a:moveTo>
                    <a:pt x="186" y="4"/>
                  </a:moveTo>
                  <a:lnTo>
                    <a:pt x="0" y="98"/>
                  </a:lnTo>
                  <a:lnTo>
                    <a:pt x="0" y="98"/>
                  </a:lnTo>
                  <a:lnTo>
                    <a:pt x="186" y="4"/>
                  </a:lnTo>
                  <a:close/>
                  <a:moveTo>
                    <a:pt x="194" y="0"/>
                  </a:moveTo>
                  <a:lnTo>
                    <a:pt x="192" y="0"/>
                  </a:lnTo>
                  <a:lnTo>
                    <a:pt x="192" y="1"/>
                  </a:lnTo>
                  <a:lnTo>
                    <a:pt x="194" y="0"/>
                  </a:lnTo>
                  <a:lnTo>
                    <a:pt x="1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6" name="Freeform 519">
              <a:extLst>
                <a:ext uri="{FF2B5EF4-FFF2-40B4-BE49-F238E27FC236}">
                  <a16:creationId xmlns:a16="http://schemas.microsoft.com/office/drawing/2014/main" id="{281F677B-0E5D-9045-FD89-6A1E706ACD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5689" y="4616487"/>
              <a:ext cx="307975" cy="793750"/>
            </a:xfrm>
            <a:custGeom>
              <a:avLst/>
              <a:gdLst>
                <a:gd name="T0" fmla="*/ 190 w 194"/>
                <a:gd name="T1" fmla="*/ 7 h 500"/>
                <a:gd name="T2" fmla="*/ 2 w 194"/>
                <a:gd name="T3" fmla="*/ 103 h 500"/>
                <a:gd name="T4" fmla="*/ 2 w 194"/>
                <a:gd name="T5" fmla="*/ 103 h 500"/>
                <a:gd name="T6" fmla="*/ 190 w 194"/>
                <a:gd name="T7" fmla="*/ 7 h 500"/>
                <a:gd name="T8" fmla="*/ 183 w 194"/>
                <a:gd name="T9" fmla="*/ 500 h 500"/>
                <a:gd name="T10" fmla="*/ 190 w 194"/>
                <a:gd name="T11" fmla="*/ 7 h 500"/>
                <a:gd name="T12" fmla="*/ 186 w 194"/>
                <a:gd name="T13" fmla="*/ 4 h 500"/>
                <a:gd name="T14" fmla="*/ 0 w 194"/>
                <a:gd name="T15" fmla="*/ 98 h 500"/>
                <a:gd name="T16" fmla="*/ 0 w 194"/>
                <a:gd name="T17" fmla="*/ 98 h 500"/>
                <a:gd name="T18" fmla="*/ 186 w 194"/>
                <a:gd name="T19" fmla="*/ 4 h 500"/>
                <a:gd name="T20" fmla="*/ 194 w 194"/>
                <a:gd name="T21" fmla="*/ 0 h 500"/>
                <a:gd name="T22" fmla="*/ 192 w 194"/>
                <a:gd name="T23" fmla="*/ 0 h 500"/>
                <a:gd name="T24" fmla="*/ 192 w 194"/>
                <a:gd name="T25" fmla="*/ 1 h 500"/>
                <a:gd name="T26" fmla="*/ 194 w 194"/>
                <a:gd name="T27" fmla="*/ 0 h 500"/>
                <a:gd name="T28" fmla="*/ 194 w 194"/>
                <a:gd name="T29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4" h="500">
                  <a:moveTo>
                    <a:pt x="190" y="7"/>
                  </a:moveTo>
                  <a:lnTo>
                    <a:pt x="2" y="103"/>
                  </a:lnTo>
                  <a:lnTo>
                    <a:pt x="2" y="103"/>
                  </a:lnTo>
                  <a:lnTo>
                    <a:pt x="190" y="7"/>
                  </a:lnTo>
                  <a:lnTo>
                    <a:pt x="183" y="500"/>
                  </a:lnTo>
                  <a:lnTo>
                    <a:pt x="190" y="7"/>
                  </a:lnTo>
                  <a:moveTo>
                    <a:pt x="186" y="4"/>
                  </a:moveTo>
                  <a:lnTo>
                    <a:pt x="0" y="98"/>
                  </a:lnTo>
                  <a:lnTo>
                    <a:pt x="0" y="98"/>
                  </a:lnTo>
                  <a:lnTo>
                    <a:pt x="186" y="4"/>
                  </a:lnTo>
                  <a:moveTo>
                    <a:pt x="194" y="0"/>
                  </a:moveTo>
                  <a:lnTo>
                    <a:pt x="192" y="0"/>
                  </a:lnTo>
                  <a:lnTo>
                    <a:pt x="192" y="1"/>
                  </a:lnTo>
                  <a:lnTo>
                    <a:pt x="194" y="0"/>
                  </a:lnTo>
                  <a:lnTo>
                    <a:pt x="1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7" name="Freeform 520">
              <a:extLst>
                <a:ext uri="{FF2B5EF4-FFF2-40B4-BE49-F238E27FC236}">
                  <a16:creationId xmlns:a16="http://schemas.microsoft.com/office/drawing/2014/main" id="{65321A41-9B47-2A2D-09CB-A3AD42B7EE27}"/>
                </a:ext>
              </a:extLst>
            </p:cNvPr>
            <p:cNvSpPr/>
            <p:nvPr/>
          </p:nvSpPr>
          <p:spPr bwMode="auto">
            <a:xfrm>
              <a:off x="3095689" y="4622837"/>
              <a:ext cx="301625" cy="157163"/>
            </a:xfrm>
            <a:custGeom>
              <a:avLst/>
              <a:gdLst>
                <a:gd name="T0" fmla="*/ 186 w 190"/>
                <a:gd name="T1" fmla="*/ 0 h 99"/>
                <a:gd name="T2" fmla="*/ 0 w 190"/>
                <a:gd name="T3" fmla="*/ 94 h 99"/>
                <a:gd name="T4" fmla="*/ 0 w 190"/>
                <a:gd name="T5" fmla="*/ 94 h 99"/>
                <a:gd name="T6" fmla="*/ 1 w 190"/>
                <a:gd name="T7" fmla="*/ 97 h 99"/>
                <a:gd name="T8" fmla="*/ 2 w 190"/>
                <a:gd name="T9" fmla="*/ 99 h 99"/>
                <a:gd name="T10" fmla="*/ 190 w 190"/>
                <a:gd name="T11" fmla="*/ 3 h 99"/>
                <a:gd name="T12" fmla="*/ 190 w 190"/>
                <a:gd name="T13" fmla="*/ 1 h 99"/>
                <a:gd name="T14" fmla="*/ 186 w 190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99">
                  <a:moveTo>
                    <a:pt x="186" y="0"/>
                  </a:moveTo>
                  <a:lnTo>
                    <a:pt x="0" y="94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190" y="3"/>
                  </a:lnTo>
                  <a:lnTo>
                    <a:pt x="190" y="1"/>
                  </a:lnTo>
                  <a:lnTo>
                    <a:pt x="18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8" name="Freeform 521">
              <a:extLst>
                <a:ext uri="{FF2B5EF4-FFF2-40B4-BE49-F238E27FC236}">
                  <a16:creationId xmlns:a16="http://schemas.microsoft.com/office/drawing/2014/main" id="{57175A2D-F174-02C8-8AFD-B6106450B3E3}"/>
                </a:ext>
              </a:extLst>
            </p:cNvPr>
            <p:cNvSpPr/>
            <p:nvPr/>
          </p:nvSpPr>
          <p:spPr bwMode="auto">
            <a:xfrm>
              <a:off x="3095689" y="4622837"/>
              <a:ext cx="301625" cy="157163"/>
            </a:xfrm>
            <a:custGeom>
              <a:avLst/>
              <a:gdLst>
                <a:gd name="T0" fmla="*/ 186 w 190"/>
                <a:gd name="T1" fmla="*/ 0 h 99"/>
                <a:gd name="T2" fmla="*/ 0 w 190"/>
                <a:gd name="T3" fmla="*/ 94 h 99"/>
                <a:gd name="T4" fmla="*/ 0 w 190"/>
                <a:gd name="T5" fmla="*/ 94 h 99"/>
                <a:gd name="T6" fmla="*/ 1 w 190"/>
                <a:gd name="T7" fmla="*/ 97 h 99"/>
                <a:gd name="T8" fmla="*/ 2 w 190"/>
                <a:gd name="T9" fmla="*/ 99 h 99"/>
                <a:gd name="T10" fmla="*/ 190 w 190"/>
                <a:gd name="T11" fmla="*/ 3 h 99"/>
                <a:gd name="T12" fmla="*/ 190 w 190"/>
                <a:gd name="T13" fmla="*/ 1 h 99"/>
                <a:gd name="T14" fmla="*/ 186 w 190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99">
                  <a:moveTo>
                    <a:pt x="186" y="0"/>
                  </a:moveTo>
                  <a:lnTo>
                    <a:pt x="0" y="94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190" y="3"/>
                  </a:lnTo>
                  <a:lnTo>
                    <a:pt x="190" y="1"/>
                  </a:lnTo>
                  <a:lnTo>
                    <a:pt x="18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29" name="Freeform 522">
              <a:extLst>
                <a:ext uri="{FF2B5EF4-FFF2-40B4-BE49-F238E27FC236}">
                  <a16:creationId xmlns:a16="http://schemas.microsoft.com/office/drawing/2014/main" id="{44F32167-5CFE-9444-1545-B91F19390EA7}"/>
                </a:ext>
              </a:extLst>
            </p:cNvPr>
            <p:cNvSpPr/>
            <p:nvPr/>
          </p:nvSpPr>
          <p:spPr bwMode="auto">
            <a:xfrm>
              <a:off x="3390964" y="4621250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1 h 2"/>
                <a:gd name="T4" fmla="*/ 0 w 4"/>
                <a:gd name="T5" fmla="*/ 1 h 2"/>
                <a:gd name="T6" fmla="*/ 4 w 4"/>
                <a:gd name="T7" fmla="*/ 2 h 2"/>
                <a:gd name="T8" fmla="*/ 4 w 4"/>
                <a:gd name="T9" fmla="*/ 2 h 2"/>
                <a:gd name="T10" fmla="*/ 1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0" name="Freeform 523">
              <a:extLst>
                <a:ext uri="{FF2B5EF4-FFF2-40B4-BE49-F238E27FC236}">
                  <a16:creationId xmlns:a16="http://schemas.microsoft.com/office/drawing/2014/main" id="{0FCE2E2D-735F-8A56-F5B5-A3FCFCACD4DB}"/>
                </a:ext>
              </a:extLst>
            </p:cNvPr>
            <p:cNvSpPr/>
            <p:nvPr/>
          </p:nvSpPr>
          <p:spPr bwMode="auto">
            <a:xfrm>
              <a:off x="3390964" y="4621250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1 h 2"/>
                <a:gd name="T4" fmla="*/ 0 w 4"/>
                <a:gd name="T5" fmla="*/ 1 h 2"/>
                <a:gd name="T6" fmla="*/ 4 w 4"/>
                <a:gd name="T7" fmla="*/ 2 h 2"/>
                <a:gd name="T8" fmla="*/ 4 w 4"/>
                <a:gd name="T9" fmla="*/ 2 h 2"/>
                <a:gd name="T10" fmla="*/ 1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1" name="Freeform 524">
              <a:extLst>
                <a:ext uri="{FF2B5EF4-FFF2-40B4-BE49-F238E27FC236}">
                  <a16:creationId xmlns:a16="http://schemas.microsoft.com/office/drawing/2014/main" id="{B2575E7C-073E-23FA-B1E1-ABEC9851935C}"/>
                </a:ext>
              </a:extLst>
            </p:cNvPr>
            <p:cNvSpPr/>
            <p:nvPr/>
          </p:nvSpPr>
          <p:spPr bwMode="auto">
            <a:xfrm>
              <a:off x="3392551" y="4621250"/>
              <a:ext cx="4762" cy="317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0 h 2"/>
                <a:gd name="T4" fmla="*/ 3 w 3"/>
                <a:gd name="T5" fmla="*/ 2 h 2"/>
                <a:gd name="T6" fmla="*/ 3 w 3"/>
                <a:gd name="T7" fmla="*/ 1 h 2"/>
                <a:gd name="T8" fmla="*/ 1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2" name="Freeform 525">
              <a:extLst>
                <a:ext uri="{FF2B5EF4-FFF2-40B4-BE49-F238E27FC236}">
                  <a16:creationId xmlns:a16="http://schemas.microsoft.com/office/drawing/2014/main" id="{2F3779F7-571A-2E93-D825-DE3968625A58}"/>
                </a:ext>
              </a:extLst>
            </p:cNvPr>
            <p:cNvSpPr/>
            <p:nvPr/>
          </p:nvSpPr>
          <p:spPr bwMode="auto">
            <a:xfrm>
              <a:off x="3392551" y="4621250"/>
              <a:ext cx="4762" cy="317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0 h 2"/>
                <a:gd name="T4" fmla="*/ 3 w 3"/>
                <a:gd name="T5" fmla="*/ 2 h 2"/>
                <a:gd name="T6" fmla="*/ 3 w 3"/>
                <a:gd name="T7" fmla="*/ 1 h 2"/>
                <a:gd name="T8" fmla="*/ 1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3" name="Freeform 526">
              <a:extLst>
                <a:ext uri="{FF2B5EF4-FFF2-40B4-BE49-F238E27FC236}">
                  <a16:creationId xmlns:a16="http://schemas.microsoft.com/office/drawing/2014/main" id="{F37FD10D-270B-351C-B4CB-8EC2EE184F77}"/>
                </a:ext>
              </a:extLst>
            </p:cNvPr>
            <p:cNvSpPr/>
            <p:nvPr/>
          </p:nvSpPr>
          <p:spPr bwMode="auto">
            <a:xfrm>
              <a:off x="3095689" y="47720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4" name="Freeform 527">
              <a:extLst>
                <a:ext uri="{FF2B5EF4-FFF2-40B4-BE49-F238E27FC236}">
                  <a16:creationId xmlns:a16="http://schemas.microsoft.com/office/drawing/2014/main" id="{D7773029-3EDC-8B9A-C0BD-10F6AD045150}"/>
                </a:ext>
              </a:extLst>
            </p:cNvPr>
            <p:cNvSpPr/>
            <p:nvPr/>
          </p:nvSpPr>
          <p:spPr bwMode="auto">
            <a:xfrm>
              <a:off x="3095689" y="47720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1 w 1"/>
                <a:gd name="T5" fmla="*/ 3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5" name="Freeform 528">
              <a:extLst>
                <a:ext uri="{FF2B5EF4-FFF2-40B4-BE49-F238E27FC236}">
                  <a16:creationId xmlns:a16="http://schemas.microsoft.com/office/drawing/2014/main" id="{6AD6A264-F47A-B667-1884-C476067226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70326" y="4756187"/>
              <a:ext cx="31750" cy="935038"/>
            </a:xfrm>
            <a:custGeom>
              <a:avLst/>
              <a:gdLst>
                <a:gd name="T0" fmla="*/ 0 w 20"/>
                <a:gd name="T1" fmla="*/ 557 h 589"/>
                <a:gd name="T2" fmla="*/ 7 w 20"/>
                <a:gd name="T3" fmla="*/ 578 h 589"/>
                <a:gd name="T4" fmla="*/ 7 w 20"/>
                <a:gd name="T5" fmla="*/ 578 h 589"/>
                <a:gd name="T6" fmla="*/ 0 w 20"/>
                <a:gd name="T7" fmla="*/ 557 h 589"/>
                <a:gd name="T8" fmla="*/ 20 w 20"/>
                <a:gd name="T9" fmla="*/ 0 h 589"/>
                <a:gd name="T10" fmla="*/ 11 w 20"/>
                <a:gd name="T11" fmla="*/ 589 h 589"/>
                <a:gd name="T12" fmla="*/ 20 w 20"/>
                <a:gd name="T13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89">
                  <a:moveTo>
                    <a:pt x="0" y="557"/>
                  </a:moveTo>
                  <a:lnTo>
                    <a:pt x="7" y="578"/>
                  </a:lnTo>
                  <a:lnTo>
                    <a:pt x="7" y="578"/>
                  </a:lnTo>
                  <a:lnTo>
                    <a:pt x="0" y="557"/>
                  </a:lnTo>
                  <a:close/>
                  <a:moveTo>
                    <a:pt x="20" y="0"/>
                  </a:moveTo>
                  <a:lnTo>
                    <a:pt x="11" y="589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6" name="Freeform 529">
              <a:extLst>
                <a:ext uri="{FF2B5EF4-FFF2-40B4-BE49-F238E27FC236}">
                  <a16:creationId xmlns:a16="http://schemas.microsoft.com/office/drawing/2014/main" id="{815D1C63-944B-6315-B251-C6AA1F80B7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70326" y="4756187"/>
              <a:ext cx="31750" cy="935038"/>
            </a:xfrm>
            <a:custGeom>
              <a:avLst/>
              <a:gdLst>
                <a:gd name="T0" fmla="*/ 0 w 20"/>
                <a:gd name="T1" fmla="*/ 557 h 589"/>
                <a:gd name="T2" fmla="*/ 7 w 20"/>
                <a:gd name="T3" fmla="*/ 578 h 589"/>
                <a:gd name="T4" fmla="*/ 7 w 20"/>
                <a:gd name="T5" fmla="*/ 578 h 589"/>
                <a:gd name="T6" fmla="*/ 0 w 20"/>
                <a:gd name="T7" fmla="*/ 557 h 589"/>
                <a:gd name="T8" fmla="*/ 20 w 20"/>
                <a:gd name="T9" fmla="*/ 0 h 589"/>
                <a:gd name="T10" fmla="*/ 11 w 20"/>
                <a:gd name="T11" fmla="*/ 589 h 589"/>
                <a:gd name="T12" fmla="*/ 20 w 20"/>
                <a:gd name="T13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89">
                  <a:moveTo>
                    <a:pt x="0" y="557"/>
                  </a:moveTo>
                  <a:lnTo>
                    <a:pt x="7" y="578"/>
                  </a:lnTo>
                  <a:lnTo>
                    <a:pt x="7" y="578"/>
                  </a:lnTo>
                  <a:lnTo>
                    <a:pt x="0" y="557"/>
                  </a:lnTo>
                  <a:moveTo>
                    <a:pt x="20" y="0"/>
                  </a:moveTo>
                  <a:lnTo>
                    <a:pt x="11" y="589"/>
                  </a:lnTo>
                  <a:lnTo>
                    <a:pt x="2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7" name="Freeform 530">
              <a:extLst>
                <a:ext uri="{FF2B5EF4-FFF2-40B4-BE49-F238E27FC236}">
                  <a16:creationId xmlns:a16="http://schemas.microsoft.com/office/drawing/2014/main" id="{195ADDE4-95C1-9CEB-8A95-39E3ED8270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1439" y="4616487"/>
              <a:ext cx="22225" cy="1077913"/>
            </a:xfrm>
            <a:custGeom>
              <a:avLst/>
              <a:gdLst>
                <a:gd name="T0" fmla="*/ 11 w 14"/>
                <a:gd name="T1" fmla="*/ 6 h 679"/>
                <a:gd name="T2" fmla="*/ 10 w 14"/>
                <a:gd name="T3" fmla="*/ 7 h 679"/>
                <a:gd name="T4" fmla="*/ 3 w 14"/>
                <a:gd name="T5" fmla="*/ 500 h 679"/>
                <a:gd name="T6" fmla="*/ 0 w 14"/>
                <a:gd name="T7" fmla="*/ 666 h 679"/>
                <a:gd name="T8" fmla="*/ 0 w 14"/>
                <a:gd name="T9" fmla="*/ 666 h 679"/>
                <a:gd name="T10" fmla="*/ 4 w 14"/>
                <a:gd name="T11" fmla="*/ 677 h 679"/>
                <a:gd name="T12" fmla="*/ 4 w 14"/>
                <a:gd name="T13" fmla="*/ 677 h 679"/>
                <a:gd name="T14" fmla="*/ 4 w 14"/>
                <a:gd name="T15" fmla="*/ 679 h 679"/>
                <a:gd name="T16" fmla="*/ 4 w 14"/>
                <a:gd name="T17" fmla="*/ 679 h 679"/>
                <a:gd name="T18" fmla="*/ 4 w 14"/>
                <a:gd name="T19" fmla="*/ 677 h 679"/>
                <a:gd name="T20" fmla="*/ 4 w 14"/>
                <a:gd name="T21" fmla="*/ 677 h 679"/>
                <a:gd name="T22" fmla="*/ 13 w 14"/>
                <a:gd name="T23" fmla="*/ 88 h 679"/>
                <a:gd name="T24" fmla="*/ 14 w 14"/>
                <a:gd name="T25" fmla="*/ 10 h 679"/>
                <a:gd name="T26" fmla="*/ 11 w 14"/>
                <a:gd name="T27" fmla="*/ 6 h 679"/>
                <a:gd name="T28" fmla="*/ 12 w 14"/>
                <a:gd name="T29" fmla="*/ 0 h 679"/>
                <a:gd name="T30" fmla="*/ 12 w 14"/>
                <a:gd name="T31" fmla="*/ 1 h 679"/>
                <a:gd name="T32" fmla="*/ 12 w 14"/>
                <a:gd name="T33" fmla="*/ 1 h 679"/>
                <a:gd name="T34" fmla="*/ 12 w 14"/>
                <a:gd name="T35" fmla="*/ 1 h 679"/>
                <a:gd name="T36" fmla="*/ 12 w 14"/>
                <a:gd name="T37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679">
                  <a:moveTo>
                    <a:pt x="11" y="6"/>
                  </a:moveTo>
                  <a:lnTo>
                    <a:pt x="10" y="7"/>
                  </a:lnTo>
                  <a:lnTo>
                    <a:pt x="3" y="500"/>
                  </a:lnTo>
                  <a:lnTo>
                    <a:pt x="0" y="666"/>
                  </a:lnTo>
                  <a:lnTo>
                    <a:pt x="0" y="666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4" y="679"/>
                  </a:lnTo>
                  <a:lnTo>
                    <a:pt x="4" y="679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13" y="88"/>
                  </a:lnTo>
                  <a:lnTo>
                    <a:pt x="14" y="10"/>
                  </a:lnTo>
                  <a:lnTo>
                    <a:pt x="11" y="6"/>
                  </a:lnTo>
                  <a:close/>
                  <a:moveTo>
                    <a:pt x="12" y="0"/>
                  </a:moveTo>
                  <a:lnTo>
                    <a:pt x="12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8" name="Freeform 531">
              <a:extLst>
                <a:ext uri="{FF2B5EF4-FFF2-40B4-BE49-F238E27FC236}">
                  <a16:creationId xmlns:a16="http://schemas.microsoft.com/office/drawing/2014/main" id="{52A0DB32-4711-5609-4ED7-7392049EB5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1439" y="4616487"/>
              <a:ext cx="22225" cy="1077913"/>
            </a:xfrm>
            <a:custGeom>
              <a:avLst/>
              <a:gdLst>
                <a:gd name="T0" fmla="*/ 11 w 14"/>
                <a:gd name="T1" fmla="*/ 6 h 679"/>
                <a:gd name="T2" fmla="*/ 10 w 14"/>
                <a:gd name="T3" fmla="*/ 7 h 679"/>
                <a:gd name="T4" fmla="*/ 3 w 14"/>
                <a:gd name="T5" fmla="*/ 500 h 679"/>
                <a:gd name="T6" fmla="*/ 0 w 14"/>
                <a:gd name="T7" fmla="*/ 666 h 679"/>
                <a:gd name="T8" fmla="*/ 0 w 14"/>
                <a:gd name="T9" fmla="*/ 666 h 679"/>
                <a:gd name="T10" fmla="*/ 4 w 14"/>
                <a:gd name="T11" fmla="*/ 677 h 679"/>
                <a:gd name="T12" fmla="*/ 4 w 14"/>
                <a:gd name="T13" fmla="*/ 677 h 679"/>
                <a:gd name="T14" fmla="*/ 4 w 14"/>
                <a:gd name="T15" fmla="*/ 679 h 679"/>
                <a:gd name="T16" fmla="*/ 4 w 14"/>
                <a:gd name="T17" fmla="*/ 679 h 679"/>
                <a:gd name="T18" fmla="*/ 4 w 14"/>
                <a:gd name="T19" fmla="*/ 677 h 679"/>
                <a:gd name="T20" fmla="*/ 4 w 14"/>
                <a:gd name="T21" fmla="*/ 677 h 679"/>
                <a:gd name="T22" fmla="*/ 13 w 14"/>
                <a:gd name="T23" fmla="*/ 88 h 679"/>
                <a:gd name="T24" fmla="*/ 14 w 14"/>
                <a:gd name="T25" fmla="*/ 10 h 679"/>
                <a:gd name="T26" fmla="*/ 11 w 14"/>
                <a:gd name="T27" fmla="*/ 6 h 679"/>
                <a:gd name="T28" fmla="*/ 12 w 14"/>
                <a:gd name="T29" fmla="*/ 0 h 679"/>
                <a:gd name="T30" fmla="*/ 12 w 14"/>
                <a:gd name="T31" fmla="*/ 1 h 679"/>
                <a:gd name="T32" fmla="*/ 12 w 14"/>
                <a:gd name="T33" fmla="*/ 1 h 679"/>
                <a:gd name="T34" fmla="*/ 12 w 14"/>
                <a:gd name="T35" fmla="*/ 1 h 679"/>
                <a:gd name="T36" fmla="*/ 12 w 14"/>
                <a:gd name="T37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679">
                  <a:moveTo>
                    <a:pt x="11" y="6"/>
                  </a:moveTo>
                  <a:lnTo>
                    <a:pt x="10" y="7"/>
                  </a:lnTo>
                  <a:lnTo>
                    <a:pt x="3" y="500"/>
                  </a:lnTo>
                  <a:lnTo>
                    <a:pt x="0" y="666"/>
                  </a:lnTo>
                  <a:lnTo>
                    <a:pt x="0" y="666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4" y="679"/>
                  </a:lnTo>
                  <a:lnTo>
                    <a:pt x="4" y="679"/>
                  </a:lnTo>
                  <a:lnTo>
                    <a:pt x="4" y="677"/>
                  </a:lnTo>
                  <a:lnTo>
                    <a:pt x="4" y="677"/>
                  </a:lnTo>
                  <a:lnTo>
                    <a:pt x="13" y="88"/>
                  </a:lnTo>
                  <a:lnTo>
                    <a:pt x="14" y="10"/>
                  </a:lnTo>
                  <a:lnTo>
                    <a:pt x="11" y="6"/>
                  </a:lnTo>
                  <a:moveTo>
                    <a:pt x="12" y="0"/>
                  </a:moveTo>
                  <a:lnTo>
                    <a:pt x="12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9" name="Freeform 532">
              <a:extLst>
                <a:ext uri="{FF2B5EF4-FFF2-40B4-BE49-F238E27FC236}">
                  <a16:creationId xmlns:a16="http://schemas.microsoft.com/office/drawing/2014/main" id="{B217854D-E07A-F67C-350F-4C02C70E6CF9}"/>
                </a:ext>
              </a:extLst>
            </p:cNvPr>
            <p:cNvSpPr/>
            <p:nvPr/>
          </p:nvSpPr>
          <p:spPr bwMode="auto">
            <a:xfrm>
              <a:off x="3397314" y="4624425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0" name="Freeform 533">
              <a:extLst>
                <a:ext uri="{FF2B5EF4-FFF2-40B4-BE49-F238E27FC236}">
                  <a16:creationId xmlns:a16="http://schemas.microsoft.com/office/drawing/2014/main" id="{051D028C-D073-9271-C865-479038047FF2}"/>
                </a:ext>
              </a:extLst>
            </p:cNvPr>
            <p:cNvSpPr/>
            <p:nvPr/>
          </p:nvSpPr>
          <p:spPr bwMode="auto">
            <a:xfrm>
              <a:off x="3397314" y="4624425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1" name="Rectangle 534">
              <a:extLst>
                <a:ext uri="{FF2B5EF4-FFF2-40B4-BE49-F238E27FC236}">
                  <a16:creationId xmlns:a16="http://schemas.microsoft.com/office/drawing/2014/main" id="{1409BAB7-BA9D-A206-7F0E-AC232922F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2" name="Rectangle 535">
              <a:extLst>
                <a:ext uri="{FF2B5EF4-FFF2-40B4-BE49-F238E27FC236}">
                  <a16:creationId xmlns:a16="http://schemas.microsoft.com/office/drawing/2014/main" id="{973B2D9F-B59A-EF58-3253-D8172E6B9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3" name="Freeform 536">
              <a:extLst>
                <a:ext uri="{FF2B5EF4-FFF2-40B4-BE49-F238E27FC236}">
                  <a16:creationId xmlns:a16="http://schemas.microsoft.com/office/drawing/2014/main" id="{94CE13BC-D8A1-41C7-9B95-EC9344151901}"/>
                </a:ext>
              </a:extLst>
            </p:cNvPr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4" name="Freeform 537">
              <a:extLst>
                <a:ext uri="{FF2B5EF4-FFF2-40B4-BE49-F238E27FC236}">
                  <a16:creationId xmlns:a16="http://schemas.microsoft.com/office/drawing/2014/main" id="{CCABADCB-0214-9192-8830-C01C5F9B9141}"/>
                </a:ext>
              </a:extLst>
            </p:cNvPr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5" name="Rectangle 538">
              <a:extLst>
                <a:ext uri="{FF2B5EF4-FFF2-40B4-BE49-F238E27FC236}">
                  <a16:creationId xmlns:a16="http://schemas.microsoft.com/office/drawing/2014/main" id="{77D119FD-EF11-2DC1-646E-E5953BB07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7789" y="5691225"/>
              <a:ext cx="1587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6" name="Rectangle 539">
              <a:extLst>
                <a:ext uri="{FF2B5EF4-FFF2-40B4-BE49-F238E27FC236}">
                  <a16:creationId xmlns:a16="http://schemas.microsoft.com/office/drawing/2014/main" id="{C8092586-F891-96DF-057B-E45622F23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7789" y="5691225"/>
              <a:ext cx="1587" cy="3175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7" name="Rectangle 540">
              <a:extLst>
                <a:ext uri="{FF2B5EF4-FFF2-40B4-BE49-F238E27FC236}">
                  <a16:creationId xmlns:a16="http://schemas.microsoft.com/office/drawing/2014/main" id="{78206006-E281-E632-727A-6F3A0498B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8" name="Rectangle 541">
              <a:extLst>
                <a:ext uri="{FF2B5EF4-FFF2-40B4-BE49-F238E27FC236}">
                  <a16:creationId xmlns:a16="http://schemas.microsoft.com/office/drawing/2014/main" id="{B6DDFFAA-9A7F-D335-93BB-48D883031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9" name="Rectangle 542">
              <a:extLst>
                <a:ext uri="{FF2B5EF4-FFF2-40B4-BE49-F238E27FC236}">
                  <a16:creationId xmlns:a16="http://schemas.microsoft.com/office/drawing/2014/main" id="{00DC3458-C949-EF76-1415-D18816240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0" name="Rectangle 543">
              <a:extLst>
                <a:ext uri="{FF2B5EF4-FFF2-40B4-BE49-F238E27FC236}">
                  <a16:creationId xmlns:a16="http://schemas.microsoft.com/office/drawing/2014/main" id="{2A84EAC3-B10C-71BE-0E19-6C73E0080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9339" y="47752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1" name="Freeform 544">
              <a:extLst>
                <a:ext uri="{FF2B5EF4-FFF2-40B4-BE49-F238E27FC236}">
                  <a16:creationId xmlns:a16="http://schemas.microsoft.com/office/drawing/2014/main" id="{1E295D22-5FCD-8A67-4B82-8E09E977B631}"/>
                </a:ext>
              </a:extLst>
            </p:cNvPr>
            <p:cNvSpPr/>
            <p:nvPr/>
          </p:nvSpPr>
          <p:spPr bwMode="auto">
            <a:xfrm>
              <a:off x="3089339" y="47752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2" name="Freeform 545">
              <a:extLst>
                <a:ext uri="{FF2B5EF4-FFF2-40B4-BE49-F238E27FC236}">
                  <a16:creationId xmlns:a16="http://schemas.microsoft.com/office/drawing/2014/main" id="{77D7EB9A-F0FA-B92A-0C7B-A4BC1D508F33}"/>
                </a:ext>
              </a:extLst>
            </p:cNvPr>
            <p:cNvSpPr/>
            <p:nvPr/>
          </p:nvSpPr>
          <p:spPr bwMode="auto">
            <a:xfrm>
              <a:off x="3089339" y="47752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3" name="Freeform 546">
              <a:extLst>
                <a:ext uri="{FF2B5EF4-FFF2-40B4-BE49-F238E27FC236}">
                  <a16:creationId xmlns:a16="http://schemas.microsoft.com/office/drawing/2014/main" id="{F412CA44-352E-AE6C-00F9-EF4E20117277}"/>
                </a:ext>
              </a:extLst>
            </p:cNvPr>
            <p:cNvSpPr/>
            <p:nvPr/>
          </p:nvSpPr>
          <p:spPr bwMode="auto">
            <a:xfrm>
              <a:off x="3092514" y="4784762"/>
              <a:ext cx="276225" cy="869950"/>
            </a:xfrm>
            <a:custGeom>
              <a:avLst/>
              <a:gdLst>
                <a:gd name="T0" fmla="*/ 0 w 174"/>
                <a:gd name="T1" fmla="*/ 0 h 548"/>
                <a:gd name="T2" fmla="*/ 0 w 174"/>
                <a:gd name="T3" fmla="*/ 0 h 548"/>
                <a:gd name="T4" fmla="*/ 174 w 174"/>
                <a:gd name="T5" fmla="*/ 548 h 548"/>
                <a:gd name="T6" fmla="*/ 174 w 174"/>
                <a:gd name="T7" fmla="*/ 548 h 548"/>
                <a:gd name="T8" fmla="*/ 0 w 174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548">
                  <a:moveTo>
                    <a:pt x="0" y="0"/>
                  </a:moveTo>
                  <a:lnTo>
                    <a:pt x="0" y="0"/>
                  </a:lnTo>
                  <a:lnTo>
                    <a:pt x="174" y="548"/>
                  </a:lnTo>
                  <a:lnTo>
                    <a:pt x="174" y="54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4" name="Freeform 547">
              <a:extLst>
                <a:ext uri="{FF2B5EF4-FFF2-40B4-BE49-F238E27FC236}">
                  <a16:creationId xmlns:a16="http://schemas.microsoft.com/office/drawing/2014/main" id="{78A991A0-FFB6-287D-B69E-54DB027708D5}"/>
                </a:ext>
              </a:extLst>
            </p:cNvPr>
            <p:cNvSpPr/>
            <p:nvPr/>
          </p:nvSpPr>
          <p:spPr bwMode="auto">
            <a:xfrm>
              <a:off x="3092514" y="4784762"/>
              <a:ext cx="276225" cy="869950"/>
            </a:xfrm>
            <a:custGeom>
              <a:avLst/>
              <a:gdLst>
                <a:gd name="T0" fmla="*/ 0 w 174"/>
                <a:gd name="T1" fmla="*/ 0 h 548"/>
                <a:gd name="T2" fmla="*/ 0 w 174"/>
                <a:gd name="T3" fmla="*/ 0 h 548"/>
                <a:gd name="T4" fmla="*/ 174 w 174"/>
                <a:gd name="T5" fmla="*/ 548 h 548"/>
                <a:gd name="T6" fmla="*/ 174 w 174"/>
                <a:gd name="T7" fmla="*/ 548 h 548"/>
                <a:gd name="T8" fmla="*/ 0 w 174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548">
                  <a:moveTo>
                    <a:pt x="0" y="0"/>
                  </a:moveTo>
                  <a:lnTo>
                    <a:pt x="0" y="0"/>
                  </a:lnTo>
                  <a:lnTo>
                    <a:pt x="174" y="548"/>
                  </a:lnTo>
                  <a:lnTo>
                    <a:pt x="174" y="54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5" name="Freeform 548">
              <a:extLst>
                <a:ext uri="{FF2B5EF4-FFF2-40B4-BE49-F238E27FC236}">
                  <a16:creationId xmlns:a16="http://schemas.microsoft.com/office/drawing/2014/main" id="{161F668B-2A6C-491C-4F37-5BFFD5A75F1F}"/>
                </a:ext>
              </a:extLst>
            </p:cNvPr>
            <p:cNvSpPr/>
            <p:nvPr/>
          </p:nvSpPr>
          <p:spPr bwMode="auto">
            <a:xfrm>
              <a:off x="3383026" y="5699162"/>
              <a:ext cx="4762" cy="19050"/>
            </a:xfrm>
            <a:custGeom>
              <a:avLst/>
              <a:gdLst>
                <a:gd name="T0" fmla="*/ 3 w 3"/>
                <a:gd name="T1" fmla="*/ 0 h 12"/>
                <a:gd name="T2" fmla="*/ 2 w 3"/>
                <a:gd name="T3" fmla="*/ 0 h 12"/>
                <a:gd name="T4" fmla="*/ 0 w 3"/>
                <a:gd name="T5" fmla="*/ 1 h 12"/>
                <a:gd name="T6" fmla="*/ 3 w 3"/>
                <a:gd name="T7" fmla="*/ 12 h 12"/>
                <a:gd name="T8" fmla="*/ 3 w 3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2">
                  <a:moveTo>
                    <a:pt x="3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3" y="12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6" name="Freeform 549">
              <a:extLst>
                <a:ext uri="{FF2B5EF4-FFF2-40B4-BE49-F238E27FC236}">
                  <a16:creationId xmlns:a16="http://schemas.microsoft.com/office/drawing/2014/main" id="{2E75E2F2-E829-570A-2E5A-0AE4B03BFA0B}"/>
                </a:ext>
              </a:extLst>
            </p:cNvPr>
            <p:cNvSpPr/>
            <p:nvPr/>
          </p:nvSpPr>
          <p:spPr bwMode="auto">
            <a:xfrm>
              <a:off x="3383026" y="5699162"/>
              <a:ext cx="4762" cy="19050"/>
            </a:xfrm>
            <a:custGeom>
              <a:avLst/>
              <a:gdLst>
                <a:gd name="T0" fmla="*/ 3 w 3"/>
                <a:gd name="T1" fmla="*/ 0 h 12"/>
                <a:gd name="T2" fmla="*/ 2 w 3"/>
                <a:gd name="T3" fmla="*/ 0 h 12"/>
                <a:gd name="T4" fmla="*/ 0 w 3"/>
                <a:gd name="T5" fmla="*/ 1 h 12"/>
                <a:gd name="T6" fmla="*/ 3 w 3"/>
                <a:gd name="T7" fmla="*/ 12 h 12"/>
                <a:gd name="T8" fmla="*/ 3 w 3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2">
                  <a:moveTo>
                    <a:pt x="3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3" y="12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7" name="Freeform 550">
              <a:extLst>
                <a:ext uri="{FF2B5EF4-FFF2-40B4-BE49-F238E27FC236}">
                  <a16:creationId xmlns:a16="http://schemas.microsoft.com/office/drawing/2014/main" id="{760D429D-52C5-4DE8-7FEE-22AD9D86B77B}"/>
                </a:ext>
              </a:extLst>
            </p:cNvPr>
            <p:cNvSpPr/>
            <p:nvPr/>
          </p:nvSpPr>
          <p:spPr bwMode="auto">
            <a:xfrm>
              <a:off x="3386201" y="5699162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8" name="Freeform 551">
              <a:extLst>
                <a:ext uri="{FF2B5EF4-FFF2-40B4-BE49-F238E27FC236}">
                  <a16:creationId xmlns:a16="http://schemas.microsoft.com/office/drawing/2014/main" id="{A3FDECC5-D691-3430-B323-4FF7E29D2606}"/>
                </a:ext>
              </a:extLst>
            </p:cNvPr>
            <p:cNvSpPr/>
            <p:nvPr/>
          </p:nvSpPr>
          <p:spPr bwMode="auto">
            <a:xfrm>
              <a:off x="3386201" y="5699162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59" name="Freeform 552">
              <a:extLst>
                <a:ext uri="{FF2B5EF4-FFF2-40B4-BE49-F238E27FC236}">
                  <a16:creationId xmlns:a16="http://schemas.microsoft.com/office/drawing/2014/main" id="{8057FA99-3886-AFC7-0CCA-8B9528A88039}"/>
                </a:ext>
              </a:extLst>
            </p:cNvPr>
            <p:cNvSpPr/>
            <p:nvPr/>
          </p:nvSpPr>
          <p:spPr bwMode="auto">
            <a:xfrm>
              <a:off x="3090926" y="47704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3 w 3"/>
                <a:gd name="T5" fmla="*/ 1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0" name="Freeform 553">
              <a:extLst>
                <a:ext uri="{FF2B5EF4-FFF2-40B4-BE49-F238E27FC236}">
                  <a16:creationId xmlns:a16="http://schemas.microsoft.com/office/drawing/2014/main" id="{0F1B1016-9748-A908-1ED5-84688FB2005D}"/>
                </a:ext>
              </a:extLst>
            </p:cNvPr>
            <p:cNvSpPr/>
            <p:nvPr/>
          </p:nvSpPr>
          <p:spPr bwMode="auto">
            <a:xfrm>
              <a:off x="3090926" y="4770475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3 w 3"/>
                <a:gd name="T5" fmla="*/ 1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1" name="Freeform 554">
              <a:extLst>
                <a:ext uri="{FF2B5EF4-FFF2-40B4-BE49-F238E27FC236}">
                  <a16:creationId xmlns:a16="http://schemas.microsoft.com/office/drawing/2014/main" id="{51E3E7D8-D265-C4EE-A778-B67744A43C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86151" y="4776825"/>
              <a:ext cx="106362" cy="115888"/>
            </a:xfrm>
            <a:custGeom>
              <a:avLst/>
              <a:gdLst>
                <a:gd name="T0" fmla="*/ 67 w 67"/>
                <a:gd name="T1" fmla="*/ 5 h 73"/>
                <a:gd name="T2" fmla="*/ 39 w 67"/>
                <a:gd name="T3" fmla="*/ 36 h 73"/>
                <a:gd name="T4" fmla="*/ 67 w 67"/>
                <a:gd name="T5" fmla="*/ 5 h 73"/>
                <a:gd name="T6" fmla="*/ 67 w 67"/>
                <a:gd name="T7" fmla="*/ 5 h 73"/>
                <a:gd name="T8" fmla="*/ 65 w 67"/>
                <a:gd name="T9" fmla="*/ 0 h 73"/>
                <a:gd name="T10" fmla="*/ 0 w 67"/>
                <a:gd name="T11" fmla="*/ 73 h 73"/>
                <a:gd name="T12" fmla="*/ 0 w 67"/>
                <a:gd name="T13" fmla="*/ 73 h 73"/>
                <a:gd name="T14" fmla="*/ 65 w 67"/>
                <a:gd name="T15" fmla="*/ 0 h 73"/>
                <a:gd name="T16" fmla="*/ 65 w 67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73">
                  <a:moveTo>
                    <a:pt x="67" y="5"/>
                  </a:moveTo>
                  <a:lnTo>
                    <a:pt x="39" y="36"/>
                  </a:lnTo>
                  <a:lnTo>
                    <a:pt x="67" y="5"/>
                  </a:lnTo>
                  <a:lnTo>
                    <a:pt x="67" y="5"/>
                  </a:lnTo>
                  <a:close/>
                  <a:moveTo>
                    <a:pt x="65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65" y="0"/>
                  </a:lnTo>
                  <a:lnTo>
                    <a:pt x="6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2" name="Freeform 555">
              <a:extLst>
                <a:ext uri="{FF2B5EF4-FFF2-40B4-BE49-F238E27FC236}">
                  <a16:creationId xmlns:a16="http://schemas.microsoft.com/office/drawing/2014/main" id="{243012A0-4F25-B562-EFC2-9CB51E0947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86151" y="4776825"/>
              <a:ext cx="106362" cy="115888"/>
            </a:xfrm>
            <a:custGeom>
              <a:avLst/>
              <a:gdLst>
                <a:gd name="T0" fmla="*/ 67 w 67"/>
                <a:gd name="T1" fmla="*/ 5 h 73"/>
                <a:gd name="T2" fmla="*/ 39 w 67"/>
                <a:gd name="T3" fmla="*/ 36 h 73"/>
                <a:gd name="T4" fmla="*/ 67 w 67"/>
                <a:gd name="T5" fmla="*/ 5 h 73"/>
                <a:gd name="T6" fmla="*/ 67 w 67"/>
                <a:gd name="T7" fmla="*/ 5 h 73"/>
                <a:gd name="T8" fmla="*/ 65 w 67"/>
                <a:gd name="T9" fmla="*/ 0 h 73"/>
                <a:gd name="T10" fmla="*/ 0 w 67"/>
                <a:gd name="T11" fmla="*/ 73 h 73"/>
                <a:gd name="T12" fmla="*/ 0 w 67"/>
                <a:gd name="T13" fmla="*/ 73 h 73"/>
                <a:gd name="T14" fmla="*/ 65 w 67"/>
                <a:gd name="T15" fmla="*/ 0 h 73"/>
                <a:gd name="T16" fmla="*/ 65 w 67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73">
                  <a:moveTo>
                    <a:pt x="67" y="5"/>
                  </a:moveTo>
                  <a:lnTo>
                    <a:pt x="39" y="36"/>
                  </a:lnTo>
                  <a:lnTo>
                    <a:pt x="67" y="5"/>
                  </a:lnTo>
                  <a:lnTo>
                    <a:pt x="67" y="5"/>
                  </a:lnTo>
                  <a:moveTo>
                    <a:pt x="65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65" y="0"/>
                  </a:lnTo>
                  <a:lnTo>
                    <a:pt x="6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3" name="Freeform 556">
              <a:extLst>
                <a:ext uri="{FF2B5EF4-FFF2-40B4-BE49-F238E27FC236}">
                  <a16:creationId xmlns:a16="http://schemas.microsoft.com/office/drawing/2014/main" id="{B428A054-4812-4547-4B83-18F63E1E449B}"/>
                </a:ext>
              </a:extLst>
            </p:cNvPr>
            <p:cNvSpPr/>
            <p:nvPr/>
          </p:nvSpPr>
          <p:spPr bwMode="auto">
            <a:xfrm>
              <a:off x="2984564" y="4776825"/>
              <a:ext cx="107950" cy="125413"/>
            </a:xfrm>
            <a:custGeom>
              <a:avLst/>
              <a:gdLst>
                <a:gd name="T0" fmla="*/ 66 w 68"/>
                <a:gd name="T1" fmla="*/ 0 h 79"/>
                <a:gd name="T2" fmla="*/ 1 w 68"/>
                <a:gd name="T3" fmla="*/ 73 h 79"/>
                <a:gd name="T4" fmla="*/ 1 w 68"/>
                <a:gd name="T5" fmla="*/ 73 h 79"/>
                <a:gd name="T6" fmla="*/ 1 w 68"/>
                <a:gd name="T7" fmla="*/ 74 h 79"/>
                <a:gd name="T8" fmla="*/ 2 w 68"/>
                <a:gd name="T9" fmla="*/ 72 h 79"/>
                <a:gd name="T10" fmla="*/ 0 w 68"/>
                <a:gd name="T11" fmla="*/ 79 h 79"/>
                <a:gd name="T12" fmla="*/ 1 w 68"/>
                <a:gd name="T13" fmla="*/ 79 h 79"/>
                <a:gd name="T14" fmla="*/ 40 w 68"/>
                <a:gd name="T15" fmla="*/ 36 h 79"/>
                <a:gd name="T16" fmla="*/ 68 w 68"/>
                <a:gd name="T17" fmla="*/ 5 h 79"/>
                <a:gd name="T18" fmla="*/ 67 w 68"/>
                <a:gd name="T19" fmla="*/ 4 h 79"/>
                <a:gd name="T20" fmla="*/ 67 w 68"/>
                <a:gd name="T21" fmla="*/ 4 h 79"/>
                <a:gd name="T22" fmla="*/ 67 w 68"/>
                <a:gd name="T23" fmla="*/ 1 h 79"/>
                <a:gd name="T24" fmla="*/ 66 w 68"/>
                <a:gd name="T2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79">
                  <a:moveTo>
                    <a:pt x="66" y="0"/>
                  </a:moveTo>
                  <a:lnTo>
                    <a:pt x="1" y="73"/>
                  </a:lnTo>
                  <a:lnTo>
                    <a:pt x="1" y="73"/>
                  </a:lnTo>
                  <a:lnTo>
                    <a:pt x="1" y="74"/>
                  </a:lnTo>
                  <a:lnTo>
                    <a:pt x="2" y="72"/>
                  </a:lnTo>
                  <a:lnTo>
                    <a:pt x="0" y="79"/>
                  </a:lnTo>
                  <a:lnTo>
                    <a:pt x="1" y="79"/>
                  </a:lnTo>
                  <a:lnTo>
                    <a:pt x="40" y="36"/>
                  </a:lnTo>
                  <a:lnTo>
                    <a:pt x="68" y="5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7" y="1"/>
                  </a:lnTo>
                  <a:lnTo>
                    <a:pt x="6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4" name="Freeform 557">
              <a:extLst>
                <a:ext uri="{FF2B5EF4-FFF2-40B4-BE49-F238E27FC236}">
                  <a16:creationId xmlns:a16="http://schemas.microsoft.com/office/drawing/2014/main" id="{6CD3CA94-694F-4962-F33C-60D7C03B5F5E}"/>
                </a:ext>
              </a:extLst>
            </p:cNvPr>
            <p:cNvSpPr/>
            <p:nvPr/>
          </p:nvSpPr>
          <p:spPr bwMode="auto">
            <a:xfrm>
              <a:off x="2984564" y="4776825"/>
              <a:ext cx="107950" cy="125413"/>
            </a:xfrm>
            <a:custGeom>
              <a:avLst/>
              <a:gdLst>
                <a:gd name="T0" fmla="*/ 66 w 68"/>
                <a:gd name="T1" fmla="*/ 0 h 79"/>
                <a:gd name="T2" fmla="*/ 1 w 68"/>
                <a:gd name="T3" fmla="*/ 73 h 79"/>
                <a:gd name="T4" fmla="*/ 1 w 68"/>
                <a:gd name="T5" fmla="*/ 73 h 79"/>
                <a:gd name="T6" fmla="*/ 1 w 68"/>
                <a:gd name="T7" fmla="*/ 74 h 79"/>
                <a:gd name="T8" fmla="*/ 2 w 68"/>
                <a:gd name="T9" fmla="*/ 72 h 79"/>
                <a:gd name="T10" fmla="*/ 0 w 68"/>
                <a:gd name="T11" fmla="*/ 79 h 79"/>
                <a:gd name="T12" fmla="*/ 1 w 68"/>
                <a:gd name="T13" fmla="*/ 79 h 79"/>
                <a:gd name="T14" fmla="*/ 40 w 68"/>
                <a:gd name="T15" fmla="*/ 36 h 79"/>
                <a:gd name="T16" fmla="*/ 68 w 68"/>
                <a:gd name="T17" fmla="*/ 5 h 79"/>
                <a:gd name="T18" fmla="*/ 67 w 68"/>
                <a:gd name="T19" fmla="*/ 4 h 79"/>
                <a:gd name="T20" fmla="*/ 67 w 68"/>
                <a:gd name="T21" fmla="*/ 4 h 79"/>
                <a:gd name="T22" fmla="*/ 67 w 68"/>
                <a:gd name="T23" fmla="*/ 1 h 79"/>
                <a:gd name="T24" fmla="*/ 66 w 68"/>
                <a:gd name="T2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79">
                  <a:moveTo>
                    <a:pt x="66" y="0"/>
                  </a:moveTo>
                  <a:lnTo>
                    <a:pt x="1" y="73"/>
                  </a:lnTo>
                  <a:lnTo>
                    <a:pt x="1" y="73"/>
                  </a:lnTo>
                  <a:lnTo>
                    <a:pt x="1" y="74"/>
                  </a:lnTo>
                  <a:lnTo>
                    <a:pt x="2" y="72"/>
                  </a:lnTo>
                  <a:lnTo>
                    <a:pt x="0" y="79"/>
                  </a:lnTo>
                  <a:lnTo>
                    <a:pt x="1" y="79"/>
                  </a:lnTo>
                  <a:lnTo>
                    <a:pt x="40" y="36"/>
                  </a:lnTo>
                  <a:lnTo>
                    <a:pt x="68" y="5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7" y="1"/>
                  </a:lnTo>
                  <a:lnTo>
                    <a:pt x="6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5" name="Freeform 558">
              <a:extLst>
                <a:ext uri="{FF2B5EF4-FFF2-40B4-BE49-F238E27FC236}">
                  <a16:creationId xmlns:a16="http://schemas.microsoft.com/office/drawing/2014/main" id="{9275D801-75D8-2815-699A-9CBD39304ECF}"/>
                </a:ext>
              </a:extLst>
            </p:cNvPr>
            <p:cNvSpPr/>
            <p:nvPr/>
          </p:nvSpPr>
          <p:spPr bwMode="auto">
            <a:xfrm>
              <a:off x="2981389" y="4892712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6" name="Freeform 559">
              <a:extLst>
                <a:ext uri="{FF2B5EF4-FFF2-40B4-BE49-F238E27FC236}">
                  <a16:creationId xmlns:a16="http://schemas.microsoft.com/office/drawing/2014/main" id="{81B68926-8DB3-329A-0347-9A340041E4B5}"/>
                </a:ext>
              </a:extLst>
            </p:cNvPr>
            <p:cNvSpPr/>
            <p:nvPr/>
          </p:nvSpPr>
          <p:spPr bwMode="auto">
            <a:xfrm>
              <a:off x="2981389" y="4892712"/>
              <a:ext cx="4762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7" name="Rectangle 560">
              <a:extLst>
                <a:ext uri="{FF2B5EF4-FFF2-40B4-BE49-F238E27FC236}">
                  <a16:creationId xmlns:a16="http://schemas.microsoft.com/office/drawing/2014/main" id="{014569E4-1A1C-9A59-7586-C74AE4C64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926" y="4778412"/>
              <a:ext cx="1587" cy="4763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8" name="Freeform 561">
              <a:extLst>
                <a:ext uri="{FF2B5EF4-FFF2-40B4-BE49-F238E27FC236}">
                  <a16:creationId xmlns:a16="http://schemas.microsoft.com/office/drawing/2014/main" id="{FCAC9080-3831-3AD3-97E4-68ADF9718FB1}"/>
                </a:ext>
              </a:extLst>
            </p:cNvPr>
            <p:cNvSpPr/>
            <p:nvPr/>
          </p:nvSpPr>
          <p:spPr bwMode="auto">
            <a:xfrm flipH="1">
              <a:off x="3090926" y="4778412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69" name="Freeform 562">
              <a:extLst>
                <a:ext uri="{FF2B5EF4-FFF2-40B4-BE49-F238E27FC236}">
                  <a16:creationId xmlns:a16="http://schemas.microsoft.com/office/drawing/2014/main" id="{490F8310-7E3A-F76F-AF57-388D2F824429}"/>
                </a:ext>
              </a:extLst>
            </p:cNvPr>
            <p:cNvSpPr/>
            <p:nvPr/>
          </p:nvSpPr>
          <p:spPr bwMode="auto">
            <a:xfrm>
              <a:off x="3098864" y="4780000"/>
              <a:ext cx="271462" cy="860425"/>
            </a:xfrm>
            <a:custGeom>
              <a:avLst/>
              <a:gdLst>
                <a:gd name="T0" fmla="*/ 0 w 171"/>
                <a:gd name="T1" fmla="*/ 0 h 542"/>
                <a:gd name="T2" fmla="*/ 0 w 171"/>
                <a:gd name="T3" fmla="*/ 0 h 542"/>
                <a:gd name="T4" fmla="*/ 171 w 171"/>
                <a:gd name="T5" fmla="*/ 542 h 542"/>
                <a:gd name="T6" fmla="*/ 0 w 17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" h="542">
                  <a:moveTo>
                    <a:pt x="0" y="0"/>
                  </a:moveTo>
                  <a:lnTo>
                    <a:pt x="0" y="0"/>
                  </a:lnTo>
                  <a:lnTo>
                    <a:pt x="171" y="54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0" name="Freeform 563">
              <a:extLst>
                <a:ext uri="{FF2B5EF4-FFF2-40B4-BE49-F238E27FC236}">
                  <a16:creationId xmlns:a16="http://schemas.microsoft.com/office/drawing/2014/main" id="{C958C61C-D273-37B0-0DFA-A15A25A63C89}"/>
                </a:ext>
              </a:extLst>
            </p:cNvPr>
            <p:cNvSpPr/>
            <p:nvPr/>
          </p:nvSpPr>
          <p:spPr bwMode="auto">
            <a:xfrm>
              <a:off x="3098864" y="4780000"/>
              <a:ext cx="271462" cy="860425"/>
            </a:xfrm>
            <a:custGeom>
              <a:avLst/>
              <a:gdLst>
                <a:gd name="T0" fmla="*/ 0 w 171"/>
                <a:gd name="T1" fmla="*/ 0 h 542"/>
                <a:gd name="T2" fmla="*/ 0 w 171"/>
                <a:gd name="T3" fmla="*/ 0 h 542"/>
                <a:gd name="T4" fmla="*/ 171 w 171"/>
                <a:gd name="T5" fmla="*/ 542 h 542"/>
                <a:gd name="T6" fmla="*/ 0 w 17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" h="542">
                  <a:moveTo>
                    <a:pt x="0" y="0"/>
                  </a:moveTo>
                  <a:lnTo>
                    <a:pt x="0" y="0"/>
                  </a:lnTo>
                  <a:lnTo>
                    <a:pt x="171" y="54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1" name="Freeform 564">
              <a:extLst>
                <a:ext uri="{FF2B5EF4-FFF2-40B4-BE49-F238E27FC236}">
                  <a16:creationId xmlns:a16="http://schemas.microsoft.com/office/drawing/2014/main" id="{0E99940B-3AD5-A7A8-39D7-AE30494678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6825"/>
              <a:ext cx="292100" cy="904875"/>
            </a:xfrm>
            <a:custGeom>
              <a:avLst/>
              <a:gdLst>
                <a:gd name="T0" fmla="*/ 6 w 184"/>
                <a:gd name="T1" fmla="*/ 2 h 570"/>
                <a:gd name="T2" fmla="*/ 4 w 184"/>
                <a:gd name="T3" fmla="*/ 2 h 570"/>
                <a:gd name="T4" fmla="*/ 2 w 184"/>
                <a:gd name="T5" fmla="*/ 5 h 570"/>
                <a:gd name="T6" fmla="*/ 2 w 184"/>
                <a:gd name="T7" fmla="*/ 5 h 570"/>
                <a:gd name="T8" fmla="*/ 2 w 184"/>
                <a:gd name="T9" fmla="*/ 5 h 570"/>
                <a:gd name="T10" fmla="*/ 176 w 184"/>
                <a:gd name="T11" fmla="*/ 553 h 570"/>
                <a:gd name="T12" fmla="*/ 184 w 184"/>
                <a:gd name="T13" fmla="*/ 570 h 570"/>
                <a:gd name="T14" fmla="*/ 184 w 184"/>
                <a:gd name="T15" fmla="*/ 565 h 570"/>
                <a:gd name="T16" fmla="*/ 177 w 184"/>
                <a:gd name="T17" fmla="*/ 544 h 570"/>
                <a:gd name="T18" fmla="*/ 6 w 184"/>
                <a:gd name="T19" fmla="*/ 2 h 570"/>
                <a:gd name="T20" fmla="*/ 6 w 184"/>
                <a:gd name="T21" fmla="*/ 2 h 570"/>
                <a:gd name="T22" fmla="*/ 0 w 184"/>
                <a:gd name="T23" fmla="*/ 0 h 570"/>
                <a:gd name="T24" fmla="*/ 0 w 184"/>
                <a:gd name="T25" fmla="*/ 0 h 570"/>
                <a:gd name="T26" fmla="*/ 0 w 184"/>
                <a:gd name="T27" fmla="*/ 0 h 570"/>
                <a:gd name="T28" fmla="*/ 0 w 184"/>
                <a:gd name="T29" fmla="*/ 0 h 570"/>
                <a:gd name="T30" fmla="*/ 0 w 184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4" h="570">
                  <a:moveTo>
                    <a:pt x="6" y="2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76" y="553"/>
                  </a:lnTo>
                  <a:lnTo>
                    <a:pt x="184" y="570"/>
                  </a:lnTo>
                  <a:lnTo>
                    <a:pt x="184" y="565"/>
                  </a:lnTo>
                  <a:lnTo>
                    <a:pt x="177" y="544"/>
                  </a:lnTo>
                  <a:lnTo>
                    <a:pt x="6" y="2"/>
                  </a:lnTo>
                  <a:lnTo>
                    <a:pt x="6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2" name="Freeform 565">
              <a:extLst>
                <a:ext uri="{FF2B5EF4-FFF2-40B4-BE49-F238E27FC236}">
                  <a16:creationId xmlns:a16="http://schemas.microsoft.com/office/drawing/2014/main" id="{3926D37C-7BFB-8AC2-822E-EC2EC7370A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6825"/>
              <a:ext cx="292100" cy="904875"/>
            </a:xfrm>
            <a:custGeom>
              <a:avLst/>
              <a:gdLst>
                <a:gd name="T0" fmla="*/ 6 w 184"/>
                <a:gd name="T1" fmla="*/ 2 h 570"/>
                <a:gd name="T2" fmla="*/ 4 w 184"/>
                <a:gd name="T3" fmla="*/ 2 h 570"/>
                <a:gd name="T4" fmla="*/ 2 w 184"/>
                <a:gd name="T5" fmla="*/ 5 h 570"/>
                <a:gd name="T6" fmla="*/ 2 w 184"/>
                <a:gd name="T7" fmla="*/ 5 h 570"/>
                <a:gd name="T8" fmla="*/ 2 w 184"/>
                <a:gd name="T9" fmla="*/ 5 h 570"/>
                <a:gd name="T10" fmla="*/ 176 w 184"/>
                <a:gd name="T11" fmla="*/ 553 h 570"/>
                <a:gd name="T12" fmla="*/ 184 w 184"/>
                <a:gd name="T13" fmla="*/ 570 h 570"/>
                <a:gd name="T14" fmla="*/ 184 w 184"/>
                <a:gd name="T15" fmla="*/ 565 h 570"/>
                <a:gd name="T16" fmla="*/ 177 w 184"/>
                <a:gd name="T17" fmla="*/ 544 h 570"/>
                <a:gd name="T18" fmla="*/ 6 w 184"/>
                <a:gd name="T19" fmla="*/ 2 h 570"/>
                <a:gd name="T20" fmla="*/ 6 w 184"/>
                <a:gd name="T21" fmla="*/ 2 h 570"/>
                <a:gd name="T22" fmla="*/ 0 w 184"/>
                <a:gd name="T23" fmla="*/ 0 h 570"/>
                <a:gd name="T24" fmla="*/ 0 w 184"/>
                <a:gd name="T25" fmla="*/ 0 h 570"/>
                <a:gd name="T26" fmla="*/ 0 w 184"/>
                <a:gd name="T27" fmla="*/ 0 h 570"/>
                <a:gd name="T28" fmla="*/ 0 w 184"/>
                <a:gd name="T29" fmla="*/ 0 h 570"/>
                <a:gd name="T30" fmla="*/ 0 w 184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4" h="570">
                  <a:moveTo>
                    <a:pt x="6" y="2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76" y="553"/>
                  </a:lnTo>
                  <a:lnTo>
                    <a:pt x="184" y="570"/>
                  </a:lnTo>
                  <a:lnTo>
                    <a:pt x="184" y="565"/>
                  </a:lnTo>
                  <a:lnTo>
                    <a:pt x="177" y="544"/>
                  </a:lnTo>
                  <a:lnTo>
                    <a:pt x="6" y="2"/>
                  </a:lnTo>
                  <a:lnTo>
                    <a:pt x="6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3" name="Freeform 566">
              <a:extLst>
                <a:ext uri="{FF2B5EF4-FFF2-40B4-BE49-F238E27FC236}">
                  <a16:creationId xmlns:a16="http://schemas.microsoft.com/office/drawing/2014/main" id="{3F92F990-2500-BB1E-C2C2-F93BDC8B1C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6825"/>
              <a:ext cx="9525" cy="3175"/>
            </a:xfrm>
            <a:custGeom>
              <a:avLst/>
              <a:gdLst>
                <a:gd name="T0" fmla="*/ 5 w 6"/>
                <a:gd name="T1" fmla="*/ 0 h 2"/>
                <a:gd name="T2" fmla="*/ 5 w 6"/>
                <a:gd name="T3" fmla="*/ 1 h 2"/>
                <a:gd name="T4" fmla="*/ 4 w 6"/>
                <a:gd name="T5" fmla="*/ 2 h 2"/>
                <a:gd name="T6" fmla="*/ 6 w 6"/>
                <a:gd name="T7" fmla="*/ 2 h 2"/>
                <a:gd name="T8" fmla="*/ 5 w 6"/>
                <a:gd name="T9" fmla="*/ 0 h 2"/>
                <a:gd name="T10" fmla="*/ 0 w 6"/>
                <a:gd name="T11" fmla="*/ 0 h 2"/>
                <a:gd name="T12" fmla="*/ 0 w 6"/>
                <a:gd name="T13" fmla="*/ 0 h 2"/>
                <a:gd name="T14" fmla="*/ 0 w 6"/>
                <a:gd name="T15" fmla="*/ 0 h 2"/>
                <a:gd name="T16" fmla="*/ 0 w 6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">
                  <a:moveTo>
                    <a:pt x="5" y="0"/>
                  </a:moveTo>
                  <a:lnTo>
                    <a:pt x="5" y="1"/>
                  </a:lnTo>
                  <a:lnTo>
                    <a:pt x="4" y="2"/>
                  </a:lnTo>
                  <a:lnTo>
                    <a:pt x="6" y="2"/>
                  </a:lnTo>
                  <a:lnTo>
                    <a:pt x="5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4" name="Freeform 567">
              <a:extLst>
                <a:ext uri="{FF2B5EF4-FFF2-40B4-BE49-F238E27FC236}">
                  <a16:creationId xmlns:a16="http://schemas.microsoft.com/office/drawing/2014/main" id="{430ADA54-1F2C-3A6C-CD6A-BC64B839D6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6825"/>
              <a:ext cx="9525" cy="3175"/>
            </a:xfrm>
            <a:custGeom>
              <a:avLst/>
              <a:gdLst>
                <a:gd name="T0" fmla="*/ 5 w 6"/>
                <a:gd name="T1" fmla="*/ 0 h 2"/>
                <a:gd name="T2" fmla="*/ 5 w 6"/>
                <a:gd name="T3" fmla="*/ 1 h 2"/>
                <a:gd name="T4" fmla="*/ 4 w 6"/>
                <a:gd name="T5" fmla="*/ 2 h 2"/>
                <a:gd name="T6" fmla="*/ 6 w 6"/>
                <a:gd name="T7" fmla="*/ 2 h 2"/>
                <a:gd name="T8" fmla="*/ 5 w 6"/>
                <a:gd name="T9" fmla="*/ 0 h 2"/>
                <a:gd name="T10" fmla="*/ 0 w 6"/>
                <a:gd name="T11" fmla="*/ 0 h 2"/>
                <a:gd name="T12" fmla="*/ 0 w 6"/>
                <a:gd name="T13" fmla="*/ 0 h 2"/>
                <a:gd name="T14" fmla="*/ 0 w 6"/>
                <a:gd name="T15" fmla="*/ 0 h 2"/>
                <a:gd name="T16" fmla="*/ 0 w 6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">
                  <a:moveTo>
                    <a:pt x="5" y="0"/>
                  </a:moveTo>
                  <a:lnTo>
                    <a:pt x="5" y="1"/>
                  </a:lnTo>
                  <a:lnTo>
                    <a:pt x="4" y="2"/>
                  </a:lnTo>
                  <a:lnTo>
                    <a:pt x="6" y="2"/>
                  </a:lnTo>
                  <a:lnTo>
                    <a:pt x="5" y="0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5" name="Freeform 568">
              <a:extLst>
                <a:ext uri="{FF2B5EF4-FFF2-40B4-BE49-F238E27FC236}">
                  <a16:creationId xmlns:a16="http://schemas.microsoft.com/office/drawing/2014/main" id="{A9BF3AD3-BCBC-80A6-D134-57518950FA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6825"/>
              <a:ext cx="6350" cy="7938"/>
            </a:xfrm>
            <a:custGeom>
              <a:avLst/>
              <a:gdLst>
                <a:gd name="T0" fmla="*/ 4 w 4"/>
                <a:gd name="T1" fmla="*/ 2 h 5"/>
                <a:gd name="T2" fmla="*/ 1 w 4"/>
                <a:gd name="T3" fmla="*/ 4 h 5"/>
                <a:gd name="T4" fmla="*/ 2 w 4"/>
                <a:gd name="T5" fmla="*/ 5 h 5"/>
                <a:gd name="T6" fmla="*/ 4 w 4"/>
                <a:gd name="T7" fmla="*/ 2 h 5"/>
                <a:gd name="T8" fmla="*/ 0 w 4"/>
                <a:gd name="T9" fmla="*/ 0 h 5"/>
                <a:gd name="T10" fmla="*/ 0 w 4"/>
                <a:gd name="T11" fmla="*/ 0 h 5"/>
                <a:gd name="T12" fmla="*/ 1 w 4"/>
                <a:gd name="T13" fmla="*/ 1 h 5"/>
                <a:gd name="T14" fmla="*/ 0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lnTo>
                    <a:pt x="1" y="4"/>
                  </a:lnTo>
                  <a:lnTo>
                    <a:pt x="2" y="5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6" name="Freeform 569">
              <a:extLst>
                <a:ext uri="{FF2B5EF4-FFF2-40B4-BE49-F238E27FC236}">
                  <a16:creationId xmlns:a16="http://schemas.microsoft.com/office/drawing/2014/main" id="{1FB4E739-544D-C1B6-731D-A461F96AD4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6825"/>
              <a:ext cx="6350" cy="7938"/>
            </a:xfrm>
            <a:custGeom>
              <a:avLst/>
              <a:gdLst>
                <a:gd name="T0" fmla="*/ 4 w 4"/>
                <a:gd name="T1" fmla="*/ 2 h 5"/>
                <a:gd name="T2" fmla="*/ 1 w 4"/>
                <a:gd name="T3" fmla="*/ 4 h 5"/>
                <a:gd name="T4" fmla="*/ 2 w 4"/>
                <a:gd name="T5" fmla="*/ 5 h 5"/>
                <a:gd name="T6" fmla="*/ 4 w 4"/>
                <a:gd name="T7" fmla="*/ 2 h 5"/>
                <a:gd name="T8" fmla="*/ 0 w 4"/>
                <a:gd name="T9" fmla="*/ 0 h 5"/>
                <a:gd name="T10" fmla="*/ 0 w 4"/>
                <a:gd name="T11" fmla="*/ 0 h 5"/>
                <a:gd name="T12" fmla="*/ 1 w 4"/>
                <a:gd name="T13" fmla="*/ 1 h 5"/>
                <a:gd name="T14" fmla="*/ 0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lnTo>
                    <a:pt x="1" y="4"/>
                  </a:lnTo>
                  <a:lnTo>
                    <a:pt x="2" y="5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7" name="Freeform 570">
              <a:extLst>
                <a:ext uri="{FF2B5EF4-FFF2-40B4-BE49-F238E27FC236}">
                  <a16:creationId xmlns:a16="http://schemas.microsoft.com/office/drawing/2014/main" id="{53D25C44-697C-F4FA-556C-E53999CECD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2062"/>
              <a:ext cx="7937" cy="11113"/>
            </a:xfrm>
            <a:custGeom>
              <a:avLst/>
              <a:gdLst>
                <a:gd name="T0" fmla="*/ 1 w 5"/>
                <a:gd name="T1" fmla="*/ 4 h 7"/>
                <a:gd name="T2" fmla="*/ 3 w 5"/>
                <a:gd name="T3" fmla="*/ 4 h 7"/>
                <a:gd name="T4" fmla="*/ 1 w 5"/>
                <a:gd name="T5" fmla="*/ 4 h 7"/>
                <a:gd name="T6" fmla="*/ 4 w 5"/>
                <a:gd name="T7" fmla="*/ 0 h 7"/>
                <a:gd name="T8" fmla="*/ 1 w 5"/>
                <a:gd name="T9" fmla="*/ 2 h 7"/>
                <a:gd name="T10" fmla="*/ 1 w 5"/>
                <a:gd name="T11" fmla="*/ 2 h 7"/>
                <a:gd name="T12" fmla="*/ 0 w 5"/>
                <a:gd name="T13" fmla="*/ 3 h 7"/>
                <a:gd name="T14" fmla="*/ 0 w 5"/>
                <a:gd name="T15" fmla="*/ 3 h 7"/>
                <a:gd name="T16" fmla="*/ 1 w 5"/>
                <a:gd name="T17" fmla="*/ 4 h 7"/>
                <a:gd name="T18" fmla="*/ 1 w 5"/>
                <a:gd name="T19" fmla="*/ 7 h 7"/>
                <a:gd name="T20" fmla="*/ 4 w 5"/>
                <a:gd name="T21" fmla="*/ 5 h 7"/>
                <a:gd name="T22" fmla="*/ 5 w 5"/>
                <a:gd name="T23" fmla="*/ 4 h 7"/>
                <a:gd name="T24" fmla="*/ 5 w 5"/>
                <a:gd name="T25" fmla="*/ 3 h 7"/>
                <a:gd name="T26" fmla="*/ 4 w 5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" h="7">
                  <a:moveTo>
                    <a:pt x="1" y="4"/>
                  </a:moveTo>
                  <a:lnTo>
                    <a:pt x="3" y="4"/>
                  </a:lnTo>
                  <a:lnTo>
                    <a:pt x="1" y="4"/>
                  </a:lnTo>
                  <a:close/>
                  <a:moveTo>
                    <a:pt x="4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7"/>
                  </a:lnTo>
                  <a:lnTo>
                    <a:pt x="4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8" name="Freeform 571">
              <a:extLst>
                <a:ext uri="{FF2B5EF4-FFF2-40B4-BE49-F238E27FC236}">
                  <a16:creationId xmlns:a16="http://schemas.microsoft.com/office/drawing/2014/main" id="{45D6E3FA-78F4-976A-37C1-E6D43BBF45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9339" y="4772062"/>
              <a:ext cx="7937" cy="11113"/>
            </a:xfrm>
            <a:custGeom>
              <a:avLst/>
              <a:gdLst>
                <a:gd name="T0" fmla="*/ 1 w 5"/>
                <a:gd name="T1" fmla="*/ 4 h 7"/>
                <a:gd name="T2" fmla="*/ 3 w 5"/>
                <a:gd name="T3" fmla="*/ 4 h 7"/>
                <a:gd name="T4" fmla="*/ 1 w 5"/>
                <a:gd name="T5" fmla="*/ 4 h 7"/>
                <a:gd name="T6" fmla="*/ 4 w 5"/>
                <a:gd name="T7" fmla="*/ 0 h 7"/>
                <a:gd name="T8" fmla="*/ 1 w 5"/>
                <a:gd name="T9" fmla="*/ 2 h 7"/>
                <a:gd name="T10" fmla="*/ 1 w 5"/>
                <a:gd name="T11" fmla="*/ 2 h 7"/>
                <a:gd name="T12" fmla="*/ 0 w 5"/>
                <a:gd name="T13" fmla="*/ 3 h 7"/>
                <a:gd name="T14" fmla="*/ 0 w 5"/>
                <a:gd name="T15" fmla="*/ 3 h 7"/>
                <a:gd name="T16" fmla="*/ 1 w 5"/>
                <a:gd name="T17" fmla="*/ 4 h 7"/>
                <a:gd name="T18" fmla="*/ 1 w 5"/>
                <a:gd name="T19" fmla="*/ 7 h 7"/>
                <a:gd name="T20" fmla="*/ 4 w 5"/>
                <a:gd name="T21" fmla="*/ 5 h 7"/>
                <a:gd name="T22" fmla="*/ 5 w 5"/>
                <a:gd name="T23" fmla="*/ 4 h 7"/>
                <a:gd name="T24" fmla="*/ 5 w 5"/>
                <a:gd name="T25" fmla="*/ 3 h 7"/>
                <a:gd name="T26" fmla="*/ 4 w 5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" h="7">
                  <a:moveTo>
                    <a:pt x="1" y="4"/>
                  </a:moveTo>
                  <a:lnTo>
                    <a:pt x="3" y="4"/>
                  </a:lnTo>
                  <a:lnTo>
                    <a:pt x="1" y="4"/>
                  </a:lnTo>
                  <a:moveTo>
                    <a:pt x="4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7"/>
                  </a:lnTo>
                  <a:lnTo>
                    <a:pt x="4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3" name="Freeform 573">
              <a:extLst>
                <a:ext uri="{FF2B5EF4-FFF2-40B4-BE49-F238E27FC236}">
                  <a16:creationId xmlns:a16="http://schemas.microsoft.com/office/drawing/2014/main" id="{21ED8831-ED04-B2DD-AA96-A1582172991E}"/>
                </a:ext>
              </a:extLst>
            </p:cNvPr>
            <p:cNvSpPr/>
            <p:nvPr/>
          </p:nvSpPr>
          <p:spPr bwMode="auto">
            <a:xfrm>
              <a:off x="3381439" y="5673762"/>
              <a:ext cx="6350" cy="17463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5 h 11"/>
                <a:gd name="T4" fmla="*/ 3 w 4"/>
                <a:gd name="T5" fmla="*/ 11 h 11"/>
                <a:gd name="T6" fmla="*/ 4 w 4"/>
                <a:gd name="T7" fmla="*/ 11 h 11"/>
                <a:gd name="T8" fmla="*/ 0 w 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4" name="Freeform 574">
              <a:extLst>
                <a:ext uri="{FF2B5EF4-FFF2-40B4-BE49-F238E27FC236}">
                  <a16:creationId xmlns:a16="http://schemas.microsoft.com/office/drawing/2014/main" id="{14502127-68E2-522A-7F99-49F3780FEAE3}"/>
                </a:ext>
              </a:extLst>
            </p:cNvPr>
            <p:cNvSpPr/>
            <p:nvPr/>
          </p:nvSpPr>
          <p:spPr bwMode="auto">
            <a:xfrm>
              <a:off x="3381439" y="5673762"/>
              <a:ext cx="6350" cy="17463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5 h 11"/>
                <a:gd name="T4" fmla="*/ 3 w 4"/>
                <a:gd name="T5" fmla="*/ 11 h 11"/>
                <a:gd name="T6" fmla="*/ 4 w 4"/>
                <a:gd name="T7" fmla="*/ 11 h 11"/>
                <a:gd name="T8" fmla="*/ 0 w 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5" name="Freeform 575">
              <a:extLst>
                <a:ext uri="{FF2B5EF4-FFF2-40B4-BE49-F238E27FC236}">
                  <a16:creationId xmlns:a16="http://schemas.microsoft.com/office/drawing/2014/main" id="{36B3924E-4750-1403-50E3-E2DDBDCE5659}"/>
                </a:ext>
              </a:extLst>
            </p:cNvPr>
            <p:cNvSpPr/>
            <p:nvPr/>
          </p:nvSpPr>
          <p:spPr bwMode="auto">
            <a:xfrm>
              <a:off x="3386201" y="56912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0 h 2"/>
                <a:gd name="T4" fmla="*/ 1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6" name="Freeform 576">
              <a:extLst>
                <a:ext uri="{FF2B5EF4-FFF2-40B4-BE49-F238E27FC236}">
                  <a16:creationId xmlns:a16="http://schemas.microsoft.com/office/drawing/2014/main" id="{9152930E-C1C1-59B4-D684-4C723545276D}"/>
                </a:ext>
              </a:extLst>
            </p:cNvPr>
            <p:cNvSpPr/>
            <p:nvPr/>
          </p:nvSpPr>
          <p:spPr bwMode="auto">
            <a:xfrm>
              <a:off x="3386201" y="56912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0 h 2"/>
                <a:gd name="T4" fmla="*/ 1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7" name="Freeform 577">
              <a:extLst>
                <a:ext uri="{FF2B5EF4-FFF2-40B4-BE49-F238E27FC236}">
                  <a16:creationId xmlns:a16="http://schemas.microsoft.com/office/drawing/2014/main" id="{0B72796F-73A4-896B-BD28-1344F781AC64}"/>
                </a:ext>
              </a:extLst>
            </p:cNvPr>
            <p:cNvSpPr/>
            <p:nvPr/>
          </p:nvSpPr>
          <p:spPr bwMode="auto">
            <a:xfrm>
              <a:off x="2978214" y="4894300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1 w 2"/>
                <a:gd name="T5" fmla="*/ 4 h 4"/>
                <a:gd name="T6" fmla="*/ 2 w 2"/>
                <a:gd name="T7" fmla="*/ 2 h 4"/>
                <a:gd name="T8" fmla="*/ 1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8" name="Freeform 578">
              <a:extLst>
                <a:ext uri="{FF2B5EF4-FFF2-40B4-BE49-F238E27FC236}">
                  <a16:creationId xmlns:a16="http://schemas.microsoft.com/office/drawing/2014/main" id="{3E77C355-D3B1-C989-6675-D9F29B889ACB}"/>
                </a:ext>
              </a:extLst>
            </p:cNvPr>
            <p:cNvSpPr/>
            <p:nvPr/>
          </p:nvSpPr>
          <p:spPr bwMode="auto">
            <a:xfrm>
              <a:off x="2978214" y="4894300"/>
              <a:ext cx="3175" cy="6350"/>
            </a:xfrm>
            <a:custGeom>
              <a:avLst/>
              <a:gdLst>
                <a:gd name="T0" fmla="*/ 1 w 2"/>
                <a:gd name="T1" fmla="*/ 0 h 4"/>
                <a:gd name="T2" fmla="*/ 0 w 2"/>
                <a:gd name="T3" fmla="*/ 3 h 4"/>
                <a:gd name="T4" fmla="*/ 1 w 2"/>
                <a:gd name="T5" fmla="*/ 4 h 4"/>
                <a:gd name="T6" fmla="*/ 2 w 2"/>
                <a:gd name="T7" fmla="*/ 2 h 4"/>
                <a:gd name="T8" fmla="*/ 1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lnTo>
                    <a:pt x="0" y="3"/>
                  </a:lnTo>
                  <a:lnTo>
                    <a:pt x="1" y="4"/>
                  </a:lnTo>
                  <a:lnTo>
                    <a:pt x="2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9" name="Freeform 579">
              <a:extLst>
                <a:ext uri="{FF2B5EF4-FFF2-40B4-BE49-F238E27FC236}">
                  <a16:creationId xmlns:a16="http://schemas.microsoft.com/office/drawing/2014/main" id="{3B77C6F3-1E66-0F2F-EBA5-D4820D40F593}"/>
                </a:ext>
              </a:extLst>
            </p:cNvPr>
            <p:cNvSpPr/>
            <p:nvPr/>
          </p:nvSpPr>
          <p:spPr bwMode="auto">
            <a:xfrm>
              <a:off x="2979801" y="489747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0" name="Freeform 580">
              <a:extLst>
                <a:ext uri="{FF2B5EF4-FFF2-40B4-BE49-F238E27FC236}">
                  <a16:creationId xmlns:a16="http://schemas.microsoft.com/office/drawing/2014/main" id="{7FDDDFC4-D621-FB85-5E45-792E9A3D1EA5}"/>
                </a:ext>
              </a:extLst>
            </p:cNvPr>
            <p:cNvSpPr/>
            <p:nvPr/>
          </p:nvSpPr>
          <p:spPr bwMode="auto">
            <a:xfrm>
              <a:off x="2979801" y="489747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1" name="Freeform 581">
              <a:extLst>
                <a:ext uri="{FF2B5EF4-FFF2-40B4-BE49-F238E27FC236}">
                  <a16:creationId xmlns:a16="http://schemas.microsoft.com/office/drawing/2014/main" id="{D255A1FC-704E-45B8-EA79-B2F65ED8B0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17851" y="4905412"/>
              <a:ext cx="765175" cy="1173163"/>
            </a:xfrm>
            <a:custGeom>
              <a:avLst/>
              <a:gdLst>
                <a:gd name="T0" fmla="*/ 482 w 482"/>
                <a:gd name="T1" fmla="*/ 501 h 739"/>
                <a:gd name="T2" fmla="*/ 268 w 482"/>
                <a:gd name="T3" fmla="*/ 609 h 739"/>
                <a:gd name="T4" fmla="*/ 482 w 482"/>
                <a:gd name="T5" fmla="*/ 501 h 739"/>
                <a:gd name="T6" fmla="*/ 482 w 482"/>
                <a:gd name="T7" fmla="*/ 501 h 739"/>
                <a:gd name="T8" fmla="*/ 229 w 482"/>
                <a:gd name="T9" fmla="*/ 5 h 739"/>
                <a:gd name="T10" fmla="*/ 0 w 482"/>
                <a:gd name="T11" fmla="*/ 739 h 739"/>
                <a:gd name="T12" fmla="*/ 0 w 482"/>
                <a:gd name="T13" fmla="*/ 739 h 739"/>
                <a:gd name="T14" fmla="*/ 229 w 482"/>
                <a:gd name="T15" fmla="*/ 5 h 739"/>
                <a:gd name="T16" fmla="*/ 480 w 482"/>
                <a:gd name="T17" fmla="*/ 497 h 739"/>
                <a:gd name="T18" fmla="*/ 480 w 482"/>
                <a:gd name="T19" fmla="*/ 497 h 739"/>
                <a:gd name="T20" fmla="*/ 229 w 482"/>
                <a:gd name="T21" fmla="*/ 5 h 739"/>
                <a:gd name="T22" fmla="*/ 231 w 482"/>
                <a:gd name="T23" fmla="*/ 0 h 739"/>
                <a:gd name="T24" fmla="*/ 231 w 482"/>
                <a:gd name="T25" fmla="*/ 0 h 739"/>
                <a:gd name="T26" fmla="*/ 473 w 482"/>
                <a:gd name="T27" fmla="*/ 472 h 739"/>
                <a:gd name="T28" fmla="*/ 473 w 482"/>
                <a:gd name="T29" fmla="*/ 472 h 739"/>
                <a:gd name="T30" fmla="*/ 231 w 482"/>
                <a:gd name="T31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739">
                  <a:moveTo>
                    <a:pt x="482" y="501"/>
                  </a:moveTo>
                  <a:lnTo>
                    <a:pt x="268" y="609"/>
                  </a:lnTo>
                  <a:lnTo>
                    <a:pt x="482" y="501"/>
                  </a:lnTo>
                  <a:lnTo>
                    <a:pt x="482" y="501"/>
                  </a:lnTo>
                  <a:close/>
                  <a:moveTo>
                    <a:pt x="229" y="5"/>
                  </a:moveTo>
                  <a:lnTo>
                    <a:pt x="0" y="739"/>
                  </a:lnTo>
                  <a:lnTo>
                    <a:pt x="0" y="739"/>
                  </a:lnTo>
                  <a:lnTo>
                    <a:pt x="229" y="5"/>
                  </a:lnTo>
                  <a:lnTo>
                    <a:pt x="480" y="497"/>
                  </a:lnTo>
                  <a:lnTo>
                    <a:pt x="480" y="497"/>
                  </a:lnTo>
                  <a:lnTo>
                    <a:pt x="229" y="5"/>
                  </a:lnTo>
                  <a:close/>
                  <a:moveTo>
                    <a:pt x="231" y="0"/>
                  </a:moveTo>
                  <a:lnTo>
                    <a:pt x="231" y="0"/>
                  </a:lnTo>
                  <a:lnTo>
                    <a:pt x="473" y="472"/>
                  </a:lnTo>
                  <a:lnTo>
                    <a:pt x="473" y="472"/>
                  </a:lnTo>
                  <a:lnTo>
                    <a:pt x="23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6" name="Freeform 582">
              <a:extLst>
                <a:ext uri="{FF2B5EF4-FFF2-40B4-BE49-F238E27FC236}">
                  <a16:creationId xmlns:a16="http://schemas.microsoft.com/office/drawing/2014/main" id="{4F14C016-10C6-50FB-32B6-4463E4DC35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17851" y="4905412"/>
              <a:ext cx="765175" cy="1173163"/>
            </a:xfrm>
            <a:custGeom>
              <a:avLst/>
              <a:gdLst>
                <a:gd name="T0" fmla="*/ 482 w 482"/>
                <a:gd name="T1" fmla="*/ 501 h 739"/>
                <a:gd name="T2" fmla="*/ 268 w 482"/>
                <a:gd name="T3" fmla="*/ 609 h 739"/>
                <a:gd name="T4" fmla="*/ 482 w 482"/>
                <a:gd name="T5" fmla="*/ 501 h 739"/>
                <a:gd name="T6" fmla="*/ 482 w 482"/>
                <a:gd name="T7" fmla="*/ 501 h 739"/>
                <a:gd name="T8" fmla="*/ 229 w 482"/>
                <a:gd name="T9" fmla="*/ 5 h 739"/>
                <a:gd name="T10" fmla="*/ 0 w 482"/>
                <a:gd name="T11" fmla="*/ 739 h 739"/>
                <a:gd name="T12" fmla="*/ 0 w 482"/>
                <a:gd name="T13" fmla="*/ 739 h 739"/>
                <a:gd name="T14" fmla="*/ 229 w 482"/>
                <a:gd name="T15" fmla="*/ 5 h 739"/>
                <a:gd name="T16" fmla="*/ 480 w 482"/>
                <a:gd name="T17" fmla="*/ 497 h 739"/>
                <a:gd name="T18" fmla="*/ 480 w 482"/>
                <a:gd name="T19" fmla="*/ 497 h 739"/>
                <a:gd name="T20" fmla="*/ 229 w 482"/>
                <a:gd name="T21" fmla="*/ 5 h 739"/>
                <a:gd name="T22" fmla="*/ 231 w 482"/>
                <a:gd name="T23" fmla="*/ 0 h 739"/>
                <a:gd name="T24" fmla="*/ 231 w 482"/>
                <a:gd name="T25" fmla="*/ 0 h 739"/>
                <a:gd name="T26" fmla="*/ 473 w 482"/>
                <a:gd name="T27" fmla="*/ 472 h 739"/>
                <a:gd name="T28" fmla="*/ 473 w 482"/>
                <a:gd name="T29" fmla="*/ 472 h 739"/>
                <a:gd name="T30" fmla="*/ 231 w 482"/>
                <a:gd name="T31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739">
                  <a:moveTo>
                    <a:pt x="482" y="501"/>
                  </a:moveTo>
                  <a:lnTo>
                    <a:pt x="268" y="609"/>
                  </a:lnTo>
                  <a:lnTo>
                    <a:pt x="482" y="501"/>
                  </a:lnTo>
                  <a:lnTo>
                    <a:pt x="482" y="501"/>
                  </a:lnTo>
                  <a:moveTo>
                    <a:pt x="229" y="5"/>
                  </a:moveTo>
                  <a:lnTo>
                    <a:pt x="0" y="739"/>
                  </a:lnTo>
                  <a:lnTo>
                    <a:pt x="0" y="739"/>
                  </a:lnTo>
                  <a:lnTo>
                    <a:pt x="229" y="5"/>
                  </a:lnTo>
                  <a:lnTo>
                    <a:pt x="480" y="497"/>
                  </a:lnTo>
                  <a:lnTo>
                    <a:pt x="480" y="497"/>
                  </a:lnTo>
                  <a:lnTo>
                    <a:pt x="229" y="5"/>
                  </a:lnTo>
                  <a:moveTo>
                    <a:pt x="231" y="0"/>
                  </a:moveTo>
                  <a:lnTo>
                    <a:pt x="231" y="0"/>
                  </a:lnTo>
                  <a:lnTo>
                    <a:pt x="473" y="472"/>
                  </a:lnTo>
                  <a:lnTo>
                    <a:pt x="473" y="472"/>
                  </a:lnTo>
                  <a:lnTo>
                    <a:pt x="23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7" name="Freeform 583">
              <a:extLst>
                <a:ext uri="{FF2B5EF4-FFF2-40B4-BE49-F238E27FC236}">
                  <a16:creationId xmlns:a16="http://schemas.microsoft.com/office/drawing/2014/main" id="{C53334C1-8E08-EC8C-6F18-F1FC113AF39B}"/>
                </a:ext>
              </a:extLst>
            </p:cNvPr>
            <p:cNvSpPr/>
            <p:nvPr/>
          </p:nvSpPr>
          <p:spPr bwMode="auto">
            <a:xfrm>
              <a:off x="2614676" y="5694400"/>
              <a:ext cx="768350" cy="393700"/>
            </a:xfrm>
            <a:custGeom>
              <a:avLst/>
              <a:gdLst>
                <a:gd name="T0" fmla="*/ 482 w 484"/>
                <a:gd name="T1" fmla="*/ 0 h 248"/>
                <a:gd name="T2" fmla="*/ 482 w 484"/>
                <a:gd name="T3" fmla="*/ 0 h 248"/>
                <a:gd name="T4" fmla="*/ 482 w 484"/>
                <a:gd name="T5" fmla="*/ 0 h 248"/>
                <a:gd name="T6" fmla="*/ 2 w 484"/>
                <a:gd name="T7" fmla="*/ 242 h 248"/>
                <a:gd name="T8" fmla="*/ 2 w 484"/>
                <a:gd name="T9" fmla="*/ 242 h 248"/>
                <a:gd name="T10" fmla="*/ 1 w 484"/>
                <a:gd name="T11" fmla="*/ 244 h 248"/>
                <a:gd name="T12" fmla="*/ 4 w 484"/>
                <a:gd name="T13" fmla="*/ 244 h 248"/>
                <a:gd name="T14" fmla="*/ 0 w 484"/>
                <a:gd name="T15" fmla="*/ 248 h 248"/>
                <a:gd name="T16" fmla="*/ 0 w 484"/>
                <a:gd name="T17" fmla="*/ 248 h 248"/>
                <a:gd name="T18" fmla="*/ 270 w 484"/>
                <a:gd name="T19" fmla="*/ 112 h 248"/>
                <a:gd name="T20" fmla="*/ 484 w 484"/>
                <a:gd name="T21" fmla="*/ 4 h 248"/>
                <a:gd name="T22" fmla="*/ 484 w 484"/>
                <a:gd name="T23" fmla="*/ 4 h 248"/>
                <a:gd name="T24" fmla="*/ 483 w 484"/>
                <a:gd name="T25" fmla="*/ 4 h 248"/>
                <a:gd name="T26" fmla="*/ 483 w 484"/>
                <a:gd name="T27" fmla="*/ 4 h 248"/>
                <a:gd name="T28" fmla="*/ 483 w 484"/>
                <a:gd name="T29" fmla="*/ 1 h 248"/>
                <a:gd name="T30" fmla="*/ 482 w 484"/>
                <a:gd name="T3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248">
                  <a:moveTo>
                    <a:pt x="482" y="0"/>
                  </a:moveTo>
                  <a:lnTo>
                    <a:pt x="482" y="0"/>
                  </a:lnTo>
                  <a:lnTo>
                    <a:pt x="482" y="0"/>
                  </a:lnTo>
                  <a:lnTo>
                    <a:pt x="2" y="242"/>
                  </a:lnTo>
                  <a:lnTo>
                    <a:pt x="2" y="242"/>
                  </a:lnTo>
                  <a:lnTo>
                    <a:pt x="1" y="244"/>
                  </a:lnTo>
                  <a:lnTo>
                    <a:pt x="4" y="244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270" y="112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3" y="4"/>
                  </a:lnTo>
                  <a:lnTo>
                    <a:pt x="483" y="4"/>
                  </a:lnTo>
                  <a:lnTo>
                    <a:pt x="483" y="1"/>
                  </a:lnTo>
                  <a:lnTo>
                    <a:pt x="48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0" name="Freeform 584">
              <a:extLst>
                <a:ext uri="{FF2B5EF4-FFF2-40B4-BE49-F238E27FC236}">
                  <a16:creationId xmlns:a16="http://schemas.microsoft.com/office/drawing/2014/main" id="{9BF42AEF-9B0F-BA1B-1128-147A4836BFC9}"/>
                </a:ext>
              </a:extLst>
            </p:cNvPr>
            <p:cNvSpPr/>
            <p:nvPr/>
          </p:nvSpPr>
          <p:spPr bwMode="auto">
            <a:xfrm>
              <a:off x="2614676" y="5694400"/>
              <a:ext cx="768350" cy="393700"/>
            </a:xfrm>
            <a:custGeom>
              <a:avLst/>
              <a:gdLst>
                <a:gd name="T0" fmla="*/ 482 w 484"/>
                <a:gd name="T1" fmla="*/ 0 h 248"/>
                <a:gd name="T2" fmla="*/ 482 w 484"/>
                <a:gd name="T3" fmla="*/ 0 h 248"/>
                <a:gd name="T4" fmla="*/ 482 w 484"/>
                <a:gd name="T5" fmla="*/ 0 h 248"/>
                <a:gd name="T6" fmla="*/ 2 w 484"/>
                <a:gd name="T7" fmla="*/ 242 h 248"/>
                <a:gd name="T8" fmla="*/ 2 w 484"/>
                <a:gd name="T9" fmla="*/ 242 h 248"/>
                <a:gd name="T10" fmla="*/ 1 w 484"/>
                <a:gd name="T11" fmla="*/ 244 h 248"/>
                <a:gd name="T12" fmla="*/ 4 w 484"/>
                <a:gd name="T13" fmla="*/ 244 h 248"/>
                <a:gd name="T14" fmla="*/ 0 w 484"/>
                <a:gd name="T15" fmla="*/ 248 h 248"/>
                <a:gd name="T16" fmla="*/ 0 w 484"/>
                <a:gd name="T17" fmla="*/ 248 h 248"/>
                <a:gd name="T18" fmla="*/ 270 w 484"/>
                <a:gd name="T19" fmla="*/ 112 h 248"/>
                <a:gd name="T20" fmla="*/ 484 w 484"/>
                <a:gd name="T21" fmla="*/ 4 h 248"/>
                <a:gd name="T22" fmla="*/ 484 w 484"/>
                <a:gd name="T23" fmla="*/ 4 h 248"/>
                <a:gd name="T24" fmla="*/ 483 w 484"/>
                <a:gd name="T25" fmla="*/ 4 h 248"/>
                <a:gd name="T26" fmla="*/ 483 w 484"/>
                <a:gd name="T27" fmla="*/ 4 h 248"/>
                <a:gd name="T28" fmla="*/ 483 w 484"/>
                <a:gd name="T29" fmla="*/ 1 h 248"/>
                <a:gd name="T30" fmla="*/ 482 w 484"/>
                <a:gd name="T3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2" h="248">
                  <a:moveTo>
                    <a:pt x="482" y="0"/>
                  </a:moveTo>
                  <a:lnTo>
                    <a:pt x="482" y="0"/>
                  </a:lnTo>
                  <a:lnTo>
                    <a:pt x="482" y="0"/>
                  </a:lnTo>
                  <a:lnTo>
                    <a:pt x="2" y="242"/>
                  </a:lnTo>
                  <a:lnTo>
                    <a:pt x="2" y="242"/>
                  </a:lnTo>
                  <a:lnTo>
                    <a:pt x="1" y="244"/>
                  </a:lnTo>
                  <a:lnTo>
                    <a:pt x="4" y="244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270" y="112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3" y="4"/>
                  </a:lnTo>
                  <a:lnTo>
                    <a:pt x="483" y="4"/>
                  </a:lnTo>
                  <a:lnTo>
                    <a:pt x="483" y="1"/>
                  </a:lnTo>
                  <a:lnTo>
                    <a:pt x="48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1" name="Freeform 585">
              <a:extLst>
                <a:ext uri="{FF2B5EF4-FFF2-40B4-BE49-F238E27FC236}">
                  <a16:creationId xmlns:a16="http://schemas.microsoft.com/office/drawing/2014/main" id="{9D4343B7-FD1D-8293-D927-E0F4D8638492}"/>
                </a:ext>
              </a:extLst>
            </p:cNvPr>
            <p:cNvSpPr/>
            <p:nvPr/>
          </p:nvSpPr>
          <p:spPr bwMode="auto">
            <a:xfrm flipH="1">
              <a:off x="3381439" y="5695987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1 h 3"/>
                <a:gd name="T4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2" name="Freeform 586">
              <a:extLst>
                <a:ext uri="{FF2B5EF4-FFF2-40B4-BE49-F238E27FC236}">
                  <a16:creationId xmlns:a16="http://schemas.microsoft.com/office/drawing/2014/main" id="{710D25FE-1419-D764-F293-272EAF0DB3C6}"/>
                </a:ext>
              </a:extLst>
            </p:cNvPr>
            <p:cNvSpPr/>
            <p:nvPr/>
          </p:nvSpPr>
          <p:spPr bwMode="auto">
            <a:xfrm flipH="1">
              <a:off x="3381439" y="5695987"/>
              <a:ext cx="0" cy="4763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1 h 3"/>
                <a:gd name="T4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3" name="Freeform 587">
              <a:extLst>
                <a:ext uri="{FF2B5EF4-FFF2-40B4-BE49-F238E27FC236}">
                  <a16:creationId xmlns:a16="http://schemas.microsoft.com/office/drawing/2014/main" id="{BAB6B7D1-E171-33E8-7414-DB45C2D17ADF}"/>
                </a:ext>
              </a:extLst>
            </p:cNvPr>
            <p:cNvSpPr/>
            <p:nvPr/>
          </p:nvSpPr>
          <p:spPr bwMode="auto">
            <a:xfrm>
              <a:off x="3387789" y="5694400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2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4" name="Freeform 588">
              <a:extLst>
                <a:ext uri="{FF2B5EF4-FFF2-40B4-BE49-F238E27FC236}">
                  <a16:creationId xmlns:a16="http://schemas.microsoft.com/office/drawing/2014/main" id="{69ADC898-D1AA-8B55-A196-06EC031CC5A7}"/>
                </a:ext>
              </a:extLst>
            </p:cNvPr>
            <p:cNvSpPr/>
            <p:nvPr/>
          </p:nvSpPr>
          <p:spPr bwMode="auto">
            <a:xfrm>
              <a:off x="3387789" y="5694400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1 w 1"/>
                <a:gd name="T5" fmla="*/ 2 h 2"/>
                <a:gd name="T6" fmla="*/ 1 w 1"/>
                <a:gd name="T7" fmla="*/ 2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5" name="Freeform 589">
              <a:extLst>
                <a:ext uri="{FF2B5EF4-FFF2-40B4-BE49-F238E27FC236}">
                  <a16:creationId xmlns:a16="http://schemas.microsoft.com/office/drawing/2014/main" id="{84CB2015-0A74-15FA-B6C4-05FB58B5E218}"/>
                </a:ext>
              </a:extLst>
            </p:cNvPr>
            <p:cNvSpPr/>
            <p:nvPr/>
          </p:nvSpPr>
          <p:spPr bwMode="auto">
            <a:xfrm>
              <a:off x="3387789" y="569598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6" name="Freeform 590">
              <a:extLst>
                <a:ext uri="{FF2B5EF4-FFF2-40B4-BE49-F238E27FC236}">
                  <a16:creationId xmlns:a16="http://schemas.microsoft.com/office/drawing/2014/main" id="{94FEFBDB-0100-60C3-C75D-3422282491A2}"/>
                </a:ext>
              </a:extLst>
            </p:cNvPr>
            <p:cNvSpPr/>
            <p:nvPr/>
          </p:nvSpPr>
          <p:spPr bwMode="auto">
            <a:xfrm>
              <a:off x="3387789" y="569598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7" name="Rectangle 591">
              <a:extLst>
                <a:ext uri="{FF2B5EF4-FFF2-40B4-BE49-F238E27FC236}">
                  <a16:creationId xmlns:a16="http://schemas.microsoft.com/office/drawing/2014/main" id="{CAD50EBA-D56E-3468-D624-D938DAEA6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739" y="56547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8" name="Freeform 592">
              <a:extLst>
                <a:ext uri="{FF2B5EF4-FFF2-40B4-BE49-F238E27FC236}">
                  <a16:creationId xmlns:a16="http://schemas.microsoft.com/office/drawing/2014/main" id="{2578FB01-A8D3-E6A1-4582-4A37B81615CB}"/>
                </a:ext>
              </a:extLst>
            </p:cNvPr>
            <p:cNvSpPr/>
            <p:nvPr/>
          </p:nvSpPr>
          <p:spPr bwMode="auto">
            <a:xfrm flipH="1">
              <a:off x="3368739" y="565471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9" name="Freeform 593">
              <a:extLst>
                <a:ext uri="{FF2B5EF4-FFF2-40B4-BE49-F238E27FC236}">
                  <a16:creationId xmlns:a16="http://schemas.microsoft.com/office/drawing/2014/main" id="{31EF07CE-E658-571B-3225-35D4496F708E}"/>
                </a:ext>
              </a:extLst>
            </p:cNvPr>
            <p:cNvSpPr/>
            <p:nvPr/>
          </p:nvSpPr>
          <p:spPr bwMode="auto">
            <a:xfrm flipH="1">
              <a:off x="3387789" y="56944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0" name="Freeform 594">
              <a:extLst>
                <a:ext uri="{FF2B5EF4-FFF2-40B4-BE49-F238E27FC236}">
                  <a16:creationId xmlns:a16="http://schemas.microsoft.com/office/drawing/2014/main" id="{325D57FB-CBA0-A753-C09B-143A2BC946DD}"/>
                </a:ext>
              </a:extLst>
            </p:cNvPr>
            <p:cNvSpPr/>
            <p:nvPr/>
          </p:nvSpPr>
          <p:spPr bwMode="auto">
            <a:xfrm flipH="1">
              <a:off x="3387789" y="5694400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1" name="Freeform 595">
              <a:extLst>
                <a:ext uri="{FF2B5EF4-FFF2-40B4-BE49-F238E27FC236}">
                  <a16:creationId xmlns:a16="http://schemas.microsoft.com/office/drawing/2014/main" id="{F3F372A5-ED2A-32FC-E83B-2DB1CF9F9BDA}"/>
                </a:ext>
              </a:extLst>
            </p:cNvPr>
            <p:cNvSpPr/>
            <p:nvPr/>
          </p:nvSpPr>
          <p:spPr bwMode="auto">
            <a:xfrm>
              <a:off x="3381439" y="5699162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1 h 1"/>
                <a:gd name="T4" fmla="*/ 1 w 3"/>
                <a:gd name="T5" fmla="*/ 1 h 1"/>
                <a:gd name="T6" fmla="*/ 3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2" name="Freeform 596">
              <a:extLst>
                <a:ext uri="{FF2B5EF4-FFF2-40B4-BE49-F238E27FC236}">
                  <a16:creationId xmlns:a16="http://schemas.microsoft.com/office/drawing/2014/main" id="{FCFB68EB-4113-5A95-D435-9EF91DF0D7B3}"/>
                </a:ext>
              </a:extLst>
            </p:cNvPr>
            <p:cNvSpPr/>
            <p:nvPr/>
          </p:nvSpPr>
          <p:spPr bwMode="auto">
            <a:xfrm>
              <a:off x="3381439" y="5699162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1 h 1"/>
                <a:gd name="T4" fmla="*/ 1 w 3"/>
                <a:gd name="T5" fmla="*/ 1 h 1"/>
                <a:gd name="T6" fmla="*/ 3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3" name="Freeform 597">
              <a:extLst>
                <a:ext uri="{FF2B5EF4-FFF2-40B4-BE49-F238E27FC236}">
                  <a16:creationId xmlns:a16="http://schemas.microsoft.com/office/drawing/2014/main" id="{B709A697-12DF-7B8E-02E9-AC6FD5891DC7}"/>
                </a:ext>
              </a:extLst>
            </p:cNvPr>
            <p:cNvSpPr/>
            <p:nvPr/>
          </p:nvSpPr>
          <p:spPr bwMode="auto">
            <a:xfrm>
              <a:off x="3381439" y="5694400"/>
              <a:ext cx="6350" cy="6350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0 w 4"/>
                <a:gd name="T5" fmla="*/ 2 h 4"/>
                <a:gd name="T6" fmla="*/ 0 w 4"/>
                <a:gd name="T7" fmla="*/ 2 h 4"/>
                <a:gd name="T8" fmla="*/ 0 w 4"/>
                <a:gd name="T9" fmla="*/ 4 h 4"/>
                <a:gd name="T10" fmla="*/ 3 w 4"/>
                <a:gd name="T11" fmla="*/ 3 h 4"/>
                <a:gd name="T12" fmla="*/ 4 w 4"/>
                <a:gd name="T13" fmla="*/ 3 h 4"/>
                <a:gd name="T14" fmla="*/ 4 w 4"/>
                <a:gd name="T15" fmla="*/ 1 h 4"/>
                <a:gd name="T16" fmla="*/ 4 w 4"/>
                <a:gd name="T17" fmla="*/ 0 h 4"/>
                <a:gd name="T18" fmla="*/ 4 w 4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4" name="Freeform 598">
              <a:extLst>
                <a:ext uri="{FF2B5EF4-FFF2-40B4-BE49-F238E27FC236}">
                  <a16:creationId xmlns:a16="http://schemas.microsoft.com/office/drawing/2014/main" id="{CA4E05C1-8702-05E2-2DB2-64655FE8FCF0}"/>
                </a:ext>
              </a:extLst>
            </p:cNvPr>
            <p:cNvSpPr/>
            <p:nvPr/>
          </p:nvSpPr>
          <p:spPr bwMode="auto">
            <a:xfrm>
              <a:off x="3381439" y="5694400"/>
              <a:ext cx="6350" cy="6350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0 w 4"/>
                <a:gd name="T5" fmla="*/ 2 h 4"/>
                <a:gd name="T6" fmla="*/ 0 w 4"/>
                <a:gd name="T7" fmla="*/ 2 h 4"/>
                <a:gd name="T8" fmla="*/ 0 w 4"/>
                <a:gd name="T9" fmla="*/ 4 h 4"/>
                <a:gd name="T10" fmla="*/ 3 w 4"/>
                <a:gd name="T11" fmla="*/ 3 h 4"/>
                <a:gd name="T12" fmla="*/ 4 w 4"/>
                <a:gd name="T13" fmla="*/ 3 h 4"/>
                <a:gd name="T14" fmla="*/ 4 w 4"/>
                <a:gd name="T15" fmla="*/ 1 h 4"/>
                <a:gd name="T16" fmla="*/ 4 w 4"/>
                <a:gd name="T17" fmla="*/ 0 h 4"/>
                <a:gd name="T18" fmla="*/ 4 w 4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5" name="Freeform 599">
              <a:extLst>
                <a:ext uri="{FF2B5EF4-FFF2-40B4-BE49-F238E27FC236}">
                  <a16:creationId xmlns:a16="http://schemas.microsoft.com/office/drawing/2014/main" id="{150244A8-5FD7-844A-0ADE-DBD7A06D11A6}"/>
                </a:ext>
              </a:extLst>
            </p:cNvPr>
            <p:cNvSpPr/>
            <p:nvPr/>
          </p:nvSpPr>
          <p:spPr bwMode="auto">
            <a:xfrm>
              <a:off x="2981389" y="4905412"/>
              <a:ext cx="398463" cy="788988"/>
            </a:xfrm>
            <a:custGeom>
              <a:avLst/>
              <a:gdLst>
                <a:gd name="T0" fmla="*/ 2 w 251"/>
                <a:gd name="T1" fmla="*/ 0 h 497"/>
                <a:gd name="T2" fmla="*/ 1 w 251"/>
                <a:gd name="T3" fmla="*/ 1 h 497"/>
                <a:gd name="T4" fmla="*/ 1 w 251"/>
                <a:gd name="T5" fmla="*/ 3 h 497"/>
                <a:gd name="T6" fmla="*/ 1 w 251"/>
                <a:gd name="T7" fmla="*/ 2 h 497"/>
                <a:gd name="T8" fmla="*/ 0 w 251"/>
                <a:gd name="T9" fmla="*/ 5 h 497"/>
                <a:gd name="T10" fmla="*/ 251 w 251"/>
                <a:gd name="T11" fmla="*/ 497 h 497"/>
                <a:gd name="T12" fmla="*/ 251 w 251"/>
                <a:gd name="T13" fmla="*/ 497 h 497"/>
                <a:gd name="T14" fmla="*/ 244 w 251"/>
                <a:gd name="T15" fmla="*/ 472 h 497"/>
                <a:gd name="T16" fmla="*/ 2 w 251"/>
                <a:gd name="T17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1" h="497">
                  <a:moveTo>
                    <a:pt x="2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5"/>
                  </a:lnTo>
                  <a:lnTo>
                    <a:pt x="251" y="497"/>
                  </a:lnTo>
                  <a:lnTo>
                    <a:pt x="251" y="497"/>
                  </a:lnTo>
                  <a:lnTo>
                    <a:pt x="244" y="47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6" name="Freeform 600">
              <a:extLst>
                <a:ext uri="{FF2B5EF4-FFF2-40B4-BE49-F238E27FC236}">
                  <a16:creationId xmlns:a16="http://schemas.microsoft.com/office/drawing/2014/main" id="{55BCC6E9-F4C0-8A5F-89E6-45944C4AC621}"/>
                </a:ext>
              </a:extLst>
            </p:cNvPr>
            <p:cNvSpPr/>
            <p:nvPr/>
          </p:nvSpPr>
          <p:spPr bwMode="auto">
            <a:xfrm>
              <a:off x="2981389" y="4905412"/>
              <a:ext cx="398463" cy="788988"/>
            </a:xfrm>
            <a:custGeom>
              <a:avLst/>
              <a:gdLst>
                <a:gd name="T0" fmla="*/ 2 w 251"/>
                <a:gd name="T1" fmla="*/ 0 h 497"/>
                <a:gd name="T2" fmla="*/ 1 w 251"/>
                <a:gd name="T3" fmla="*/ 1 h 497"/>
                <a:gd name="T4" fmla="*/ 1 w 251"/>
                <a:gd name="T5" fmla="*/ 3 h 497"/>
                <a:gd name="T6" fmla="*/ 1 w 251"/>
                <a:gd name="T7" fmla="*/ 2 h 497"/>
                <a:gd name="T8" fmla="*/ 0 w 251"/>
                <a:gd name="T9" fmla="*/ 5 h 497"/>
                <a:gd name="T10" fmla="*/ 251 w 251"/>
                <a:gd name="T11" fmla="*/ 497 h 497"/>
                <a:gd name="T12" fmla="*/ 251 w 251"/>
                <a:gd name="T13" fmla="*/ 497 h 497"/>
                <a:gd name="T14" fmla="*/ 244 w 251"/>
                <a:gd name="T15" fmla="*/ 472 h 497"/>
                <a:gd name="T16" fmla="*/ 2 w 251"/>
                <a:gd name="T17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1" h="497">
                  <a:moveTo>
                    <a:pt x="2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5"/>
                  </a:lnTo>
                  <a:lnTo>
                    <a:pt x="251" y="497"/>
                  </a:lnTo>
                  <a:lnTo>
                    <a:pt x="251" y="497"/>
                  </a:lnTo>
                  <a:lnTo>
                    <a:pt x="244" y="47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7" name="Freeform 601">
              <a:extLst>
                <a:ext uri="{FF2B5EF4-FFF2-40B4-BE49-F238E27FC236}">
                  <a16:creationId xmlns:a16="http://schemas.microsoft.com/office/drawing/2014/main" id="{C0E76B6C-BB7A-9807-18C6-427AEBA7652F}"/>
                </a:ext>
              </a:extLst>
            </p:cNvPr>
            <p:cNvSpPr/>
            <p:nvPr/>
          </p:nvSpPr>
          <p:spPr bwMode="auto">
            <a:xfrm flipH="1">
              <a:off x="2982976" y="4907000"/>
              <a:ext cx="0" cy="3175"/>
            </a:xfrm>
            <a:custGeom>
              <a:avLst/>
              <a:gdLst>
                <a:gd name="T0" fmla="*/ 0 h 2"/>
                <a:gd name="T1" fmla="*/ 0 h 2"/>
                <a:gd name="T2" fmla="*/ 1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8" name="Freeform 602">
              <a:extLst>
                <a:ext uri="{FF2B5EF4-FFF2-40B4-BE49-F238E27FC236}">
                  <a16:creationId xmlns:a16="http://schemas.microsoft.com/office/drawing/2014/main" id="{6F667B73-D22D-9F0A-2FB9-E2529FEA6D52}"/>
                </a:ext>
              </a:extLst>
            </p:cNvPr>
            <p:cNvSpPr/>
            <p:nvPr/>
          </p:nvSpPr>
          <p:spPr bwMode="auto">
            <a:xfrm flipH="1">
              <a:off x="2982976" y="4907000"/>
              <a:ext cx="0" cy="3175"/>
            </a:xfrm>
            <a:custGeom>
              <a:avLst/>
              <a:gdLst>
                <a:gd name="T0" fmla="*/ 0 h 2"/>
                <a:gd name="T1" fmla="*/ 0 h 2"/>
                <a:gd name="T2" fmla="*/ 1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9" name="Freeform 603">
              <a:extLst>
                <a:ext uri="{FF2B5EF4-FFF2-40B4-BE49-F238E27FC236}">
                  <a16:creationId xmlns:a16="http://schemas.microsoft.com/office/drawing/2014/main" id="{D1D0CAC6-F6FD-2595-9E97-66537864D41B}"/>
                </a:ext>
              </a:extLst>
            </p:cNvPr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0" name="Freeform 604">
              <a:extLst>
                <a:ext uri="{FF2B5EF4-FFF2-40B4-BE49-F238E27FC236}">
                  <a16:creationId xmlns:a16="http://schemas.microsoft.com/office/drawing/2014/main" id="{3F390EA9-BFBC-FCBB-58D1-523854F17AEC}"/>
                </a:ext>
              </a:extLst>
            </p:cNvPr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1" name="Freeform 605">
              <a:extLst>
                <a:ext uri="{FF2B5EF4-FFF2-40B4-BE49-F238E27FC236}">
                  <a16:creationId xmlns:a16="http://schemas.microsoft.com/office/drawing/2014/main" id="{CFBBF848-3C90-8797-6DCD-D74C535DDF93}"/>
                </a:ext>
              </a:extLst>
            </p:cNvPr>
            <p:cNvSpPr/>
            <p:nvPr/>
          </p:nvSpPr>
          <p:spPr bwMode="auto">
            <a:xfrm flipH="1">
              <a:off x="3381439" y="569598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2" name="Freeform 606">
              <a:extLst>
                <a:ext uri="{FF2B5EF4-FFF2-40B4-BE49-F238E27FC236}">
                  <a16:creationId xmlns:a16="http://schemas.microsoft.com/office/drawing/2014/main" id="{43905D0D-901C-2699-9E3F-287E2015B55E}"/>
                </a:ext>
              </a:extLst>
            </p:cNvPr>
            <p:cNvSpPr/>
            <p:nvPr/>
          </p:nvSpPr>
          <p:spPr bwMode="auto">
            <a:xfrm flipH="1">
              <a:off x="3381439" y="569598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3" name="Freeform 607">
              <a:extLst>
                <a:ext uri="{FF2B5EF4-FFF2-40B4-BE49-F238E27FC236}">
                  <a16:creationId xmlns:a16="http://schemas.microsoft.com/office/drawing/2014/main" id="{4556E211-551E-547C-C4C1-B9E3EC54EC4F}"/>
                </a:ext>
              </a:extLst>
            </p:cNvPr>
            <p:cNvSpPr/>
            <p:nvPr/>
          </p:nvSpPr>
          <p:spPr bwMode="auto">
            <a:xfrm>
              <a:off x="3368739" y="5654712"/>
              <a:ext cx="12700" cy="39688"/>
            </a:xfrm>
            <a:custGeom>
              <a:avLst/>
              <a:gdLst>
                <a:gd name="T0" fmla="*/ 0 w 8"/>
                <a:gd name="T1" fmla="*/ 0 h 25"/>
                <a:gd name="T2" fmla="*/ 7 w 8"/>
                <a:gd name="T3" fmla="*/ 25 h 25"/>
                <a:gd name="T4" fmla="*/ 8 w 8"/>
                <a:gd name="T5" fmla="*/ 25 h 25"/>
                <a:gd name="T6" fmla="*/ 8 w 8"/>
                <a:gd name="T7" fmla="*/ 17 h 25"/>
                <a:gd name="T8" fmla="*/ 0 w 8"/>
                <a:gd name="T9" fmla="*/ 0 h 25"/>
                <a:gd name="T10" fmla="*/ 0 w 8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5">
                  <a:moveTo>
                    <a:pt x="0" y="0"/>
                  </a:moveTo>
                  <a:lnTo>
                    <a:pt x="7" y="25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4" name="Freeform 608">
              <a:extLst>
                <a:ext uri="{FF2B5EF4-FFF2-40B4-BE49-F238E27FC236}">
                  <a16:creationId xmlns:a16="http://schemas.microsoft.com/office/drawing/2014/main" id="{88FAB210-8D26-D592-8866-A30688AE3F9D}"/>
                </a:ext>
              </a:extLst>
            </p:cNvPr>
            <p:cNvSpPr/>
            <p:nvPr/>
          </p:nvSpPr>
          <p:spPr bwMode="auto">
            <a:xfrm>
              <a:off x="3368739" y="5654712"/>
              <a:ext cx="12700" cy="39688"/>
            </a:xfrm>
            <a:custGeom>
              <a:avLst/>
              <a:gdLst>
                <a:gd name="T0" fmla="*/ 0 w 8"/>
                <a:gd name="T1" fmla="*/ 0 h 25"/>
                <a:gd name="T2" fmla="*/ 7 w 8"/>
                <a:gd name="T3" fmla="*/ 25 h 25"/>
                <a:gd name="T4" fmla="*/ 8 w 8"/>
                <a:gd name="T5" fmla="*/ 25 h 25"/>
                <a:gd name="T6" fmla="*/ 8 w 8"/>
                <a:gd name="T7" fmla="*/ 17 h 25"/>
                <a:gd name="T8" fmla="*/ 0 w 8"/>
                <a:gd name="T9" fmla="*/ 0 h 25"/>
                <a:gd name="T10" fmla="*/ 0 w 8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5">
                  <a:moveTo>
                    <a:pt x="0" y="0"/>
                  </a:moveTo>
                  <a:lnTo>
                    <a:pt x="7" y="25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5" name="Freeform 609">
              <a:extLst>
                <a:ext uri="{FF2B5EF4-FFF2-40B4-BE49-F238E27FC236}">
                  <a16:creationId xmlns:a16="http://schemas.microsoft.com/office/drawing/2014/main" id="{46E646CA-70D1-279A-8F61-CDCC55DFFE56}"/>
                </a:ext>
              </a:extLst>
            </p:cNvPr>
            <p:cNvSpPr/>
            <p:nvPr/>
          </p:nvSpPr>
          <p:spPr bwMode="auto">
            <a:xfrm>
              <a:off x="3381439" y="5681700"/>
              <a:ext cx="4763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3 w 3"/>
                <a:gd name="T5" fmla="*/ 6 h 8"/>
                <a:gd name="T6" fmla="*/ 0 w 3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3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6" name="Freeform 610">
              <a:extLst>
                <a:ext uri="{FF2B5EF4-FFF2-40B4-BE49-F238E27FC236}">
                  <a16:creationId xmlns:a16="http://schemas.microsoft.com/office/drawing/2014/main" id="{27E8B9C5-BD18-BFD1-0B5A-319B87E8F465}"/>
                </a:ext>
              </a:extLst>
            </p:cNvPr>
            <p:cNvSpPr/>
            <p:nvPr/>
          </p:nvSpPr>
          <p:spPr bwMode="auto">
            <a:xfrm>
              <a:off x="3381439" y="5681700"/>
              <a:ext cx="4763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3 w 3"/>
                <a:gd name="T5" fmla="*/ 6 h 8"/>
                <a:gd name="T6" fmla="*/ 0 w 3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3" y="6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7" name="Freeform 611">
              <a:extLst>
                <a:ext uri="{FF2B5EF4-FFF2-40B4-BE49-F238E27FC236}">
                  <a16:creationId xmlns:a16="http://schemas.microsoft.com/office/drawing/2014/main" id="{A2F213DE-3816-3871-D2F6-8518378E8C5F}"/>
                </a:ext>
              </a:extLst>
            </p:cNvPr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8" name="Freeform 612">
              <a:extLst>
                <a:ext uri="{FF2B5EF4-FFF2-40B4-BE49-F238E27FC236}">
                  <a16:creationId xmlns:a16="http://schemas.microsoft.com/office/drawing/2014/main" id="{8BCA88DF-6E7E-5E02-46BD-3F18BCC216BE}"/>
                </a:ext>
              </a:extLst>
            </p:cNvPr>
            <p:cNvSpPr/>
            <p:nvPr/>
          </p:nvSpPr>
          <p:spPr bwMode="auto">
            <a:xfrm>
              <a:off x="3379851" y="56944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9" name="Freeform 613">
              <a:extLst>
                <a:ext uri="{FF2B5EF4-FFF2-40B4-BE49-F238E27FC236}">
                  <a16:creationId xmlns:a16="http://schemas.microsoft.com/office/drawing/2014/main" id="{FFC70EE0-6ADE-711C-61D7-DBC7C2471672}"/>
                </a:ext>
              </a:extLst>
            </p:cNvPr>
            <p:cNvSpPr/>
            <p:nvPr/>
          </p:nvSpPr>
          <p:spPr bwMode="auto">
            <a:xfrm>
              <a:off x="3381439" y="5691225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2 h 4"/>
                <a:gd name="T4" fmla="*/ 0 w 4"/>
                <a:gd name="T5" fmla="*/ 3 h 4"/>
                <a:gd name="T6" fmla="*/ 0 w 4"/>
                <a:gd name="T7" fmla="*/ 4 h 4"/>
                <a:gd name="T8" fmla="*/ 0 w 4"/>
                <a:gd name="T9" fmla="*/ 4 h 4"/>
                <a:gd name="T10" fmla="*/ 4 w 4"/>
                <a:gd name="T11" fmla="*/ 2 h 4"/>
                <a:gd name="T12" fmla="*/ 4 w 4"/>
                <a:gd name="T13" fmla="*/ 2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0" name="Freeform 614">
              <a:extLst>
                <a:ext uri="{FF2B5EF4-FFF2-40B4-BE49-F238E27FC236}">
                  <a16:creationId xmlns:a16="http://schemas.microsoft.com/office/drawing/2014/main" id="{C8912604-51CB-8167-9E2D-81B0B710FF18}"/>
                </a:ext>
              </a:extLst>
            </p:cNvPr>
            <p:cNvSpPr/>
            <p:nvPr/>
          </p:nvSpPr>
          <p:spPr bwMode="auto">
            <a:xfrm>
              <a:off x="3381439" y="5691225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2 h 4"/>
                <a:gd name="T4" fmla="*/ 0 w 4"/>
                <a:gd name="T5" fmla="*/ 3 h 4"/>
                <a:gd name="T6" fmla="*/ 0 w 4"/>
                <a:gd name="T7" fmla="*/ 4 h 4"/>
                <a:gd name="T8" fmla="*/ 0 w 4"/>
                <a:gd name="T9" fmla="*/ 4 h 4"/>
                <a:gd name="T10" fmla="*/ 4 w 4"/>
                <a:gd name="T11" fmla="*/ 2 h 4"/>
                <a:gd name="T12" fmla="*/ 4 w 4"/>
                <a:gd name="T13" fmla="*/ 2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1" name="Freeform 615">
              <a:extLst>
                <a:ext uri="{FF2B5EF4-FFF2-40B4-BE49-F238E27FC236}">
                  <a16:creationId xmlns:a16="http://schemas.microsoft.com/office/drawing/2014/main" id="{70BB3F96-816F-4F02-97F9-8869C22E2756}"/>
                </a:ext>
              </a:extLst>
            </p:cNvPr>
            <p:cNvSpPr/>
            <p:nvPr/>
          </p:nvSpPr>
          <p:spPr bwMode="auto">
            <a:xfrm>
              <a:off x="2984564" y="4891125"/>
              <a:ext cx="3175" cy="11113"/>
            </a:xfrm>
            <a:custGeom>
              <a:avLst/>
              <a:gdLst>
                <a:gd name="T0" fmla="*/ 2 w 2"/>
                <a:gd name="T1" fmla="*/ 0 h 7"/>
                <a:gd name="T2" fmla="*/ 1 w 2"/>
                <a:gd name="T3" fmla="*/ 2 h 7"/>
                <a:gd name="T4" fmla="*/ 0 w 2"/>
                <a:gd name="T5" fmla="*/ 7 h 7"/>
                <a:gd name="T6" fmla="*/ 0 w 2"/>
                <a:gd name="T7" fmla="*/ 7 h 7"/>
                <a:gd name="T8" fmla="*/ 2 w 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7">
                  <a:moveTo>
                    <a:pt x="2" y="0"/>
                  </a:moveTo>
                  <a:lnTo>
                    <a:pt x="1" y="2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2" name="Freeform 616">
              <a:extLst>
                <a:ext uri="{FF2B5EF4-FFF2-40B4-BE49-F238E27FC236}">
                  <a16:creationId xmlns:a16="http://schemas.microsoft.com/office/drawing/2014/main" id="{89271104-432F-9488-D104-3FEF69E46EF1}"/>
                </a:ext>
              </a:extLst>
            </p:cNvPr>
            <p:cNvSpPr/>
            <p:nvPr/>
          </p:nvSpPr>
          <p:spPr bwMode="auto">
            <a:xfrm>
              <a:off x="2984564" y="4891125"/>
              <a:ext cx="3175" cy="11113"/>
            </a:xfrm>
            <a:custGeom>
              <a:avLst/>
              <a:gdLst>
                <a:gd name="T0" fmla="*/ 2 w 2"/>
                <a:gd name="T1" fmla="*/ 0 h 7"/>
                <a:gd name="T2" fmla="*/ 1 w 2"/>
                <a:gd name="T3" fmla="*/ 2 h 7"/>
                <a:gd name="T4" fmla="*/ 0 w 2"/>
                <a:gd name="T5" fmla="*/ 7 h 7"/>
                <a:gd name="T6" fmla="*/ 0 w 2"/>
                <a:gd name="T7" fmla="*/ 7 h 7"/>
                <a:gd name="T8" fmla="*/ 2 w 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7">
                  <a:moveTo>
                    <a:pt x="2" y="0"/>
                  </a:moveTo>
                  <a:lnTo>
                    <a:pt x="1" y="2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3" name="Freeform 617">
              <a:extLst>
                <a:ext uri="{FF2B5EF4-FFF2-40B4-BE49-F238E27FC236}">
                  <a16:creationId xmlns:a16="http://schemas.microsoft.com/office/drawing/2014/main" id="{8936E7A7-33DA-203E-E635-25A6C7BE0BAC}"/>
                </a:ext>
              </a:extLst>
            </p:cNvPr>
            <p:cNvSpPr/>
            <p:nvPr/>
          </p:nvSpPr>
          <p:spPr bwMode="auto">
            <a:xfrm>
              <a:off x="2981389" y="4894300"/>
              <a:ext cx="4763" cy="7938"/>
            </a:xfrm>
            <a:custGeom>
              <a:avLst/>
              <a:gdLst>
                <a:gd name="T0" fmla="*/ 3 w 3"/>
                <a:gd name="T1" fmla="*/ 0 h 5"/>
                <a:gd name="T2" fmla="*/ 0 w 3"/>
                <a:gd name="T3" fmla="*/ 2 h 5"/>
                <a:gd name="T4" fmla="*/ 1 w 3"/>
                <a:gd name="T5" fmla="*/ 5 h 5"/>
                <a:gd name="T6" fmla="*/ 2 w 3"/>
                <a:gd name="T7" fmla="*/ 5 h 5"/>
                <a:gd name="T8" fmla="*/ 3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0" y="2"/>
                  </a:lnTo>
                  <a:lnTo>
                    <a:pt x="1" y="5"/>
                  </a:lnTo>
                  <a:lnTo>
                    <a:pt x="2" y="5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4" name="Freeform 618">
              <a:extLst>
                <a:ext uri="{FF2B5EF4-FFF2-40B4-BE49-F238E27FC236}">
                  <a16:creationId xmlns:a16="http://schemas.microsoft.com/office/drawing/2014/main" id="{6263104C-87A0-6957-F3DF-7B835380B269}"/>
                </a:ext>
              </a:extLst>
            </p:cNvPr>
            <p:cNvSpPr/>
            <p:nvPr/>
          </p:nvSpPr>
          <p:spPr bwMode="auto">
            <a:xfrm>
              <a:off x="2981389" y="4894300"/>
              <a:ext cx="4763" cy="7938"/>
            </a:xfrm>
            <a:custGeom>
              <a:avLst/>
              <a:gdLst>
                <a:gd name="T0" fmla="*/ 3 w 3"/>
                <a:gd name="T1" fmla="*/ 0 h 5"/>
                <a:gd name="T2" fmla="*/ 0 w 3"/>
                <a:gd name="T3" fmla="*/ 2 h 5"/>
                <a:gd name="T4" fmla="*/ 1 w 3"/>
                <a:gd name="T5" fmla="*/ 5 h 5"/>
                <a:gd name="T6" fmla="*/ 2 w 3"/>
                <a:gd name="T7" fmla="*/ 5 h 5"/>
                <a:gd name="T8" fmla="*/ 3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0" y="2"/>
                  </a:lnTo>
                  <a:lnTo>
                    <a:pt x="1" y="5"/>
                  </a:lnTo>
                  <a:lnTo>
                    <a:pt x="2" y="5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5" name="Freeform 619">
              <a:extLst>
                <a:ext uri="{FF2B5EF4-FFF2-40B4-BE49-F238E27FC236}">
                  <a16:creationId xmlns:a16="http://schemas.microsoft.com/office/drawing/2014/main" id="{7F124849-661C-D50C-729C-2785F811DF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4426" y="4905412"/>
              <a:ext cx="1089025" cy="1176338"/>
            </a:xfrm>
            <a:custGeom>
              <a:avLst/>
              <a:gdLst>
                <a:gd name="T0" fmla="*/ 3 w 686"/>
                <a:gd name="T1" fmla="*/ 716 h 741"/>
                <a:gd name="T2" fmla="*/ 0 w 686"/>
                <a:gd name="T3" fmla="*/ 719 h 741"/>
                <a:gd name="T4" fmla="*/ 2 w 686"/>
                <a:gd name="T5" fmla="*/ 719 h 741"/>
                <a:gd name="T6" fmla="*/ 3 w 686"/>
                <a:gd name="T7" fmla="*/ 716 h 741"/>
                <a:gd name="T8" fmla="*/ 3 w 686"/>
                <a:gd name="T9" fmla="*/ 716 h 741"/>
                <a:gd name="T10" fmla="*/ 685 w 686"/>
                <a:gd name="T11" fmla="*/ 8 h 741"/>
                <a:gd name="T12" fmla="*/ 33 w 686"/>
                <a:gd name="T13" fmla="*/ 691 h 741"/>
                <a:gd name="T14" fmla="*/ 685 w 686"/>
                <a:gd name="T15" fmla="*/ 8 h 741"/>
                <a:gd name="T16" fmla="*/ 456 w 686"/>
                <a:gd name="T17" fmla="*/ 741 h 741"/>
                <a:gd name="T18" fmla="*/ 10 w 686"/>
                <a:gd name="T19" fmla="*/ 715 h 741"/>
                <a:gd name="T20" fmla="*/ 10 w 686"/>
                <a:gd name="T21" fmla="*/ 715 h 741"/>
                <a:gd name="T22" fmla="*/ 456 w 686"/>
                <a:gd name="T23" fmla="*/ 741 h 741"/>
                <a:gd name="T24" fmla="*/ 685 w 686"/>
                <a:gd name="T25" fmla="*/ 8 h 741"/>
                <a:gd name="T26" fmla="*/ 686 w 686"/>
                <a:gd name="T27" fmla="*/ 0 h 741"/>
                <a:gd name="T28" fmla="*/ 8 w 686"/>
                <a:gd name="T29" fmla="*/ 710 h 741"/>
                <a:gd name="T30" fmla="*/ 8 w 686"/>
                <a:gd name="T31" fmla="*/ 710 h 741"/>
                <a:gd name="T32" fmla="*/ 686 w 686"/>
                <a:gd name="T33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6" h="741">
                  <a:moveTo>
                    <a:pt x="3" y="716"/>
                  </a:moveTo>
                  <a:lnTo>
                    <a:pt x="0" y="719"/>
                  </a:lnTo>
                  <a:lnTo>
                    <a:pt x="2" y="719"/>
                  </a:lnTo>
                  <a:lnTo>
                    <a:pt x="3" y="716"/>
                  </a:lnTo>
                  <a:lnTo>
                    <a:pt x="3" y="716"/>
                  </a:lnTo>
                  <a:close/>
                  <a:moveTo>
                    <a:pt x="685" y="8"/>
                  </a:moveTo>
                  <a:lnTo>
                    <a:pt x="33" y="691"/>
                  </a:lnTo>
                  <a:lnTo>
                    <a:pt x="685" y="8"/>
                  </a:lnTo>
                  <a:lnTo>
                    <a:pt x="456" y="741"/>
                  </a:lnTo>
                  <a:lnTo>
                    <a:pt x="10" y="715"/>
                  </a:lnTo>
                  <a:lnTo>
                    <a:pt x="10" y="715"/>
                  </a:lnTo>
                  <a:lnTo>
                    <a:pt x="456" y="741"/>
                  </a:lnTo>
                  <a:lnTo>
                    <a:pt x="685" y="8"/>
                  </a:lnTo>
                  <a:close/>
                  <a:moveTo>
                    <a:pt x="686" y="0"/>
                  </a:moveTo>
                  <a:lnTo>
                    <a:pt x="8" y="710"/>
                  </a:lnTo>
                  <a:lnTo>
                    <a:pt x="8" y="710"/>
                  </a:lnTo>
                  <a:lnTo>
                    <a:pt x="68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6" name="Freeform 620">
              <a:extLst>
                <a:ext uri="{FF2B5EF4-FFF2-40B4-BE49-F238E27FC236}">
                  <a16:creationId xmlns:a16="http://schemas.microsoft.com/office/drawing/2014/main" id="{C1028081-80E6-BDE7-1E02-8D2E62466E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4426" y="4905412"/>
              <a:ext cx="1089025" cy="1176338"/>
            </a:xfrm>
            <a:custGeom>
              <a:avLst/>
              <a:gdLst>
                <a:gd name="T0" fmla="*/ 3 w 686"/>
                <a:gd name="T1" fmla="*/ 716 h 741"/>
                <a:gd name="T2" fmla="*/ 0 w 686"/>
                <a:gd name="T3" fmla="*/ 719 h 741"/>
                <a:gd name="T4" fmla="*/ 2 w 686"/>
                <a:gd name="T5" fmla="*/ 719 h 741"/>
                <a:gd name="T6" fmla="*/ 3 w 686"/>
                <a:gd name="T7" fmla="*/ 716 h 741"/>
                <a:gd name="T8" fmla="*/ 3 w 686"/>
                <a:gd name="T9" fmla="*/ 716 h 741"/>
                <a:gd name="T10" fmla="*/ 685 w 686"/>
                <a:gd name="T11" fmla="*/ 8 h 741"/>
                <a:gd name="T12" fmla="*/ 33 w 686"/>
                <a:gd name="T13" fmla="*/ 691 h 741"/>
                <a:gd name="T14" fmla="*/ 685 w 686"/>
                <a:gd name="T15" fmla="*/ 8 h 741"/>
                <a:gd name="T16" fmla="*/ 456 w 686"/>
                <a:gd name="T17" fmla="*/ 741 h 741"/>
                <a:gd name="T18" fmla="*/ 10 w 686"/>
                <a:gd name="T19" fmla="*/ 715 h 741"/>
                <a:gd name="T20" fmla="*/ 10 w 686"/>
                <a:gd name="T21" fmla="*/ 715 h 741"/>
                <a:gd name="T22" fmla="*/ 456 w 686"/>
                <a:gd name="T23" fmla="*/ 741 h 741"/>
                <a:gd name="T24" fmla="*/ 685 w 686"/>
                <a:gd name="T25" fmla="*/ 8 h 741"/>
                <a:gd name="T26" fmla="*/ 686 w 686"/>
                <a:gd name="T27" fmla="*/ 0 h 741"/>
                <a:gd name="T28" fmla="*/ 8 w 686"/>
                <a:gd name="T29" fmla="*/ 710 h 741"/>
                <a:gd name="T30" fmla="*/ 8 w 686"/>
                <a:gd name="T31" fmla="*/ 710 h 741"/>
                <a:gd name="T32" fmla="*/ 686 w 686"/>
                <a:gd name="T33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6" h="741">
                  <a:moveTo>
                    <a:pt x="3" y="716"/>
                  </a:moveTo>
                  <a:lnTo>
                    <a:pt x="0" y="719"/>
                  </a:lnTo>
                  <a:lnTo>
                    <a:pt x="2" y="719"/>
                  </a:lnTo>
                  <a:lnTo>
                    <a:pt x="3" y="716"/>
                  </a:lnTo>
                  <a:lnTo>
                    <a:pt x="3" y="716"/>
                  </a:lnTo>
                  <a:moveTo>
                    <a:pt x="685" y="8"/>
                  </a:moveTo>
                  <a:lnTo>
                    <a:pt x="33" y="691"/>
                  </a:lnTo>
                  <a:lnTo>
                    <a:pt x="685" y="8"/>
                  </a:lnTo>
                  <a:lnTo>
                    <a:pt x="456" y="741"/>
                  </a:lnTo>
                  <a:lnTo>
                    <a:pt x="10" y="715"/>
                  </a:lnTo>
                  <a:lnTo>
                    <a:pt x="10" y="715"/>
                  </a:lnTo>
                  <a:lnTo>
                    <a:pt x="456" y="741"/>
                  </a:lnTo>
                  <a:lnTo>
                    <a:pt x="685" y="8"/>
                  </a:lnTo>
                  <a:moveTo>
                    <a:pt x="686" y="0"/>
                  </a:moveTo>
                  <a:lnTo>
                    <a:pt x="8" y="710"/>
                  </a:lnTo>
                  <a:lnTo>
                    <a:pt x="8" y="710"/>
                  </a:lnTo>
                  <a:lnTo>
                    <a:pt x="68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7" name="Freeform 621">
              <a:extLst>
                <a:ext uri="{FF2B5EF4-FFF2-40B4-BE49-F238E27FC236}">
                  <a16:creationId xmlns:a16="http://schemas.microsoft.com/office/drawing/2014/main" id="{CD189392-5258-B71D-BB42-8E1E964925E8}"/>
                </a:ext>
              </a:extLst>
            </p:cNvPr>
            <p:cNvSpPr/>
            <p:nvPr/>
          </p:nvSpPr>
          <p:spPr bwMode="auto">
            <a:xfrm>
              <a:off x="2613089" y="60881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8" name="Freeform 622">
              <a:extLst>
                <a:ext uri="{FF2B5EF4-FFF2-40B4-BE49-F238E27FC236}">
                  <a16:creationId xmlns:a16="http://schemas.microsoft.com/office/drawing/2014/main" id="{B4915CD6-96BC-954F-B450-275617ADC238}"/>
                </a:ext>
              </a:extLst>
            </p:cNvPr>
            <p:cNvSpPr/>
            <p:nvPr/>
          </p:nvSpPr>
          <p:spPr bwMode="auto">
            <a:xfrm>
              <a:off x="2613089" y="60881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9" name="Freeform 623">
              <a:extLst>
                <a:ext uri="{FF2B5EF4-FFF2-40B4-BE49-F238E27FC236}">
                  <a16:creationId xmlns:a16="http://schemas.microsoft.com/office/drawing/2014/main" id="{2884E14C-BE73-4687-0FE0-AF071DB6EAB7}"/>
                </a:ext>
              </a:extLst>
            </p:cNvPr>
            <p:cNvSpPr/>
            <p:nvPr/>
          </p:nvSpPr>
          <p:spPr bwMode="auto">
            <a:xfrm>
              <a:off x="2608326" y="4911762"/>
              <a:ext cx="373063" cy="1169988"/>
            </a:xfrm>
            <a:custGeom>
              <a:avLst/>
              <a:gdLst>
                <a:gd name="T0" fmla="*/ 234 w 235"/>
                <a:gd name="T1" fmla="*/ 0 h 737"/>
                <a:gd name="T2" fmla="*/ 231 w 235"/>
                <a:gd name="T3" fmla="*/ 2 h 737"/>
                <a:gd name="T4" fmla="*/ 231 w 235"/>
                <a:gd name="T5" fmla="*/ 2 h 737"/>
                <a:gd name="T6" fmla="*/ 229 w 235"/>
                <a:gd name="T7" fmla="*/ 4 h 737"/>
                <a:gd name="T8" fmla="*/ 0 w 235"/>
                <a:gd name="T9" fmla="*/ 737 h 737"/>
                <a:gd name="T10" fmla="*/ 1 w 235"/>
                <a:gd name="T11" fmla="*/ 737 h 737"/>
                <a:gd name="T12" fmla="*/ 6 w 235"/>
                <a:gd name="T13" fmla="*/ 735 h 737"/>
                <a:gd name="T14" fmla="*/ 235 w 235"/>
                <a:gd name="T15" fmla="*/ 1 h 737"/>
                <a:gd name="T16" fmla="*/ 234 w 235"/>
                <a:gd name="T17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737">
                  <a:moveTo>
                    <a:pt x="234" y="0"/>
                  </a:moveTo>
                  <a:lnTo>
                    <a:pt x="231" y="2"/>
                  </a:lnTo>
                  <a:lnTo>
                    <a:pt x="231" y="2"/>
                  </a:lnTo>
                  <a:lnTo>
                    <a:pt x="229" y="4"/>
                  </a:lnTo>
                  <a:lnTo>
                    <a:pt x="0" y="737"/>
                  </a:lnTo>
                  <a:lnTo>
                    <a:pt x="1" y="737"/>
                  </a:lnTo>
                  <a:lnTo>
                    <a:pt x="6" y="735"/>
                  </a:lnTo>
                  <a:lnTo>
                    <a:pt x="235" y="1"/>
                  </a:lnTo>
                  <a:lnTo>
                    <a:pt x="23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0" name="Freeform 624">
              <a:extLst>
                <a:ext uri="{FF2B5EF4-FFF2-40B4-BE49-F238E27FC236}">
                  <a16:creationId xmlns:a16="http://schemas.microsoft.com/office/drawing/2014/main" id="{FC674F1D-8D75-6160-EB86-2AD246C4120C}"/>
                </a:ext>
              </a:extLst>
            </p:cNvPr>
            <p:cNvSpPr/>
            <p:nvPr/>
          </p:nvSpPr>
          <p:spPr bwMode="auto">
            <a:xfrm>
              <a:off x="2608326" y="4911762"/>
              <a:ext cx="373063" cy="1169988"/>
            </a:xfrm>
            <a:custGeom>
              <a:avLst/>
              <a:gdLst>
                <a:gd name="T0" fmla="*/ 234 w 235"/>
                <a:gd name="T1" fmla="*/ 0 h 737"/>
                <a:gd name="T2" fmla="*/ 231 w 235"/>
                <a:gd name="T3" fmla="*/ 2 h 737"/>
                <a:gd name="T4" fmla="*/ 231 w 235"/>
                <a:gd name="T5" fmla="*/ 2 h 737"/>
                <a:gd name="T6" fmla="*/ 229 w 235"/>
                <a:gd name="T7" fmla="*/ 4 h 737"/>
                <a:gd name="T8" fmla="*/ 0 w 235"/>
                <a:gd name="T9" fmla="*/ 737 h 737"/>
                <a:gd name="T10" fmla="*/ 1 w 235"/>
                <a:gd name="T11" fmla="*/ 737 h 737"/>
                <a:gd name="T12" fmla="*/ 6 w 235"/>
                <a:gd name="T13" fmla="*/ 735 h 737"/>
                <a:gd name="T14" fmla="*/ 235 w 235"/>
                <a:gd name="T15" fmla="*/ 1 h 737"/>
                <a:gd name="T16" fmla="*/ 234 w 235"/>
                <a:gd name="T17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737">
                  <a:moveTo>
                    <a:pt x="234" y="0"/>
                  </a:moveTo>
                  <a:lnTo>
                    <a:pt x="231" y="2"/>
                  </a:lnTo>
                  <a:lnTo>
                    <a:pt x="231" y="2"/>
                  </a:lnTo>
                  <a:lnTo>
                    <a:pt x="229" y="4"/>
                  </a:lnTo>
                  <a:lnTo>
                    <a:pt x="0" y="737"/>
                  </a:lnTo>
                  <a:lnTo>
                    <a:pt x="1" y="737"/>
                  </a:lnTo>
                  <a:lnTo>
                    <a:pt x="6" y="735"/>
                  </a:lnTo>
                  <a:lnTo>
                    <a:pt x="235" y="1"/>
                  </a:lnTo>
                  <a:lnTo>
                    <a:pt x="23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1" name="Freeform 625">
              <a:extLst>
                <a:ext uri="{FF2B5EF4-FFF2-40B4-BE49-F238E27FC236}">
                  <a16:creationId xmlns:a16="http://schemas.microsoft.com/office/drawing/2014/main" id="{F83FBE08-098D-660F-86B0-5CD31EC9D425}"/>
                </a:ext>
              </a:extLst>
            </p:cNvPr>
            <p:cNvSpPr/>
            <p:nvPr/>
          </p:nvSpPr>
          <p:spPr bwMode="auto">
            <a:xfrm>
              <a:off x="2975039" y="4910175"/>
              <a:ext cx="4763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2" name="Freeform 626">
              <a:extLst>
                <a:ext uri="{FF2B5EF4-FFF2-40B4-BE49-F238E27FC236}">
                  <a16:creationId xmlns:a16="http://schemas.microsoft.com/office/drawing/2014/main" id="{E9B9BA7F-27D7-8978-7B87-BC5A5F3B3D64}"/>
                </a:ext>
              </a:extLst>
            </p:cNvPr>
            <p:cNvSpPr/>
            <p:nvPr/>
          </p:nvSpPr>
          <p:spPr bwMode="auto">
            <a:xfrm>
              <a:off x="2975039" y="4910175"/>
              <a:ext cx="4763" cy="476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0 w 3"/>
                <a:gd name="T5" fmla="*/ 3 h 3"/>
                <a:gd name="T6" fmla="*/ 3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3" name="Freeform 627">
              <a:extLst>
                <a:ext uri="{FF2B5EF4-FFF2-40B4-BE49-F238E27FC236}">
                  <a16:creationId xmlns:a16="http://schemas.microsoft.com/office/drawing/2014/main" id="{A2E8A30D-9A11-B435-401A-C220AFD01C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9914" y="6078575"/>
              <a:ext cx="7938" cy="11113"/>
            </a:xfrm>
            <a:custGeom>
              <a:avLst/>
              <a:gdLst>
                <a:gd name="T0" fmla="*/ 3 w 5"/>
                <a:gd name="T1" fmla="*/ 6 h 7"/>
                <a:gd name="T2" fmla="*/ 2 w 5"/>
                <a:gd name="T3" fmla="*/ 7 h 7"/>
                <a:gd name="T4" fmla="*/ 3 w 5"/>
                <a:gd name="T5" fmla="*/ 6 h 7"/>
                <a:gd name="T6" fmla="*/ 3 w 5"/>
                <a:gd name="T7" fmla="*/ 6 h 7"/>
                <a:gd name="T8" fmla="*/ 5 w 5"/>
                <a:gd name="T9" fmla="*/ 0 h 7"/>
                <a:gd name="T10" fmla="*/ 0 w 5"/>
                <a:gd name="T11" fmla="*/ 2 h 7"/>
                <a:gd name="T12" fmla="*/ 1 w 5"/>
                <a:gd name="T13" fmla="*/ 2 h 7"/>
                <a:gd name="T14" fmla="*/ 4 w 5"/>
                <a:gd name="T15" fmla="*/ 2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3" y="6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3" y="6"/>
                  </a:lnTo>
                  <a:close/>
                  <a:moveTo>
                    <a:pt x="5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4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4" name="Freeform 628">
              <a:extLst>
                <a:ext uri="{FF2B5EF4-FFF2-40B4-BE49-F238E27FC236}">
                  <a16:creationId xmlns:a16="http://schemas.microsoft.com/office/drawing/2014/main" id="{3BD2DF19-5DB0-BB0A-F33C-724CC25140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9914" y="6078575"/>
              <a:ext cx="7938" cy="11113"/>
            </a:xfrm>
            <a:custGeom>
              <a:avLst/>
              <a:gdLst>
                <a:gd name="T0" fmla="*/ 3 w 5"/>
                <a:gd name="T1" fmla="*/ 6 h 7"/>
                <a:gd name="T2" fmla="*/ 2 w 5"/>
                <a:gd name="T3" fmla="*/ 7 h 7"/>
                <a:gd name="T4" fmla="*/ 3 w 5"/>
                <a:gd name="T5" fmla="*/ 6 h 7"/>
                <a:gd name="T6" fmla="*/ 3 w 5"/>
                <a:gd name="T7" fmla="*/ 6 h 7"/>
                <a:gd name="T8" fmla="*/ 5 w 5"/>
                <a:gd name="T9" fmla="*/ 0 h 7"/>
                <a:gd name="T10" fmla="*/ 0 w 5"/>
                <a:gd name="T11" fmla="*/ 2 h 7"/>
                <a:gd name="T12" fmla="*/ 1 w 5"/>
                <a:gd name="T13" fmla="*/ 2 h 7"/>
                <a:gd name="T14" fmla="*/ 4 w 5"/>
                <a:gd name="T15" fmla="*/ 2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3" y="6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3" y="6"/>
                  </a:lnTo>
                  <a:moveTo>
                    <a:pt x="5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4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5" name="Freeform 629">
              <a:extLst>
                <a:ext uri="{FF2B5EF4-FFF2-40B4-BE49-F238E27FC236}">
                  <a16:creationId xmlns:a16="http://schemas.microsoft.com/office/drawing/2014/main" id="{197C64B4-0B4B-C72A-4BFE-57E9FE7A436E}"/>
                </a:ext>
              </a:extLst>
            </p:cNvPr>
            <p:cNvSpPr/>
            <p:nvPr/>
          </p:nvSpPr>
          <p:spPr bwMode="auto">
            <a:xfrm>
              <a:off x="2979801" y="4897475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2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6" name="Freeform 630">
              <a:extLst>
                <a:ext uri="{FF2B5EF4-FFF2-40B4-BE49-F238E27FC236}">
                  <a16:creationId xmlns:a16="http://schemas.microsoft.com/office/drawing/2014/main" id="{0B1F17C5-165D-6691-6B07-5060262A7939}"/>
                </a:ext>
              </a:extLst>
            </p:cNvPr>
            <p:cNvSpPr/>
            <p:nvPr/>
          </p:nvSpPr>
          <p:spPr bwMode="auto">
            <a:xfrm>
              <a:off x="2979801" y="4897475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2 h 3"/>
                <a:gd name="T6" fmla="*/ 2 w 2"/>
                <a:gd name="T7" fmla="*/ 3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7" name="Freeform 631">
              <a:extLst>
                <a:ext uri="{FF2B5EF4-FFF2-40B4-BE49-F238E27FC236}">
                  <a16:creationId xmlns:a16="http://schemas.microsoft.com/office/drawing/2014/main" id="{41173859-9A11-70F0-3681-4108B37C1250}"/>
                </a:ext>
              </a:extLst>
            </p:cNvPr>
            <p:cNvSpPr/>
            <p:nvPr/>
          </p:nvSpPr>
          <p:spPr bwMode="auto">
            <a:xfrm>
              <a:off x="2979801" y="4908587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0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8" name="Freeform 632">
              <a:extLst>
                <a:ext uri="{FF2B5EF4-FFF2-40B4-BE49-F238E27FC236}">
                  <a16:creationId xmlns:a16="http://schemas.microsoft.com/office/drawing/2014/main" id="{3DF22043-C056-96B2-1C10-E767042CEDFA}"/>
                </a:ext>
              </a:extLst>
            </p:cNvPr>
            <p:cNvSpPr/>
            <p:nvPr/>
          </p:nvSpPr>
          <p:spPr bwMode="auto">
            <a:xfrm>
              <a:off x="2979801" y="4908587"/>
              <a:ext cx="3175" cy="476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0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9" name="Freeform 633">
              <a:extLst>
                <a:ext uri="{FF2B5EF4-FFF2-40B4-BE49-F238E27FC236}">
                  <a16:creationId xmlns:a16="http://schemas.microsoft.com/office/drawing/2014/main" id="{0BA734DA-9200-BBE0-4D4D-45C68D3BEE97}"/>
                </a:ext>
              </a:extLst>
            </p:cNvPr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0" name="Freeform 634">
              <a:extLst>
                <a:ext uri="{FF2B5EF4-FFF2-40B4-BE49-F238E27FC236}">
                  <a16:creationId xmlns:a16="http://schemas.microsoft.com/office/drawing/2014/main" id="{6C17F1B0-F3EC-3898-5A7E-5C4E3D95575F}"/>
                </a:ext>
              </a:extLst>
            </p:cNvPr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1" name="Freeform 635">
              <a:extLst>
                <a:ext uri="{FF2B5EF4-FFF2-40B4-BE49-F238E27FC236}">
                  <a16:creationId xmlns:a16="http://schemas.microsoft.com/office/drawing/2014/main" id="{A8FC0792-9A03-DE8F-E4B6-A13F64D5EA6A}"/>
                </a:ext>
              </a:extLst>
            </p:cNvPr>
            <p:cNvSpPr/>
            <p:nvPr/>
          </p:nvSpPr>
          <p:spPr bwMode="auto">
            <a:xfrm>
              <a:off x="2979801" y="490858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2" name="Freeform 636">
              <a:extLst>
                <a:ext uri="{FF2B5EF4-FFF2-40B4-BE49-F238E27FC236}">
                  <a16:creationId xmlns:a16="http://schemas.microsoft.com/office/drawing/2014/main" id="{9E7B5D39-5B1A-95B3-B933-753A9A58EC57}"/>
                </a:ext>
              </a:extLst>
            </p:cNvPr>
            <p:cNvSpPr/>
            <p:nvPr/>
          </p:nvSpPr>
          <p:spPr bwMode="auto">
            <a:xfrm>
              <a:off x="2979801" y="490858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3" name="Freeform 637">
              <a:extLst>
                <a:ext uri="{FF2B5EF4-FFF2-40B4-BE49-F238E27FC236}">
                  <a16:creationId xmlns:a16="http://schemas.microsoft.com/office/drawing/2014/main" id="{7DA75257-CC10-0A02-CCA9-18875AFAA001}"/>
                </a:ext>
              </a:extLst>
            </p:cNvPr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4" name="Freeform 638">
              <a:extLst>
                <a:ext uri="{FF2B5EF4-FFF2-40B4-BE49-F238E27FC236}">
                  <a16:creationId xmlns:a16="http://schemas.microsoft.com/office/drawing/2014/main" id="{AFCAF9CA-F074-6054-48D3-213F750E1DD8}"/>
                </a:ext>
              </a:extLst>
            </p:cNvPr>
            <p:cNvSpPr/>
            <p:nvPr/>
          </p:nvSpPr>
          <p:spPr bwMode="auto">
            <a:xfrm>
              <a:off x="2981389" y="4907000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5" name="Freeform 639">
              <a:extLst>
                <a:ext uri="{FF2B5EF4-FFF2-40B4-BE49-F238E27FC236}">
                  <a16:creationId xmlns:a16="http://schemas.microsoft.com/office/drawing/2014/main" id="{48E7DCA3-BF6C-45DB-B640-5748EC6F03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9189" y="4543462"/>
              <a:ext cx="1084263" cy="1498600"/>
            </a:xfrm>
            <a:custGeom>
              <a:avLst/>
              <a:gdLst>
                <a:gd name="T0" fmla="*/ 149 w 683"/>
                <a:gd name="T1" fmla="*/ 1 h 944"/>
                <a:gd name="T2" fmla="*/ 149 w 683"/>
                <a:gd name="T3" fmla="*/ 1 h 944"/>
                <a:gd name="T4" fmla="*/ 683 w 683"/>
                <a:gd name="T5" fmla="*/ 228 h 944"/>
                <a:gd name="T6" fmla="*/ 683 w 683"/>
                <a:gd name="T7" fmla="*/ 228 h 944"/>
                <a:gd name="T8" fmla="*/ 149 w 683"/>
                <a:gd name="T9" fmla="*/ 1 h 944"/>
                <a:gd name="T10" fmla="*/ 144 w 683"/>
                <a:gd name="T11" fmla="*/ 1 h 944"/>
                <a:gd name="T12" fmla="*/ 144 w 683"/>
                <a:gd name="T13" fmla="*/ 1 h 944"/>
                <a:gd name="T14" fmla="*/ 0 w 683"/>
                <a:gd name="T15" fmla="*/ 944 h 944"/>
                <a:gd name="T16" fmla="*/ 0 w 683"/>
                <a:gd name="T17" fmla="*/ 944 h 944"/>
                <a:gd name="T18" fmla="*/ 0 w 683"/>
                <a:gd name="T19" fmla="*/ 943 h 944"/>
                <a:gd name="T20" fmla="*/ 1 w 683"/>
                <a:gd name="T21" fmla="*/ 943 h 944"/>
                <a:gd name="T22" fmla="*/ 5 w 683"/>
                <a:gd name="T23" fmla="*/ 938 h 944"/>
                <a:gd name="T24" fmla="*/ 147 w 683"/>
                <a:gd name="T25" fmla="*/ 6 h 944"/>
                <a:gd name="T26" fmla="*/ 146 w 683"/>
                <a:gd name="T27" fmla="*/ 3 h 944"/>
                <a:gd name="T28" fmla="*/ 144 w 683"/>
                <a:gd name="T29" fmla="*/ 9 h 944"/>
                <a:gd name="T30" fmla="*/ 144 w 683"/>
                <a:gd name="T31" fmla="*/ 1 h 944"/>
                <a:gd name="T32" fmla="*/ 157 w 683"/>
                <a:gd name="T33" fmla="*/ 0 h 944"/>
                <a:gd name="T34" fmla="*/ 157 w 683"/>
                <a:gd name="T35" fmla="*/ 0 h 944"/>
                <a:gd name="T36" fmla="*/ 176 w 683"/>
                <a:gd name="T37" fmla="*/ 8 h 944"/>
                <a:gd name="T38" fmla="*/ 157 w 683"/>
                <a:gd name="T39" fmla="*/ 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83" h="944">
                  <a:moveTo>
                    <a:pt x="149" y="1"/>
                  </a:moveTo>
                  <a:lnTo>
                    <a:pt x="149" y="1"/>
                  </a:lnTo>
                  <a:lnTo>
                    <a:pt x="683" y="228"/>
                  </a:lnTo>
                  <a:lnTo>
                    <a:pt x="683" y="228"/>
                  </a:lnTo>
                  <a:lnTo>
                    <a:pt x="149" y="1"/>
                  </a:lnTo>
                  <a:close/>
                  <a:moveTo>
                    <a:pt x="144" y="1"/>
                  </a:moveTo>
                  <a:lnTo>
                    <a:pt x="144" y="1"/>
                  </a:lnTo>
                  <a:lnTo>
                    <a:pt x="0" y="944"/>
                  </a:lnTo>
                  <a:lnTo>
                    <a:pt x="0" y="944"/>
                  </a:lnTo>
                  <a:lnTo>
                    <a:pt x="0" y="943"/>
                  </a:lnTo>
                  <a:lnTo>
                    <a:pt x="1" y="943"/>
                  </a:lnTo>
                  <a:lnTo>
                    <a:pt x="5" y="938"/>
                  </a:lnTo>
                  <a:lnTo>
                    <a:pt x="147" y="6"/>
                  </a:lnTo>
                  <a:lnTo>
                    <a:pt x="146" y="3"/>
                  </a:lnTo>
                  <a:lnTo>
                    <a:pt x="144" y="9"/>
                  </a:lnTo>
                  <a:lnTo>
                    <a:pt x="144" y="1"/>
                  </a:lnTo>
                  <a:close/>
                  <a:moveTo>
                    <a:pt x="157" y="0"/>
                  </a:moveTo>
                  <a:lnTo>
                    <a:pt x="157" y="0"/>
                  </a:lnTo>
                  <a:lnTo>
                    <a:pt x="176" y="8"/>
                  </a:lnTo>
                  <a:lnTo>
                    <a:pt x="1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6" name="Freeform 640">
              <a:extLst>
                <a:ext uri="{FF2B5EF4-FFF2-40B4-BE49-F238E27FC236}">
                  <a16:creationId xmlns:a16="http://schemas.microsoft.com/office/drawing/2014/main" id="{ADF8D6DF-232A-B9A4-D119-69DF86AB1E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9189" y="4543462"/>
              <a:ext cx="1084263" cy="1498600"/>
            </a:xfrm>
            <a:custGeom>
              <a:avLst/>
              <a:gdLst>
                <a:gd name="T0" fmla="*/ 149 w 683"/>
                <a:gd name="T1" fmla="*/ 1 h 944"/>
                <a:gd name="T2" fmla="*/ 149 w 683"/>
                <a:gd name="T3" fmla="*/ 1 h 944"/>
                <a:gd name="T4" fmla="*/ 683 w 683"/>
                <a:gd name="T5" fmla="*/ 228 h 944"/>
                <a:gd name="T6" fmla="*/ 683 w 683"/>
                <a:gd name="T7" fmla="*/ 228 h 944"/>
                <a:gd name="T8" fmla="*/ 149 w 683"/>
                <a:gd name="T9" fmla="*/ 1 h 944"/>
                <a:gd name="T10" fmla="*/ 144 w 683"/>
                <a:gd name="T11" fmla="*/ 1 h 944"/>
                <a:gd name="T12" fmla="*/ 144 w 683"/>
                <a:gd name="T13" fmla="*/ 1 h 944"/>
                <a:gd name="T14" fmla="*/ 0 w 683"/>
                <a:gd name="T15" fmla="*/ 944 h 944"/>
                <a:gd name="T16" fmla="*/ 0 w 683"/>
                <a:gd name="T17" fmla="*/ 944 h 944"/>
                <a:gd name="T18" fmla="*/ 0 w 683"/>
                <a:gd name="T19" fmla="*/ 943 h 944"/>
                <a:gd name="T20" fmla="*/ 1 w 683"/>
                <a:gd name="T21" fmla="*/ 943 h 944"/>
                <a:gd name="T22" fmla="*/ 5 w 683"/>
                <a:gd name="T23" fmla="*/ 938 h 944"/>
                <a:gd name="T24" fmla="*/ 147 w 683"/>
                <a:gd name="T25" fmla="*/ 6 h 944"/>
                <a:gd name="T26" fmla="*/ 146 w 683"/>
                <a:gd name="T27" fmla="*/ 3 h 944"/>
                <a:gd name="T28" fmla="*/ 144 w 683"/>
                <a:gd name="T29" fmla="*/ 9 h 944"/>
                <a:gd name="T30" fmla="*/ 144 w 683"/>
                <a:gd name="T31" fmla="*/ 1 h 944"/>
                <a:gd name="T32" fmla="*/ 157 w 683"/>
                <a:gd name="T33" fmla="*/ 0 h 944"/>
                <a:gd name="T34" fmla="*/ 157 w 683"/>
                <a:gd name="T35" fmla="*/ 0 h 944"/>
                <a:gd name="T36" fmla="*/ 176 w 683"/>
                <a:gd name="T37" fmla="*/ 8 h 944"/>
                <a:gd name="T38" fmla="*/ 157 w 683"/>
                <a:gd name="T39" fmla="*/ 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83" h="944">
                  <a:moveTo>
                    <a:pt x="149" y="1"/>
                  </a:moveTo>
                  <a:lnTo>
                    <a:pt x="149" y="1"/>
                  </a:lnTo>
                  <a:lnTo>
                    <a:pt x="683" y="228"/>
                  </a:lnTo>
                  <a:lnTo>
                    <a:pt x="683" y="228"/>
                  </a:lnTo>
                  <a:lnTo>
                    <a:pt x="149" y="1"/>
                  </a:lnTo>
                  <a:moveTo>
                    <a:pt x="144" y="1"/>
                  </a:moveTo>
                  <a:lnTo>
                    <a:pt x="144" y="1"/>
                  </a:lnTo>
                  <a:lnTo>
                    <a:pt x="0" y="944"/>
                  </a:lnTo>
                  <a:lnTo>
                    <a:pt x="0" y="944"/>
                  </a:lnTo>
                  <a:lnTo>
                    <a:pt x="0" y="943"/>
                  </a:lnTo>
                  <a:lnTo>
                    <a:pt x="1" y="943"/>
                  </a:lnTo>
                  <a:lnTo>
                    <a:pt x="5" y="938"/>
                  </a:lnTo>
                  <a:lnTo>
                    <a:pt x="147" y="6"/>
                  </a:lnTo>
                  <a:lnTo>
                    <a:pt x="146" y="3"/>
                  </a:lnTo>
                  <a:lnTo>
                    <a:pt x="144" y="9"/>
                  </a:lnTo>
                  <a:lnTo>
                    <a:pt x="144" y="1"/>
                  </a:lnTo>
                  <a:moveTo>
                    <a:pt x="157" y="0"/>
                  </a:moveTo>
                  <a:lnTo>
                    <a:pt x="157" y="0"/>
                  </a:lnTo>
                  <a:lnTo>
                    <a:pt x="176" y="8"/>
                  </a:lnTo>
                  <a:lnTo>
                    <a:pt x="1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7" name="Freeform 641">
              <a:extLst>
                <a:ext uri="{FF2B5EF4-FFF2-40B4-BE49-F238E27FC236}">
                  <a16:creationId xmlns:a16="http://schemas.microsoft.com/office/drawing/2014/main" id="{4C85D2B5-4504-5CBA-094A-BF404FBC1062}"/>
                </a:ext>
              </a:extLst>
            </p:cNvPr>
            <p:cNvSpPr/>
            <p:nvPr/>
          </p:nvSpPr>
          <p:spPr bwMode="auto">
            <a:xfrm>
              <a:off x="2125726" y="4543462"/>
              <a:ext cx="850900" cy="361950"/>
            </a:xfrm>
            <a:custGeom>
              <a:avLst/>
              <a:gdLst>
                <a:gd name="T0" fmla="*/ 8 w 536"/>
                <a:gd name="T1" fmla="*/ 0 h 228"/>
                <a:gd name="T2" fmla="*/ 0 w 536"/>
                <a:gd name="T3" fmla="*/ 0 h 228"/>
                <a:gd name="T4" fmla="*/ 0 w 536"/>
                <a:gd name="T5" fmla="*/ 1 h 228"/>
                <a:gd name="T6" fmla="*/ 534 w 536"/>
                <a:gd name="T7" fmla="*/ 228 h 228"/>
                <a:gd name="T8" fmla="*/ 536 w 536"/>
                <a:gd name="T9" fmla="*/ 226 h 228"/>
                <a:gd name="T10" fmla="*/ 536 w 536"/>
                <a:gd name="T11" fmla="*/ 224 h 228"/>
                <a:gd name="T12" fmla="*/ 27 w 536"/>
                <a:gd name="T13" fmla="*/ 8 h 228"/>
                <a:gd name="T14" fmla="*/ 8 w 536"/>
                <a:gd name="T1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6" h="228">
                  <a:moveTo>
                    <a:pt x="8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34" y="228"/>
                  </a:lnTo>
                  <a:lnTo>
                    <a:pt x="536" y="226"/>
                  </a:lnTo>
                  <a:lnTo>
                    <a:pt x="536" y="224"/>
                  </a:lnTo>
                  <a:lnTo>
                    <a:pt x="27" y="8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8" name="Freeform 642">
              <a:extLst>
                <a:ext uri="{FF2B5EF4-FFF2-40B4-BE49-F238E27FC236}">
                  <a16:creationId xmlns:a16="http://schemas.microsoft.com/office/drawing/2014/main" id="{CDAE8248-0722-1C99-A903-2A49BC0A649F}"/>
                </a:ext>
              </a:extLst>
            </p:cNvPr>
            <p:cNvSpPr/>
            <p:nvPr/>
          </p:nvSpPr>
          <p:spPr bwMode="auto">
            <a:xfrm>
              <a:off x="2125726" y="4543462"/>
              <a:ext cx="850900" cy="361950"/>
            </a:xfrm>
            <a:custGeom>
              <a:avLst/>
              <a:gdLst>
                <a:gd name="T0" fmla="*/ 8 w 536"/>
                <a:gd name="T1" fmla="*/ 0 h 228"/>
                <a:gd name="T2" fmla="*/ 0 w 536"/>
                <a:gd name="T3" fmla="*/ 0 h 228"/>
                <a:gd name="T4" fmla="*/ 0 w 536"/>
                <a:gd name="T5" fmla="*/ 1 h 228"/>
                <a:gd name="T6" fmla="*/ 534 w 536"/>
                <a:gd name="T7" fmla="*/ 228 h 228"/>
                <a:gd name="T8" fmla="*/ 536 w 536"/>
                <a:gd name="T9" fmla="*/ 226 h 228"/>
                <a:gd name="T10" fmla="*/ 536 w 536"/>
                <a:gd name="T11" fmla="*/ 224 h 228"/>
                <a:gd name="T12" fmla="*/ 27 w 536"/>
                <a:gd name="T13" fmla="*/ 8 h 228"/>
                <a:gd name="T14" fmla="*/ 8 w 536"/>
                <a:gd name="T1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6" h="228">
                  <a:moveTo>
                    <a:pt x="8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34" y="228"/>
                  </a:lnTo>
                  <a:lnTo>
                    <a:pt x="536" y="226"/>
                  </a:lnTo>
                  <a:lnTo>
                    <a:pt x="536" y="224"/>
                  </a:lnTo>
                  <a:lnTo>
                    <a:pt x="27" y="8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9" name="Freeform 643">
              <a:extLst>
                <a:ext uri="{FF2B5EF4-FFF2-40B4-BE49-F238E27FC236}">
                  <a16:creationId xmlns:a16="http://schemas.microsoft.com/office/drawing/2014/main" id="{DB2A80F9-9A68-4C6E-B271-FF54F5E87C0E}"/>
                </a:ext>
              </a:extLst>
            </p:cNvPr>
            <p:cNvSpPr/>
            <p:nvPr/>
          </p:nvSpPr>
          <p:spPr bwMode="auto">
            <a:xfrm>
              <a:off x="2125726" y="4540287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0" name="Freeform 644">
              <a:extLst>
                <a:ext uri="{FF2B5EF4-FFF2-40B4-BE49-F238E27FC236}">
                  <a16:creationId xmlns:a16="http://schemas.microsoft.com/office/drawing/2014/main" id="{EC89053C-D4C9-C560-50D2-2F4801BB7171}"/>
                </a:ext>
              </a:extLst>
            </p:cNvPr>
            <p:cNvSpPr/>
            <p:nvPr/>
          </p:nvSpPr>
          <p:spPr bwMode="auto">
            <a:xfrm>
              <a:off x="2125726" y="4540287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1" name="Rectangle 645">
              <a:extLst>
                <a:ext uri="{FF2B5EF4-FFF2-40B4-BE49-F238E27FC236}">
                  <a16:creationId xmlns:a16="http://schemas.microsoft.com/office/drawing/2014/main" id="{A9033BB2-0346-4407-D02E-74ED1C2BC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2" name="Rectangle 646">
              <a:extLst>
                <a:ext uri="{FF2B5EF4-FFF2-40B4-BE49-F238E27FC236}">
                  <a16:creationId xmlns:a16="http://schemas.microsoft.com/office/drawing/2014/main" id="{1C9764FB-5853-6AB3-5DE5-E8200B847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3" name="Freeform 647">
              <a:extLst>
                <a:ext uri="{FF2B5EF4-FFF2-40B4-BE49-F238E27FC236}">
                  <a16:creationId xmlns:a16="http://schemas.microsoft.com/office/drawing/2014/main" id="{EA880199-7CAC-275C-D6AE-9E89BDF65938}"/>
                </a:ext>
              </a:extLst>
            </p:cNvPr>
            <p:cNvSpPr/>
            <p:nvPr/>
          </p:nvSpPr>
          <p:spPr bwMode="auto">
            <a:xfrm>
              <a:off x="2125726" y="4537112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4" name="Freeform 648">
              <a:extLst>
                <a:ext uri="{FF2B5EF4-FFF2-40B4-BE49-F238E27FC236}">
                  <a16:creationId xmlns:a16="http://schemas.microsoft.com/office/drawing/2014/main" id="{5510A210-2246-C682-D989-E909E520A5D5}"/>
                </a:ext>
              </a:extLst>
            </p:cNvPr>
            <p:cNvSpPr/>
            <p:nvPr/>
          </p:nvSpPr>
          <p:spPr bwMode="auto">
            <a:xfrm>
              <a:off x="2125726" y="4537112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5" name="Freeform 649">
              <a:extLst>
                <a:ext uri="{FF2B5EF4-FFF2-40B4-BE49-F238E27FC236}">
                  <a16:creationId xmlns:a16="http://schemas.microsoft.com/office/drawing/2014/main" id="{45436315-95A9-9DDF-B28B-13696807C12C}"/>
                </a:ext>
              </a:extLst>
            </p:cNvPr>
            <p:cNvSpPr/>
            <p:nvPr/>
          </p:nvSpPr>
          <p:spPr bwMode="auto">
            <a:xfrm>
              <a:off x="2120964" y="4543462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6" name="Freeform 650">
              <a:extLst>
                <a:ext uri="{FF2B5EF4-FFF2-40B4-BE49-F238E27FC236}">
                  <a16:creationId xmlns:a16="http://schemas.microsoft.com/office/drawing/2014/main" id="{E91ADF7A-A8B5-8C4E-C8FA-E754BBC12A43}"/>
                </a:ext>
              </a:extLst>
            </p:cNvPr>
            <p:cNvSpPr/>
            <p:nvPr/>
          </p:nvSpPr>
          <p:spPr bwMode="auto">
            <a:xfrm>
              <a:off x="2120964" y="4543462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7" name="Freeform 651">
              <a:extLst>
                <a:ext uri="{FF2B5EF4-FFF2-40B4-BE49-F238E27FC236}">
                  <a16:creationId xmlns:a16="http://schemas.microsoft.com/office/drawing/2014/main" id="{08650C9C-2AAA-5F85-C45E-0FA31D41AB27}"/>
                </a:ext>
              </a:extLst>
            </p:cNvPr>
            <p:cNvSpPr/>
            <p:nvPr/>
          </p:nvSpPr>
          <p:spPr bwMode="auto">
            <a:xfrm>
              <a:off x="212413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8" name="Freeform 652">
              <a:extLst>
                <a:ext uri="{FF2B5EF4-FFF2-40B4-BE49-F238E27FC236}">
                  <a16:creationId xmlns:a16="http://schemas.microsoft.com/office/drawing/2014/main" id="{0B812E5F-553D-7AFB-8ED6-20F8175CD8D5}"/>
                </a:ext>
              </a:extLst>
            </p:cNvPr>
            <p:cNvSpPr/>
            <p:nvPr/>
          </p:nvSpPr>
          <p:spPr bwMode="auto">
            <a:xfrm>
              <a:off x="212413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9" name="Freeform 653">
              <a:extLst>
                <a:ext uri="{FF2B5EF4-FFF2-40B4-BE49-F238E27FC236}">
                  <a16:creationId xmlns:a16="http://schemas.microsoft.com/office/drawing/2014/main" id="{6E6D682F-61AA-6F71-1D9C-D759E3B87DE3}"/>
                </a:ext>
              </a:extLst>
            </p:cNvPr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0" name="Freeform 654">
              <a:extLst>
                <a:ext uri="{FF2B5EF4-FFF2-40B4-BE49-F238E27FC236}">
                  <a16:creationId xmlns:a16="http://schemas.microsoft.com/office/drawing/2014/main" id="{A66E0447-52F7-B65D-4DED-76B7DED4857C}"/>
                </a:ext>
              </a:extLst>
            </p:cNvPr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1" name="Rectangle 655">
              <a:extLst>
                <a:ext uri="{FF2B5EF4-FFF2-40B4-BE49-F238E27FC236}">
                  <a16:creationId xmlns:a16="http://schemas.microsoft.com/office/drawing/2014/main" id="{81883C0F-0AEC-3511-01BD-EB5BB49F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2" name="Rectangle 656">
              <a:extLst>
                <a:ext uri="{FF2B5EF4-FFF2-40B4-BE49-F238E27FC236}">
                  <a16:creationId xmlns:a16="http://schemas.microsoft.com/office/drawing/2014/main" id="{4EDFA13A-B2F5-572C-675D-9F13D3597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3" name="Rectangle 657">
              <a:extLst>
                <a:ext uri="{FF2B5EF4-FFF2-40B4-BE49-F238E27FC236}">
                  <a16:creationId xmlns:a16="http://schemas.microsoft.com/office/drawing/2014/main" id="{E736104E-2ECB-FF80-E038-8BC96584C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4" name="Rectangle 658">
              <a:extLst>
                <a:ext uri="{FF2B5EF4-FFF2-40B4-BE49-F238E27FC236}">
                  <a16:creationId xmlns:a16="http://schemas.microsoft.com/office/drawing/2014/main" id="{9A7FC09A-A3AD-7959-3686-721B09232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5" name="Rectangle 659">
              <a:extLst>
                <a:ext uri="{FF2B5EF4-FFF2-40B4-BE49-F238E27FC236}">
                  <a16:creationId xmlns:a16="http://schemas.microsoft.com/office/drawing/2014/main" id="{47D0EBF1-D2D9-B10C-8D78-C2FDDAD0D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028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6" name="Rectangle 660">
              <a:extLst>
                <a:ext uri="{FF2B5EF4-FFF2-40B4-BE49-F238E27FC236}">
                  <a16:creationId xmlns:a16="http://schemas.microsoft.com/office/drawing/2014/main" id="{14FB62BE-6254-F099-2D0F-5FE7A2F90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028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7" name="Rectangle 661">
              <a:extLst>
                <a:ext uri="{FF2B5EF4-FFF2-40B4-BE49-F238E27FC236}">
                  <a16:creationId xmlns:a16="http://schemas.microsoft.com/office/drawing/2014/main" id="{E03434D0-DF14-7C5A-35B0-FB7F2D634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726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8" name="Rectangle 662">
              <a:extLst>
                <a:ext uri="{FF2B5EF4-FFF2-40B4-BE49-F238E27FC236}">
                  <a16:creationId xmlns:a16="http://schemas.microsoft.com/office/drawing/2014/main" id="{ADA604C6-D31A-0C06-D7E0-61CCCFA84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726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9" name="Freeform 663">
              <a:extLst>
                <a:ext uri="{FF2B5EF4-FFF2-40B4-BE49-F238E27FC236}">
                  <a16:creationId xmlns:a16="http://schemas.microsoft.com/office/drawing/2014/main" id="{B9E597AB-0833-D8D1-128F-FD5204694BF1}"/>
                </a:ext>
              </a:extLst>
            </p:cNvPr>
            <p:cNvSpPr/>
            <p:nvPr/>
          </p:nvSpPr>
          <p:spPr bwMode="auto">
            <a:xfrm flipH="1">
              <a:off x="2125726" y="4538700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0" name="Freeform 664">
              <a:extLst>
                <a:ext uri="{FF2B5EF4-FFF2-40B4-BE49-F238E27FC236}">
                  <a16:creationId xmlns:a16="http://schemas.microsoft.com/office/drawing/2014/main" id="{C26FA8E4-D594-5FCD-B56E-B029CFF47FCC}"/>
                </a:ext>
              </a:extLst>
            </p:cNvPr>
            <p:cNvSpPr/>
            <p:nvPr/>
          </p:nvSpPr>
          <p:spPr bwMode="auto">
            <a:xfrm flipH="1">
              <a:off x="2125726" y="4538700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1" name="Freeform 665">
              <a:extLst>
                <a:ext uri="{FF2B5EF4-FFF2-40B4-BE49-F238E27FC236}">
                  <a16:creationId xmlns:a16="http://schemas.microsoft.com/office/drawing/2014/main" id="{A8D6D4D5-7520-BC06-40C9-0E8CCEE789F2}"/>
                </a:ext>
              </a:extLst>
            </p:cNvPr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2" name="Freeform 666">
              <a:extLst>
                <a:ext uri="{FF2B5EF4-FFF2-40B4-BE49-F238E27FC236}">
                  <a16:creationId xmlns:a16="http://schemas.microsoft.com/office/drawing/2014/main" id="{EB1B421C-DF98-0C04-5B5C-EB07C6A78D71}"/>
                </a:ext>
              </a:extLst>
            </p:cNvPr>
            <p:cNvSpPr/>
            <p:nvPr/>
          </p:nvSpPr>
          <p:spPr bwMode="auto">
            <a:xfrm>
              <a:off x="2124139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3" name="Freeform 667">
              <a:extLst>
                <a:ext uri="{FF2B5EF4-FFF2-40B4-BE49-F238E27FC236}">
                  <a16:creationId xmlns:a16="http://schemas.microsoft.com/office/drawing/2014/main" id="{171AEC8F-642D-D094-7EAD-996B3E946B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7789" y="4538700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4" name="Freeform 668">
              <a:extLst>
                <a:ext uri="{FF2B5EF4-FFF2-40B4-BE49-F238E27FC236}">
                  <a16:creationId xmlns:a16="http://schemas.microsoft.com/office/drawing/2014/main" id="{AB386EB4-4758-EA6A-B26F-37350BE34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7789" y="4538700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5" name="Freeform 669">
              <a:extLst>
                <a:ext uri="{FF2B5EF4-FFF2-40B4-BE49-F238E27FC236}">
                  <a16:creationId xmlns:a16="http://schemas.microsoft.com/office/drawing/2014/main" id="{C1BB8C61-77C5-A42D-2ECC-057D39EF4C31}"/>
                </a:ext>
              </a:extLst>
            </p:cNvPr>
            <p:cNvSpPr/>
            <p:nvPr/>
          </p:nvSpPr>
          <p:spPr bwMode="auto">
            <a:xfrm>
              <a:off x="2976626" y="4899062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6" name="Freeform 670">
              <a:extLst>
                <a:ext uri="{FF2B5EF4-FFF2-40B4-BE49-F238E27FC236}">
                  <a16:creationId xmlns:a16="http://schemas.microsoft.com/office/drawing/2014/main" id="{3233DCE3-786C-0FAB-C469-2406454CC7E3}"/>
                </a:ext>
              </a:extLst>
            </p:cNvPr>
            <p:cNvSpPr/>
            <p:nvPr/>
          </p:nvSpPr>
          <p:spPr bwMode="auto">
            <a:xfrm>
              <a:off x="2976626" y="4899062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7" name="Freeform 671">
              <a:extLst>
                <a:ext uri="{FF2B5EF4-FFF2-40B4-BE49-F238E27FC236}">
                  <a16:creationId xmlns:a16="http://schemas.microsoft.com/office/drawing/2014/main" id="{3A685F04-23EC-2D63-0CAE-31FB966307AC}"/>
                </a:ext>
              </a:extLst>
            </p:cNvPr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8" name="Freeform 672">
              <a:extLst>
                <a:ext uri="{FF2B5EF4-FFF2-40B4-BE49-F238E27FC236}">
                  <a16:creationId xmlns:a16="http://schemas.microsoft.com/office/drawing/2014/main" id="{56655B20-813B-D078-A653-36C5E7C1FFA0}"/>
                </a:ext>
              </a:extLst>
            </p:cNvPr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9" name="Freeform 673">
              <a:extLst>
                <a:ext uri="{FF2B5EF4-FFF2-40B4-BE49-F238E27FC236}">
                  <a16:creationId xmlns:a16="http://schemas.microsoft.com/office/drawing/2014/main" id="{F6BEBC84-EFE0-0899-68E3-D81BCC91FC74}"/>
                </a:ext>
              </a:extLst>
            </p:cNvPr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0" name="Freeform 674">
              <a:extLst>
                <a:ext uri="{FF2B5EF4-FFF2-40B4-BE49-F238E27FC236}">
                  <a16:creationId xmlns:a16="http://schemas.microsoft.com/office/drawing/2014/main" id="{9BBDD533-F3D1-B322-DBD1-D5C58F235470}"/>
                </a:ext>
              </a:extLst>
            </p:cNvPr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1" name="Freeform 675">
              <a:extLst>
                <a:ext uri="{FF2B5EF4-FFF2-40B4-BE49-F238E27FC236}">
                  <a16:creationId xmlns:a16="http://schemas.microsoft.com/office/drawing/2014/main" id="{DAE5253C-9721-FD83-64A3-88D1A9E9EC7D}"/>
                </a:ext>
              </a:extLst>
            </p:cNvPr>
            <p:cNvSpPr/>
            <p:nvPr/>
          </p:nvSpPr>
          <p:spPr bwMode="auto">
            <a:xfrm>
              <a:off x="2117789" y="454346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2" name="Freeform 676">
              <a:extLst>
                <a:ext uri="{FF2B5EF4-FFF2-40B4-BE49-F238E27FC236}">
                  <a16:creationId xmlns:a16="http://schemas.microsoft.com/office/drawing/2014/main" id="{48ED7466-D5AD-3CFC-3509-8985C3937D8E}"/>
                </a:ext>
              </a:extLst>
            </p:cNvPr>
            <p:cNvSpPr/>
            <p:nvPr/>
          </p:nvSpPr>
          <p:spPr bwMode="auto">
            <a:xfrm>
              <a:off x="2117789" y="454346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3" name="Freeform 677">
              <a:extLst>
                <a:ext uri="{FF2B5EF4-FFF2-40B4-BE49-F238E27FC236}">
                  <a16:creationId xmlns:a16="http://schemas.microsoft.com/office/drawing/2014/main" id="{094A11AB-9A8C-11B5-004F-B59A908BAE88}"/>
                </a:ext>
              </a:extLst>
            </p:cNvPr>
            <p:cNvSpPr/>
            <p:nvPr/>
          </p:nvSpPr>
          <p:spPr bwMode="auto">
            <a:xfrm>
              <a:off x="211778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4" name="Freeform 678">
              <a:extLst>
                <a:ext uri="{FF2B5EF4-FFF2-40B4-BE49-F238E27FC236}">
                  <a16:creationId xmlns:a16="http://schemas.microsoft.com/office/drawing/2014/main" id="{B3829CAC-D18F-23EE-185A-315D4C38AEE9}"/>
                </a:ext>
              </a:extLst>
            </p:cNvPr>
            <p:cNvSpPr/>
            <p:nvPr/>
          </p:nvSpPr>
          <p:spPr bwMode="auto">
            <a:xfrm>
              <a:off x="2117789" y="454346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5" name="Rectangle 679">
              <a:extLst>
                <a:ext uri="{FF2B5EF4-FFF2-40B4-BE49-F238E27FC236}">
                  <a16:creationId xmlns:a16="http://schemas.microsoft.com/office/drawing/2014/main" id="{B12AC67C-5823-D372-9F12-0EA54A137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726" y="45371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6" name="Rectangle 680">
              <a:extLst>
                <a:ext uri="{FF2B5EF4-FFF2-40B4-BE49-F238E27FC236}">
                  <a16:creationId xmlns:a16="http://schemas.microsoft.com/office/drawing/2014/main" id="{D2E9B426-E9F4-338D-50D4-31A8D626E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726" y="45371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7" name="Freeform 681">
              <a:extLst>
                <a:ext uri="{FF2B5EF4-FFF2-40B4-BE49-F238E27FC236}">
                  <a16:creationId xmlns:a16="http://schemas.microsoft.com/office/drawing/2014/main" id="{55042FA4-FE43-F33D-0E18-6BBB01A8A6FE}"/>
                </a:ext>
              </a:extLst>
            </p:cNvPr>
            <p:cNvSpPr/>
            <p:nvPr/>
          </p:nvSpPr>
          <p:spPr bwMode="auto">
            <a:xfrm>
              <a:off x="2119376" y="4543462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8" name="Freeform 682">
              <a:extLst>
                <a:ext uri="{FF2B5EF4-FFF2-40B4-BE49-F238E27FC236}">
                  <a16:creationId xmlns:a16="http://schemas.microsoft.com/office/drawing/2014/main" id="{31F8D714-165A-EDB6-0D7B-E5FFD9D25416}"/>
                </a:ext>
              </a:extLst>
            </p:cNvPr>
            <p:cNvSpPr/>
            <p:nvPr/>
          </p:nvSpPr>
          <p:spPr bwMode="auto">
            <a:xfrm>
              <a:off x="2119376" y="4543462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9" name="Freeform 683">
              <a:extLst>
                <a:ext uri="{FF2B5EF4-FFF2-40B4-BE49-F238E27FC236}">
                  <a16:creationId xmlns:a16="http://schemas.microsoft.com/office/drawing/2014/main" id="{2FA7AA52-5FBE-C246-F4B7-445E4F1DE7C8}"/>
                </a:ext>
              </a:extLst>
            </p:cNvPr>
            <p:cNvSpPr/>
            <p:nvPr/>
          </p:nvSpPr>
          <p:spPr bwMode="auto">
            <a:xfrm>
              <a:off x="2120964" y="4543462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0" name="Freeform 684">
              <a:extLst>
                <a:ext uri="{FF2B5EF4-FFF2-40B4-BE49-F238E27FC236}">
                  <a16:creationId xmlns:a16="http://schemas.microsoft.com/office/drawing/2014/main" id="{8DB3E02D-548F-0B42-C1EB-8CDB64FD02CD}"/>
                </a:ext>
              </a:extLst>
            </p:cNvPr>
            <p:cNvSpPr/>
            <p:nvPr/>
          </p:nvSpPr>
          <p:spPr bwMode="auto">
            <a:xfrm>
              <a:off x="2120964" y="4543462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1" name="Rectangle 685">
              <a:extLst>
                <a:ext uri="{FF2B5EF4-FFF2-40B4-BE49-F238E27FC236}">
                  <a16:creationId xmlns:a16="http://schemas.microsoft.com/office/drawing/2014/main" id="{22C06546-F328-82DF-709B-6C543283C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2" name="Rectangle 686">
              <a:extLst>
                <a:ext uri="{FF2B5EF4-FFF2-40B4-BE49-F238E27FC236}">
                  <a16:creationId xmlns:a16="http://schemas.microsoft.com/office/drawing/2014/main" id="{616FDB3F-0A75-A86F-AC5D-69691CA4D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3" name="Rectangle 687">
              <a:extLst>
                <a:ext uri="{FF2B5EF4-FFF2-40B4-BE49-F238E27FC236}">
                  <a16:creationId xmlns:a16="http://schemas.microsoft.com/office/drawing/2014/main" id="{0BD88FE0-95F1-45F0-51D7-DA08D8959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4" name="Rectangle 688">
              <a:extLst>
                <a:ext uri="{FF2B5EF4-FFF2-40B4-BE49-F238E27FC236}">
                  <a16:creationId xmlns:a16="http://schemas.microsoft.com/office/drawing/2014/main" id="{4C2ADE0A-302A-23A2-6A94-576C5B75C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5" name="Rectangle 689">
              <a:extLst>
                <a:ext uri="{FF2B5EF4-FFF2-40B4-BE49-F238E27FC236}">
                  <a16:creationId xmlns:a16="http://schemas.microsoft.com/office/drawing/2014/main" id="{861BD6F1-F3D5-C0EB-7BB9-234B63C72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6" name="Rectangle 690">
              <a:extLst>
                <a:ext uri="{FF2B5EF4-FFF2-40B4-BE49-F238E27FC236}">
                  <a16:creationId xmlns:a16="http://schemas.microsoft.com/office/drawing/2014/main" id="{752D2E5D-8C8E-8495-AE12-E826EE1E0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7" name="Rectangle 691">
              <a:extLst>
                <a:ext uri="{FF2B5EF4-FFF2-40B4-BE49-F238E27FC236}">
                  <a16:creationId xmlns:a16="http://schemas.microsoft.com/office/drawing/2014/main" id="{99A65826-21C6-AF94-C177-CED24ABE4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551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8" name="Freeform 692">
              <a:extLst>
                <a:ext uri="{FF2B5EF4-FFF2-40B4-BE49-F238E27FC236}">
                  <a16:creationId xmlns:a16="http://schemas.microsoft.com/office/drawing/2014/main" id="{3F1A0676-43ED-F3B8-9D0D-BC8A902D57D5}"/>
                </a:ext>
              </a:extLst>
            </p:cNvPr>
            <p:cNvSpPr/>
            <p:nvPr/>
          </p:nvSpPr>
          <p:spPr bwMode="auto">
            <a:xfrm flipH="1">
              <a:off x="2122551" y="45434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9" name="Rectangle 693">
              <a:extLst>
                <a:ext uri="{FF2B5EF4-FFF2-40B4-BE49-F238E27FC236}">
                  <a16:creationId xmlns:a16="http://schemas.microsoft.com/office/drawing/2014/main" id="{DDC1EE01-DFEE-0C53-C77D-329273375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0" name="Rectangle 694">
              <a:extLst>
                <a:ext uri="{FF2B5EF4-FFF2-40B4-BE49-F238E27FC236}">
                  <a16:creationId xmlns:a16="http://schemas.microsoft.com/office/drawing/2014/main" id="{FE3697A9-A14A-6AD0-FE73-32070D202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1" name="Rectangle 695">
              <a:extLst>
                <a:ext uri="{FF2B5EF4-FFF2-40B4-BE49-F238E27FC236}">
                  <a16:creationId xmlns:a16="http://schemas.microsoft.com/office/drawing/2014/main" id="{7205F785-1311-345B-B087-CB695677D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2" name="Rectangle 696">
              <a:extLst>
                <a:ext uri="{FF2B5EF4-FFF2-40B4-BE49-F238E27FC236}">
                  <a16:creationId xmlns:a16="http://schemas.microsoft.com/office/drawing/2014/main" id="{F0D3AD68-246E-E852-C878-6F531DE8B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789" y="454187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3" name="Freeform 697">
              <a:extLst>
                <a:ext uri="{FF2B5EF4-FFF2-40B4-BE49-F238E27FC236}">
                  <a16:creationId xmlns:a16="http://schemas.microsoft.com/office/drawing/2014/main" id="{E4FEFA67-079E-A67A-6BB6-1F27CC683473}"/>
                </a:ext>
              </a:extLst>
            </p:cNvPr>
            <p:cNvSpPr/>
            <p:nvPr/>
          </p:nvSpPr>
          <p:spPr bwMode="auto">
            <a:xfrm>
              <a:off x="2117789" y="454028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4" name="Freeform 698">
              <a:extLst>
                <a:ext uri="{FF2B5EF4-FFF2-40B4-BE49-F238E27FC236}">
                  <a16:creationId xmlns:a16="http://schemas.microsoft.com/office/drawing/2014/main" id="{C46C6BBE-5E92-2000-18BE-C8EEC15DF994}"/>
                </a:ext>
              </a:extLst>
            </p:cNvPr>
            <p:cNvSpPr/>
            <p:nvPr/>
          </p:nvSpPr>
          <p:spPr bwMode="auto">
            <a:xfrm>
              <a:off x="2117789" y="454028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5" name="Freeform 699">
              <a:extLst>
                <a:ext uri="{FF2B5EF4-FFF2-40B4-BE49-F238E27FC236}">
                  <a16:creationId xmlns:a16="http://schemas.microsoft.com/office/drawing/2014/main" id="{CCF64404-D3B7-110B-C58E-AAE176DFB402}"/>
                </a:ext>
              </a:extLst>
            </p:cNvPr>
            <p:cNvSpPr/>
            <p:nvPr/>
          </p:nvSpPr>
          <p:spPr bwMode="auto">
            <a:xfrm flipH="1">
              <a:off x="2125726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6" name="Freeform 700">
              <a:extLst>
                <a:ext uri="{FF2B5EF4-FFF2-40B4-BE49-F238E27FC236}">
                  <a16:creationId xmlns:a16="http://schemas.microsoft.com/office/drawing/2014/main" id="{1B28F4ED-8283-7A4A-3AC1-1D66FC419706}"/>
                </a:ext>
              </a:extLst>
            </p:cNvPr>
            <p:cNvSpPr/>
            <p:nvPr/>
          </p:nvSpPr>
          <p:spPr bwMode="auto">
            <a:xfrm flipH="1">
              <a:off x="2125726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7" name="Freeform 701">
              <a:extLst>
                <a:ext uri="{FF2B5EF4-FFF2-40B4-BE49-F238E27FC236}">
                  <a16:creationId xmlns:a16="http://schemas.microsoft.com/office/drawing/2014/main" id="{6F76CA2F-FE8C-34F0-F71D-7C0889F08120}"/>
                </a:ext>
              </a:extLst>
            </p:cNvPr>
            <p:cNvSpPr/>
            <p:nvPr/>
          </p:nvSpPr>
          <p:spPr bwMode="auto">
            <a:xfrm>
              <a:off x="2122551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8" name="Freeform 702">
              <a:extLst>
                <a:ext uri="{FF2B5EF4-FFF2-40B4-BE49-F238E27FC236}">
                  <a16:creationId xmlns:a16="http://schemas.microsoft.com/office/drawing/2014/main" id="{F413B745-DE69-51A2-E01C-81D09C3914D2}"/>
                </a:ext>
              </a:extLst>
            </p:cNvPr>
            <p:cNvSpPr/>
            <p:nvPr/>
          </p:nvSpPr>
          <p:spPr bwMode="auto">
            <a:xfrm>
              <a:off x="2122551" y="454187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9" name="Rectangle 703">
              <a:extLst>
                <a:ext uri="{FF2B5EF4-FFF2-40B4-BE49-F238E27FC236}">
                  <a16:creationId xmlns:a16="http://schemas.microsoft.com/office/drawing/2014/main" id="{948A26F8-DC65-5937-C226-8A84E79C4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0" name="Rectangle 704">
              <a:extLst>
                <a:ext uri="{FF2B5EF4-FFF2-40B4-BE49-F238E27FC236}">
                  <a16:creationId xmlns:a16="http://schemas.microsoft.com/office/drawing/2014/main" id="{C9CA527D-F95E-6807-BBBA-ADFA98573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376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1" name="Rectangle 705">
              <a:extLst>
                <a:ext uri="{FF2B5EF4-FFF2-40B4-BE49-F238E27FC236}">
                  <a16:creationId xmlns:a16="http://schemas.microsoft.com/office/drawing/2014/main" id="{45D9E99B-EFC6-7D7D-F406-1D01566E6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964" y="45434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2" name="Freeform 706">
              <a:extLst>
                <a:ext uri="{FF2B5EF4-FFF2-40B4-BE49-F238E27FC236}">
                  <a16:creationId xmlns:a16="http://schemas.microsoft.com/office/drawing/2014/main" id="{5BB47E13-62AF-35AA-3FC2-5F65555ED7BC}"/>
                </a:ext>
              </a:extLst>
            </p:cNvPr>
            <p:cNvSpPr/>
            <p:nvPr/>
          </p:nvSpPr>
          <p:spPr bwMode="auto">
            <a:xfrm>
              <a:off x="2120964" y="4543462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3" name="Freeform 707">
              <a:extLst>
                <a:ext uri="{FF2B5EF4-FFF2-40B4-BE49-F238E27FC236}">
                  <a16:creationId xmlns:a16="http://schemas.microsoft.com/office/drawing/2014/main" id="{FFEA9E2F-5DB8-6A7C-47EB-0DC7D18405FD}"/>
                </a:ext>
              </a:extLst>
            </p:cNvPr>
            <p:cNvSpPr/>
            <p:nvPr/>
          </p:nvSpPr>
          <p:spPr bwMode="auto">
            <a:xfrm>
              <a:off x="2119376" y="4541875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4" name="Freeform 708">
              <a:extLst>
                <a:ext uri="{FF2B5EF4-FFF2-40B4-BE49-F238E27FC236}">
                  <a16:creationId xmlns:a16="http://schemas.microsoft.com/office/drawing/2014/main" id="{EFD9B9B6-C932-2E00-BD5A-41C8F2EC3F85}"/>
                </a:ext>
              </a:extLst>
            </p:cNvPr>
            <p:cNvSpPr/>
            <p:nvPr/>
          </p:nvSpPr>
          <p:spPr bwMode="auto">
            <a:xfrm>
              <a:off x="2119376" y="4541875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5" name="Freeform 709">
              <a:extLst>
                <a:ext uri="{FF2B5EF4-FFF2-40B4-BE49-F238E27FC236}">
                  <a16:creationId xmlns:a16="http://schemas.microsoft.com/office/drawing/2014/main" id="{59958627-11D4-AD0F-2F8A-3E9C6ED764AB}"/>
                </a:ext>
              </a:extLst>
            </p:cNvPr>
            <p:cNvSpPr/>
            <p:nvPr/>
          </p:nvSpPr>
          <p:spPr bwMode="auto">
            <a:xfrm>
              <a:off x="2117789" y="4538700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6" name="Freeform 710">
              <a:extLst>
                <a:ext uri="{FF2B5EF4-FFF2-40B4-BE49-F238E27FC236}">
                  <a16:creationId xmlns:a16="http://schemas.microsoft.com/office/drawing/2014/main" id="{921C23AF-AFB8-5264-5688-55076F6D6657}"/>
                </a:ext>
              </a:extLst>
            </p:cNvPr>
            <p:cNvSpPr/>
            <p:nvPr/>
          </p:nvSpPr>
          <p:spPr bwMode="auto">
            <a:xfrm>
              <a:off x="2117789" y="4538700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7" name="Freeform 711">
              <a:extLst>
                <a:ext uri="{FF2B5EF4-FFF2-40B4-BE49-F238E27FC236}">
                  <a16:creationId xmlns:a16="http://schemas.microsoft.com/office/drawing/2014/main" id="{347ABD09-DE76-6B6E-EE8E-148DDE874C9A}"/>
                </a:ext>
              </a:extLst>
            </p:cNvPr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8" name="Freeform 712">
              <a:extLst>
                <a:ext uri="{FF2B5EF4-FFF2-40B4-BE49-F238E27FC236}">
                  <a16:creationId xmlns:a16="http://schemas.microsoft.com/office/drawing/2014/main" id="{588F7868-3A61-BAEE-0A18-40FB44ACB321}"/>
                </a:ext>
              </a:extLst>
            </p:cNvPr>
            <p:cNvSpPr/>
            <p:nvPr/>
          </p:nvSpPr>
          <p:spPr bwMode="auto">
            <a:xfrm flipH="1">
              <a:off x="2117789" y="453870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9" name="Freeform 713">
              <a:extLst>
                <a:ext uri="{FF2B5EF4-FFF2-40B4-BE49-F238E27FC236}">
                  <a16:creationId xmlns:a16="http://schemas.microsoft.com/office/drawing/2014/main" id="{4A7B85CA-080B-024D-1157-0AF50A4EB3AE}"/>
                </a:ext>
              </a:extLst>
            </p:cNvPr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0" name="Freeform 714">
              <a:extLst>
                <a:ext uri="{FF2B5EF4-FFF2-40B4-BE49-F238E27FC236}">
                  <a16:creationId xmlns:a16="http://schemas.microsoft.com/office/drawing/2014/main" id="{6F7DDA73-761F-863B-B378-2D2758FE7936}"/>
                </a:ext>
              </a:extLst>
            </p:cNvPr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1" name="Freeform 715">
              <a:extLst>
                <a:ext uri="{FF2B5EF4-FFF2-40B4-BE49-F238E27FC236}">
                  <a16:creationId xmlns:a16="http://schemas.microsoft.com/office/drawing/2014/main" id="{E45E87A8-E450-C167-3EAF-882D3523C56C}"/>
                </a:ext>
              </a:extLst>
            </p:cNvPr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2" name="Freeform 716">
              <a:extLst>
                <a:ext uri="{FF2B5EF4-FFF2-40B4-BE49-F238E27FC236}">
                  <a16:creationId xmlns:a16="http://schemas.microsoft.com/office/drawing/2014/main" id="{B5735F8A-D2A9-FCC6-C4E6-F2393E5B3C94}"/>
                </a:ext>
              </a:extLst>
            </p:cNvPr>
            <p:cNvSpPr/>
            <p:nvPr/>
          </p:nvSpPr>
          <p:spPr bwMode="auto">
            <a:xfrm>
              <a:off x="2124139" y="453711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3" name="Rectangle 717">
              <a:extLst>
                <a:ext uri="{FF2B5EF4-FFF2-40B4-BE49-F238E27FC236}">
                  <a16:creationId xmlns:a16="http://schemas.microsoft.com/office/drawing/2014/main" id="{1824A857-445D-DEA7-6760-37E7A3709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726" y="45387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4" name="Freeform 718">
              <a:extLst>
                <a:ext uri="{FF2B5EF4-FFF2-40B4-BE49-F238E27FC236}">
                  <a16:creationId xmlns:a16="http://schemas.microsoft.com/office/drawing/2014/main" id="{1A491B8C-0DC6-37A4-F809-386B197941D4}"/>
                </a:ext>
              </a:extLst>
            </p:cNvPr>
            <p:cNvSpPr/>
            <p:nvPr/>
          </p:nvSpPr>
          <p:spPr bwMode="auto">
            <a:xfrm flipH="1">
              <a:off x="2125726" y="453870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5" name="Freeform 719">
              <a:extLst>
                <a:ext uri="{FF2B5EF4-FFF2-40B4-BE49-F238E27FC236}">
                  <a16:creationId xmlns:a16="http://schemas.microsoft.com/office/drawing/2014/main" id="{8F87B1F9-B69C-DB63-1FC7-0B9AAF4E3E59}"/>
                </a:ext>
              </a:extLst>
            </p:cNvPr>
            <p:cNvSpPr/>
            <p:nvPr/>
          </p:nvSpPr>
          <p:spPr bwMode="auto">
            <a:xfrm>
              <a:off x="2117789" y="45339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6" name="Freeform 720">
              <a:extLst>
                <a:ext uri="{FF2B5EF4-FFF2-40B4-BE49-F238E27FC236}">
                  <a16:creationId xmlns:a16="http://schemas.microsoft.com/office/drawing/2014/main" id="{31BAF188-1176-0A76-6F99-430CE798164F}"/>
                </a:ext>
              </a:extLst>
            </p:cNvPr>
            <p:cNvSpPr/>
            <p:nvPr/>
          </p:nvSpPr>
          <p:spPr bwMode="auto">
            <a:xfrm>
              <a:off x="2117789" y="45339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7" name="Freeform 721">
              <a:extLst>
                <a:ext uri="{FF2B5EF4-FFF2-40B4-BE49-F238E27FC236}">
                  <a16:creationId xmlns:a16="http://schemas.microsoft.com/office/drawing/2014/main" id="{D6EC8FBE-9C4C-FE2B-3396-B45885EE4B31}"/>
                </a:ext>
              </a:extLst>
            </p:cNvPr>
            <p:cNvSpPr/>
            <p:nvPr/>
          </p:nvSpPr>
          <p:spPr bwMode="auto">
            <a:xfrm>
              <a:off x="2117789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8" name="Freeform 722">
              <a:extLst>
                <a:ext uri="{FF2B5EF4-FFF2-40B4-BE49-F238E27FC236}">
                  <a16:creationId xmlns:a16="http://schemas.microsoft.com/office/drawing/2014/main" id="{CB1C4E2F-FAEE-D9A9-AFB1-2EE0C5238529}"/>
                </a:ext>
              </a:extLst>
            </p:cNvPr>
            <p:cNvSpPr/>
            <p:nvPr/>
          </p:nvSpPr>
          <p:spPr bwMode="auto">
            <a:xfrm>
              <a:off x="2117789" y="4535525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9" name="Freeform 723">
              <a:extLst>
                <a:ext uri="{FF2B5EF4-FFF2-40B4-BE49-F238E27FC236}">
                  <a16:creationId xmlns:a16="http://schemas.microsoft.com/office/drawing/2014/main" id="{9F3C5ED2-408F-65D8-35AE-0A347C75E553}"/>
                </a:ext>
              </a:extLst>
            </p:cNvPr>
            <p:cNvSpPr/>
            <p:nvPr/>
          </p:nvSpPr>
          <p:spPr bwMode="auto">
            <a:xfrm>
              <a:off x="2117789" y="45355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0" name="Freeform 724">
              <a:extLst>
                <a:ext uri="{FF2B5EF4-FFF2-40B4-BE49-F238E27FC236}">
                  <a16:creationId xmlns:a16="http://schemas.microsoft.com/office/drawing/2014/main" id="{2A70771C-0C6B-2E95-DC88-92B7B0487566}"/>
                </a:ext>
              </a:extLst>
            </p:cNvPr>
            <p:cNvSpPr/>
            <p:nvPr/>
          </p:nvSpPr>
          <p:spPr bwMode="auto">
            <a:xfrm>
              <a:off x="2117789" y="45355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1" name="Freeform 725">
              <a:extLst>
                <a:ext uri="{FF2B5EF4-FFF2-40B4-BE49-F238E27FC236}">
                  <a16:creationId xmlns:a16="http://schemas.microsoft.com/office/drawing/2014/main" id="{7F67C174-9083-0B26-ECB3-89CDE9E084F4}"/>
                </a:ext>
              </a:extLst>
            </p:cNvPr>
            <p:cNvSpPr/>
            <p:nvPr/>
          </p:nvSpPr>
          <p:spPr bwMode="auto">
            <a:xfrm>
              <a:off x="2119376" y="4533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2" name="Freeform 726">
              <a:extLst>
                <a:ext uri="{FF2B5EF4-FFF2-40B4-BE49-F238E27FC236}">
                  <a16:creationId xmlns:a16="http://schemas.microsoft.com/office/drawing/2014/main" id="{37B60F34-B496-0FF2-BFCE-DDBB922BC695}"/>
                </a:ext>
              </a:extLst>
            </p:cNvPr>
            <p:cNvSpPr/>
            <p:nvPr/>
          </p:nvSpPr>
          <p:spPr bwMode="auto">
            <a:xfrm>
              <a:off x="2119376" y="453393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3" name="Rectangle 727">
              <a:extLst>
                <a:ext uri="{FF2B5EF4-FFF2-40B4-BE49-F238E27FC236}">
                  <a16:creationId xmlns:a16="http://schemas.microsoft.com/office/drawing/2014/main" id="{803005DC-39F4-E28A-479F-B159F4DEB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376" y="4535525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4" name="Freeform 728">
              <a:extLst>
                <a:ext uri="{FF2B5EF4-FFF2-40B4-BE49-F238E27FC236}">
                  <a16:creationId xmlns:a16="http://schemas.microsoft.com/office/drawing/2014/main" id="{27270F5D-2115-4E47-1240-C1D590B7EB56}"/>
                </a:ext>
              </a:extLst>
            </p:cNvPr>
            <p:cNvSpPr/>
            <p:nvPr/>
          </p:nvSpPr>
          <p:spPr bwMode="auto">
            <a:xfrm>
              <a:off x="2119376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5" name="Freeform 729">
              <a:extLst>
                <a:ext uri="{FF2B5EF4-FFF2-40B4-BE49-F238E27FC236}">
                  <a16:creationId xmlns:a16="http://schemas.microsoft.com/office/drawing/2014/main" id="{D16B9580-8E52-A624-AEB4-E9F90DC5FDDE}"/>
                </a:ext>
              </a:extLst>
            </p:cNvPr>
            <p:cNvSpPr/>
            <p:nvPr/>
          </p:nvSpPr>
          <p:spPr bwMode="auto">
            <a:xfrm>
              <a:off x="2120964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6" name="Freeform 730">
              <a:extLst>
                <a:ext uri="{FF2B5EF4-FFF2-40B4-BE49-F238E27FC236}">
                  <a16:creationId xmlns:a16="http://schemas.microsoft.com/office/drawing/2014/main" id="{B95FB315-D139-EAC2-B567-083C2348A3DA}"/>
                </a:ext>
              </a:extLst>
            </p:cNvPr>
            <p:cNvSpPr/>
            <p:nvPr/>
          </p:nvSpPr>
          <p:spPr bwMode="auto">
            <a:xfrm>
              <a:off x="2120964" y="45355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7" name="Freeform 731">
              <a:extLst>
                <a:ext uri="{FF2B5EF4-FFF2-40B4-BE49-F238E27FC236}">
                  <a16:creationId xmlns:a16="http://schemas.microsoft.com/office/drawing/2014/main" id="{C1853C29-9926-DE7B-5A6E-31A3609CB03E}"/>
                </a:ext>
              </a:extLst>
            </p:cNvPr>
            <p:cNvSpPr/>
            <p:nvPr/>
          </p:nvSpPr>
          <p:spPr bwMode="auto">
            <a:xfrm>
              <a:off x="2117789" y="4535525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8" name="Freeform 732">
              <a:extLst>
                <a:ext uri="{FF2B5EF4-FFF2-40B4-BE49-F238E27FC236}">
                  <a16:creationId xmlns:a16="http://schemas.microsoft.com/office/drawing/2014/main" id="{EC998184-89DC-41D8-010F-AAAEF63BA4FC}"/>
                </a:ext>
              </a:extLst>
            </p:cNvPr>
            <p:cNvSpPr/>
            <p:nvPr/>
          </p:nvSpPr>
          <p:spPr bwMode="auto">
            <a:xfrm>
              <a:off x="2117789" y="4535525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9" name="Freeform 733">
              <a:extLst>
                <a:ext uri="{FF2B5EF4-FFF2-40B4-BE49-F238E27FC236}">
                  <a16:creationId xmlns:a16="http://schemas.microsoft.com/office/drawing/2014/main" id="{594963C5-31DF-5754-409C-C4183412D6CA}"/>
                </a:ext>
              </a:extLst>
            </p:cNvPr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0" name="Freeform 734">
              <a:extLst>
                <a:ext uri="{FF2B5EF4-FFF2-40B4-BE49-F238E27FC236}">
                  <a16:creationId xmlns:a16="http://schemas.microsoft.com/office/drawing/2014/main" id="{233B53A0-8739-CF56-6033-DE0B84A5FAD7}"/>
                </a:ext>
              </a:extLst>
            </p:cNvPr>
            <p:cNvSpPr/>
            <p:nvPr/>
          </p:nvSpPr>
          <p:spPr bwMode="auto">
            <a:xfrm>
              <a:off x="2984564" y="4902237"/>
              <a:ext cx="1588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1" name="Freeform 735">
              <a:extLst>
                <a:ext uri="{FF2B5EF4-FFF2-40B4-BE49-F238E27FC236}">
                  <a16:creationId xmlns:a16="http://schemas.microsoft.com/office/drawing/2014/main" id="{7ED7D696-5F97-98DB-C0C5-2DBE1D1F267C}"/>
                </a:ext>
              </a:extLst>
            </p:cNvPr>
            <p:cNvSpPr/>
            <p:nvPr/>
          </p:nvSpPr>
          <p:spPr bwMode="auto">
            <a:xfrm>
              <a:off x="2976626" y="48990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2 h 2"/>
                <a:gd name="T4" fmla="*/ 0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2" name="Freeform 736">
              <a:extLst>
                <a:ext uri="{FF2B5EF4-FFF2-40B4-BE49-F238E27FC236}">
                  <a16:creationId xmlns:a16="http://schemas.microsoft.com/office/drawing/2014/main" id="{8217AE0E-6F23-3F8C-690C-711778DAA70F}"/>
                </a:ext>
              </a:extLst>
            </p:cNvPr>
            <p:cNvSpPr/>
            <p:nvPr/>
          </p:nvSpPr>
          <p:spPr bwMode="auto">
            <a:xfrm>
              <a:off x="2976626" y="4899062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2 h 2"/>
                <a:gd name="T4" fmla="*/ 0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3" name="Freeform 737">
              <a:extLst>
                <a:ext uri="{FF2B5EF4-FFF2-40B4-BE49-F238E27FC236}">
                  <a16:creationId xmlns:a16="http://schemas.microsoft.com/office/drawing/2014/main" id="{5D35C962-21FE-EC3F-3F4A-A364539EE15F}"/>
                </a:ext>
              </a:extLst>
            </p:cNvPr>
            <p:cNvSpPr/>
            <p:nvPr/>
          </p:nvSpPr>
          <p:spPr bwMode="auto">
            <a:xfrm>
              <a:off x="2976626" y="4900650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4" name="Freeform 738">
              <a:extLst>
                <a:ext uri="{FF2B5EF4-FFF2-40B4-BE49-F238E27FC236}">
                  <a16:creationId xmlns:a16="http://schemas.microsoft.com/office/drawing/2014/main" id="{B21EB67A-6566-37B2-4076-D0AE3E136CF1}"/>
                </a:ext>
              </a:extLst>
            </p:cNvPr>
            <p:cNvSpPr/>
            <p:nvPr/>
          </p:nvSpPr>
          <p:spPr bwMode="auto">
            <a:xfrm>
              <a:off x="2976626" y="4900650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5" name="Rectangle 739">
              <a:extLst>
                <a:ext uri="{FF2B5EF4-FFF2-40B4-BE49-F238E27FC236}">
                  <a16:creationId xmlns:a16="http://schemas.microsoft.com/office/drawing/2014/main" id="{5C434875-107F-0F1B-FC8D-B900BA126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6" name="Rectangle 740">
              <a:extLst>
                <a:ext uri="{FF2B5EF4-FFF2-40B4-BE49-F238E27FC236}">
                  <a16:creationId xmlns:a16="http://schemas.microsoft.com/office/drawing/2014/main" id="{AB1F20D8-BB28-8786-A29D-2413C8B53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7" name="Rectangle 741">
              <a:extLst>
                <a:ext uri="{FF2B5EF4-FFF2-40B4-BE49-F238E27FC236}">
                  <a16:creationId xmlns:a16="http://schemas.microsoft.com/office/drawing/2014/main" id="{8C2B499A-AA83-12BD-5B58-EF7A4ED03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564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8" name="Freeform 742">
              <a:extLst>
                <a:ext uri="{FF2B5EF4-FFF2-40B4-BE49-F238E27FC236}">
                  <a16:creationId xmlns:a16="http://schemas.microsoft.com/office/drawing/2014/main" id="{69724D0B-9547-9552-A745-375F3DDF19A3}"/>
                </a:ext>
              </a:extLst>
            </p:cNvPr>
            <p:cNvSpPr/>
            <p:nvPr/>
          </p:nvSpPr>
          <p:spPr bwMode="auto">
            <a:xfrm flipH="1">
              <a:off x="2984564" y="490541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9" name="Freeform 743">
              <a:extLst>
                <a:ext uri="{FF2B5EF4-FFF2-40B4-BE49-F238E27FC236}">
                  <a16:creationId xmlns:a16="http://schemas.microsoft.com/office/drawing/2014/main" id="{F4F9D715-D2B9-4373-2993-70301EFF5E4C}"/>
                </a:ext>
              </a:extLst>
            </p:cNvPr>
            <p:cNvSpPr/>
            <p:nvPr/>
          </p:nvSpPr>
          <p:spPr bwMode="auto">
            <a:xfrm>
              <a:off x="2982976" y="490541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0" name="Freeform 744">
              <a:extLst>
                <a:ext uri="{FF2B5EF4-FFF2-40B4-BE49-F238E27FC236}">
                  <a16:creationId xmlns:a16="http://schemas.microsoft.com/office/drawing/2014/main" id="{792E452B-40F6-09D6-05E7-803847846056}"/>
                </a:ext>
              </a:extLst>
            </p:cNvPr>
            <p:cNvSpPr/>
            <p:nvPr/>
          </p:nvSpPr>
          <p:spPr bwMode="auto">
            <a:xfrm>
              <a:off x="2982976" y="490541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1" name="Rectangle 745">
              <a:extLst>
                <a:ext uri="{FF2B5EF4-FFF2-40B4-BE49-F238E27FC236}">
                  <a16:creationId xmlns:a16="http://schemas.microsoft.com/office/drawing/2014/main" id="{483701CF-926A-DEAB-5F26-8504699C2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976" y="49070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2" name="Rectangle 746">
              <a:extLst>
                <a:ext uri="{FF2B5EF4-FFF2-40B4-BE49-F238E27FC236}">
                  <a16:creationId xmlns:a16="http://schemas.microsoft.com/office/drawing/2014/main" id="{D4CECC58-2DC3-42A7-D796-1B6439AC8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976" y="4907000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3" name="Freeform 747">
              <a:extLst>
                <a:ext uri="{FF2B5EF4-FFF2-40B4-BE49-F238E27FC236}">
                  <a16:creationId xmlns:a16="http://schemas.microsoft.com/office/drawing/2014/main" id="{BB6ABADE-65B3-0C28-B206-EE6A5345D57E}"/>
                </a:ext>
              </a:extLst>
            </p:cNvPr>
            <p:cNvSpPr/>
            <p:nvPr/>
          </p:nvSpPr>
          <p:spPr bwMode="auto">
            <a:xfrm>
              <a:off x="2982976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1 h 2"/>
                <a:gd name="T10" fmla="*/ 1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4" name="Freeform 748">
              <a:extLst>
                <a:ext uri="{FF2B5EF4-FFF2-40B4-BE49-F238E27FC236}">
                  <a16:creationId xmlns:a16="http://schemas.microsoft.com/office/drawing/2014/main" id="{7138914D-F2D6-7C3D-FDCA-F2714BA4F292}"/>
                </a:ext>
              </a:extLst>
            </p:cNvPr>
            <p:cNvSpPr/>
            <p:nvPr/>
          </p:nvSpPr>
          <p:spPr bwMode="auto">
            <a:xfrm>
              <a:off x="2982976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1 h 2"/>
                <a:gd name="T10" fmla="*/ 1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5" name="Rectangle 749">
              <a:extLst>
                <a:ext uri="{FF2B5EF4-FFF2-40B4-BE49-F238E27FC236}">
                  <a16:creationId xmlns:a16="http://schemas.microsoft.com/office/drawing/2014/main" id="{6FF314E9-93A0-2575-9C9A-3272255FB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976" y="490541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6" name="Freeform 750">
              <a:extLst>
                <a:ext uri="{FF2B5EF4-FFF2-40B4-BE49-F238E27FC236}">
                  <a16:creationId xmlns:a16="http://schemas.microsoft.com/office/drawing/2014/main" id="{010E884B-5EFD-0B8B-2429-BC91DF08CF45}"/>
                </a:ext>
              </a:extLst>
            </p:cNvPr>
            <p:cNvSpPr/>
            <p:nvPr/>
          </p:nvSpPr>
          <p:spPr bwMode="auto">
            <a:xfrm flipH="1">
              <a:off x="298297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7" name="Freeform 751">
              <a:extLst>
                <a:ext uri="{FF2B5EF4-FFF2-40B4-BE49-F238E27FC236}">
                  <a16:creationId xmlns:a16="http://schemas.microsoft.com/office/drawing/2014/main" id="{01EBF10A-A948-454D-A070-74B54B97597A}"/>
                </a:ext>
              </a:extLst>
            </p:cNvPr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8" name="Freeform 752">
              <a:extLst>
                <a:ext uri="{FF2B5EF4-FFF2-40B4-BE49-F238E27FC236}">
                  <a16:creationId xmlns:a16="http://schemas.microsoft.com/office/drawing/2014/main" id="{9D7E81E0-6C46-F3D5-B198-EE164D856934}"/>
                </a:ext>
              </a:extLst>
            </p:cNvPr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9" name="Freeform 753">
              <a:extLst>
                <a:ext uri="{FF2B5EF4-FFF2-40B4-BE49-F238E27FC236}">
                  <a16:creationId xmlns:a16="http://schemas.microsoft.com/office/drawing/2014/main" id="{E5F1BD92-2920-A2EC-38DA-8739F1BAAF83}"/>
                </a:ext>
              </a:extLst>
            </p:cNvPr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0" name="Freeform 754">
              <a:extLst>
                <a:ext uri="{FF2B5EF4-FFF2-40B4-BE49-F238E27FC236}">
                  <a16:creationId xmlns:a16="http://schemas.microsoft.com/office/drawing/2014/main" id="{005B5304-A74B-32A5-9A3D-E46ED13DC68B}"/>
                </a:ext>
              </a:extLst>
            </p:cNvPr>
            <p:cNvSpPr/>
            <p:nvPr/>
          </p:nvSpPr>
          <p:spPr bwMode="auto">
            <a:xfrm>
              <a:off x="2982976" y="490223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1" name="Freeform 755">
              <a:extLst>
                <a:ext uri="{FF2B5EF4-FFF2-40B4-BE49-F238E27FC236}">
                  <a16:creationId xmlns:a16="http://schemas.microsoft.com/office/drawing/2014/main" id="{0A750C38-1C4A-646C-8CA8-4EE70DE21949}"/>
                </a:ext>
              </a:extLst>
            </p:cNvPr>
            <p:cNvSpPr/>
            <p:nvPr/>
          </p:nvSpPr>
          <p:spPr bwMode="auto">
            <a:xfrm>
              <a:off x="1890776" y="4905412"/>
              <a:ext cx="1084263" cy="1135063"/>
            </a:xfrm>
            <a:custGeom>
              <a:avLst/>
              <a:gdLst>
                <a:gd name="T0" fmla="*/ 682 w 683"/>
                <a:gd name="T1" fmla="*/ 0 h 715"/>
                <a:gd name="T2" fmla="*/ 682 w 683"/>
                <a:gd name="T3" fmla="*/ 0 h 715"/>
                <a:gd name="T4" fmla="*/ 4 w 683"/>
                <a:gd name="T5" fmla="*/ 710 h 715"/>
                <a:gd name="T6" fmla="*/ 0 w 683"/>
                <a:gd name="T7" fmla="*/ 715 h 715"/>
                <a:gd name="T8" fmla="*/ 6 w 683"/>
                <a:gd name="T9" fmla="*/ 715 h 715"/>
                <a:gd name="T10" fmla="*/ 6 w 683"/>
                <a:gd name="T11" fmla="*/ 715 h 715"/>
                <a:gd name="T12" fmla="*/ 6 w 683"/>
                <a:gd name="T13" fmla="*/ 715 h 715"/>
                <a:gd name="T14" fmla="*/ 29 w 683"/>
                <a:gd name="T15" fmla="*/ 691 h 715"/>
                <a:gd name="T16" fmla="*/ 681 w 683"/>
                <a:gd name="T17" fmla="*/ 8 h 715"/>
                <a:gd name="T18" fmla="*/ 683 w 683"/>
                <a:gd name="T19" fmla="*/ 1 h 715"/>
                <a:gd name="T20" fmla="*/ 682 w 683"/>
                <a:gd name="T21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3" h="715">
                  <a:moveTo>
                    <a:pt x="682" y="0"/>
                  </a:moveTo>
                  <a:lnTo>
                    <a:pt x="682" y="0"/>
                  </a:lnTo>
                  <a:lnTo>
                    <a:pt x="4" y="710"/>
                  </a:lnTo>
                  <a:lnTo>
                    <a:pt x="0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29" y="691"/>
                  </a:lnTo>
                  <a:lnTo>
                    <a:pt x="681" y="8"/>
                  </a:lnTo>
                  <a:lnTo>
                    <a:pt x="683" y="1"/>
                  </a:lnTo>
                  <a:lnTo>
                    <a:pt x="68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2" name="Freeform 756">
              <a:extLst>
                <a:ext uri="{FF2B5EF4-FFF2-40B4-BE49-F238E27FC236}">
                  <a16:creationId xmlns:a16="http://schemas.microsoft.com/office/drawing/2014/main" id="{D7D53BF2-F18A-1046-902F-60D6448C7B29}"/>
                </a:ext>
              </a:extLst>
            </p:cNvPr>
            <p:cNvSpPr/>
            <p:nvPr/>
          </p:nvSpPr>
          <p:spPr bwMode="auto">
            <a:xfrm>
              <a:off x="1890776" y="4905412"/>
              <a:ext cx="1084263" cy="1135063"/>
            </a:xfrm>
            <a:custGeom>
              <a:avLst/>
              <a:gdLst>
                <a:gd name="T0" fmla="*/ 682 w 683"/>
                <a:gd name="T1" fmla="*/ 0 h 715"/>
                <a:gd name="T2" fmla="*/ 682 w 683"/>
                <a:gd name="T3" fmla="*/ 0 h 715"/>
                <a:gd name="T4" fmla="*/ 4 w 683"/>
                <a:gd name="T5" fmla="*/ 710 h 715"/>
                <a:gd name="T6" fmla="*/ 0 w 683"/>
                <a:gd name="T7" fmla="*/ 715 h 715"/>
                <a:gd name="T8" fmla="*/ 6 w 683"/>
                <a:gd name="T9" fmla="*/ 715 h 715"/>
                <a:gd name="T10" fmla="*/ 6 w 683"/>
                <a:gd name="T11" fmla="*/ 715 h 715"/>
                <a:gd name="T12" fmla="*/ 6 w 683"/>
                <a:gd name="T13" fmla="*/ 715 h 715"/>
                <a:gd name="T14" fmla="*/ 29 w 683"/>
                <a:gd name="T15" fmla="*/ 691 h 715"/>
                <a:gd name="T16" fmla="*/ 681 w 683"/>
                <a:gd name="T17" fmla="*/ 8 h 715"/>
                <a:gd name="T18" fmla="*/ 683 w 683"/>
                <a:gd name="T19" fmla="*/ 1 h 715"/>
                <a:gd name="T20" fmla="*/ 682 w 683"/>
                <a:gd name="T21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3" h="715">
                  <a:moveTo>
                    <a:pt x="682" y="0"/>
                  </a:moveTo>
                  <a:lnTo>
                    <a:pt x="682" y="0"/>
                  </a:lnTo>
                  <a:lnTo>
                    <a:pt x="4" y="710"/>
                  </a:lnTo>
                  <a:lnTo>
                    <a:pt x="0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6" y="715"/>
                  </a:lnTo>
                  <a:lnTo>
                    <a:pt x="29" y="691"/>
                  </a:lnTo>
                  <a:lnTo>
                    <a:pt x="681" y="8"/>
                  </a:lnTo>
                  <a:lnTo>
                    <a:pt x="683" y="1"/>
                  </a:lnTo>
                  <a:lnTo>
                    <a:pt x="68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3" name="Freeform 757">
              <a:extLst>
                <a:ext uri="{FF2B5EF4-FFF2-40B4-BE49-F238E27FC236}">
                  <a16:creationId xmlns:a16="http://schemas.microsoft.com/office/drawing/2014/main" id="{3950A0A1-AB81-37C2-9F85-ED5B12B45DE5}"/>
                </a:ext>
              </a:extLst>
            </p:cNvPr>
            <p:cNvSpPr/>
            <p:nvPr/>
          </p:nvSpPr>
          <p:spPr bwMode="auto">
            <a:xfrm>
              <a:off x="2973451" y="4902237"/>
              <a:ext cx="3175" cy="476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1 h 3"/>
                <a:gd name="T8" fmla="*/ 1 w 2"/>
                <a:gd name="T9" fmla="*/ 1 h 3"/>
                <a:gd name="T10" fmla="*/ 2 w 2"/>
                <a:gd name="T11" fmla="*/ 0 h 3"/>
                <a:gd name="T12" fmla="*/ 2 w 2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4" name="Freeform 758">
              <a:extLst>
                <a:ext uri="{FF2B5EF4-FFF2-40B4-BE49-F238E27FC236}">
                  <a16:creationId xmlns:a16="http://schemas.microsoft.com/office/drawing/2014/main" id="{AA2A9A73-BD54-223E-9830-3F8BECE08B84}"/>
                </a:ext>
              </a:extLst>
            </p:cNvPr>
            <p:cNvSpPr/>
            <p:nvPr/>
          </p:nvSpPr>
          <p:spPr bwMode="auto">
            <a:xfrm>
              <a:off x="2973451" y="4902237"/>
              <a:ext cx="3175" cy="476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2 h 3"/>
                <a:gd name="T4" fmla="*/ 1 w 2"/>
                <a:gd name="T5" fmla="*/ 3 h 3"/>
                <a:gd name="T6" fmla="*/ 2 w 2"/>
                <a:gd name="T7" fmla="*/ 1 h 3"/>
                <a:gd name="T8" fmla="*/ 1 w 2"/>
                <a:gd name="T9" fmla="*/ 1 h 3"/>
                <a:gd name="T10" fmla="*/ 2 w 2"/>
                <a:gd name="T11" fmla="*/ 0 h 3"/>
                <a:gd name="T12" fmla="*/ 2 w 2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2"/>
                  </a:lnTo>
                  <a:lnTo>
                    <a:pt x="1" y="3"/>
                  </a:lnTo>
                  <a:lnTo>
                    <a:pt x="2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5" name="Rectangle 759">
              <a:extLst>
                <a:ext uri="{FF2B5EF4-FFF2-40B4-BE49-F238E27FC236}">
                  <a16:creationId xmlns:a16="http://schemas.microsoft.com/office/drawing/2014/main" id="{8AF66B36-9136-FCCD-9EF5-0F38AC2AA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6" name="Rectangle 760">
              <a:extLst>
                <a:ext uri="{FF2B5EF4-FFF2-40B4-BE49-F238E27FC236}">
                  <a16:creationId xmlns:a16="http://schemas.microsoft.com/office/drawing/2014/main" id="{D55DA14D-0677-EBD2-35A0-CDB242D06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7" name="Rectangle 761">
              <a:extLst>
                <a:ext uri="{FF2B5EF4-FFF2-40B4-BE49-F238E27FC236}">
                  <a16:creationId xmlns:a16="http://schemas.microsoft.com/office/drawing/2014/main" id="{45DDE28D-35D0-8D97-D08E-993D49213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9189" y="604206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8" name="Freeform 762">
              <a:extLst>
                <a:ext uri="{FF2B5EF4-FFF2-40B4-BE49-F238E27FC236}">
                  <a16:creationId xmlns:a16="http://schemas.microsoft.com/office/drawing/2014/main" id="{3DD34FC9-1258-3797-AC54-E72D90BB28D0}"/>
                </a:ext>
              </a:extLst>
            </p:cNvPr>
            <p:cNvSpPr/>
            <p:nvPr/>
          </p:nvSpPr>
          <p:spPr bwMode="auto">
            <a:xfrm flipH="1">
              <a:off x="1889189" y="60420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9" name="Freeform 763">
              <a:extLst>
                <a:ext uri="{FF2B5EF4-FFF2-40B4-BE49-F238E27FC236}">
                  <a16:creationId xmlns:a16="http://schemas.microsoft.com/office/drawing/2014/main" id="{1D897376-57F4-A518-0177-B9C699BF8910}"/>
                </a:ext>
              </a:extLst>
            </p:cNvPr>
            <p:cNvSpPr/>
            <p:nvPr/>
          </p:nvSpPr>
          <p:spPr bwMode="auto">
            <a:xfrm>
              <a:off x="2975039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0" name="Freeform 764">
              <a:extLst>
                <a:ext uri="{FF2B5EF4-FFF2-40B4-BE49-F238E27FC236}">
                  <a16:creationId xmlns:a16="http://schemas.microsoft.com/office/drawing/2014/main" id="{D251AB03-8DF8-A75F-50CB-07B366480E49}"/>
                </a:ext>
              </a:extLst>
            </p:cNvPr>
            <p:cNvSpPr/>
            <p:nvPr/>
          </p:nvSpPr>
          <p:spPr bwMode="auto">
            <a:xfrm>
              <a:off x="2975039" y="490223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1" name="Rectangle 765">
              <a:extLst>
                <a:ext uri="{FF2B5EF4-FFF2-40B4-BE49-F238E27FC236}">
                  <a16:creationId xmlns:a16="http://schemas.microsoft.com/office/drawing/2014/main" id="{234F35D8-0F54-AD77-A0EB-B872E5E1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2" name="Rectangle 766">
              <a:extLst>
                <a:ext uri="{FF2B5EF4-FFF2-40B4-BE49-F238E27FC236}">
                  <a16:creationId xmlns:a16="http://schemas.microsoft.com/office/drawing/2014/main" id="{226AEE57-8A0F-7BCD-E92A-69B4C63F1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3" name="Rectangle 767">
              <a:extLst>
                <a:ext uri="{FF2B5EF4-FFF2-40B4-BE49-F238E27FC236}">
                  <a16:creationId xmlns:a16="http://schemas.microsoft.com/office/drawing/2014/main" id="{CA7A56E2-F6BC-C9EC-BA79-848665B23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626" y="490223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4" name="Freeform 768">
              <a:extLst>
                <a:ext uri="{FF2B5EF4-FFF2-40B4-BE49-F238E27FC236}">
                  <a16:creationId xmlns:a16="http://schemas.microsoft.com/office/drawing/2014/main" id="{6249D937-E5DE-8C6C-7EF4-881F510C6409}"/>
                </a:ext>
              </a:extLst>
            </p:cNvPr>
            <p:cNvSpPr/>
            <p:nvPr/>
          </p:nvSpPr>
          <p:spPr bwMode="auto">
            <a:xfrm flipH="1">
              <a:off x="2976626" y="490223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5" name="Freeform 769">
              <a:extLst>
                <a:ext uri="{FF2B5EF4-FFF2-40B4-BE49-F238E27FC236}">
                  <a16:creationId xmlns:a16="http://schemas.microsoft.com/office/drawing/2014/main" id="{69CA88CB-1795-A957-610F-0A6720973B71}"/>
                </a:ext>
              </a:extLst>
            </p:cNvPr>
            <p:cNvSpPr/>
            <p:nvPr/>
          </p:nvSpPr>
          <p:spPr bwMode="auto">
            <a:xfrm>
              <a:off x="2971864" y="4907000"/>
              <a:ext cx="4763" cy="11113"/>
            </a:xfrm>
            <a:custGeom>
              <a:avLst/>
              <a:gdLst>
                <a:gd name="T0" fmla="*/ 2 w 3"/>
                <a:gd name="T1" fmla="*/ 0 h 7"/>
                <a:gd name="T2" fmla="*/ 0 w 3"/>
                <a:gd name="T3" fmla="*/ 7 h 7"/>
                <a:gd name="T4" fmla="*/ 2 w 3"/>
                <a:gd name="T5" fmla="*/ 5 h 7"/>
                <a:gd name="T6" fmla="*/ 3 w 3"/>
                <a:gd name="T7" fmla="*/ 0 h 7"/>
                <a:gd name="T8" fmla="*/ 2 w 3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2" y="0"/>
                  </a:moveTo>
                  <a:lnTo>
                    <a:pt x="0" y="7"/>
                  </a:lnTo>
                  <a:lnTo>
                    <a:pt x="2" y="5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6" name="Freeform 770">
              <a:extLst>
                <a:ext uri="{FF2B5EF4-FFF2-40B4-BE49-F238E27FC236}">
                  <a16:creationId xmlns:a16="http://schemas.microsoft.com/office/drawing/2014/main" id="{6156E4A9-A666-0AAD-8D5E-E3227EACFA53}"/>
                </a:ext>
              </a:extLst>
            </p:cNvPr>
            <p:cNvSpPr/>
            <p:nvPr/>
          </p:nvSpPr>
          <p:spPr bwMode="auto">
            <a:xfrm>
              <a:off x="2971864" y="4907000"/>
              <a:ext cx="4763" cy="11113"/>
            </a:xfrm>
            <a:custGeom>
              <a:avLst/>
              <a:gdLst>
                <a:gd name="T0" fmla="*/ 2 w 3"/>
                <a:gd name="T1" fmla="*/ 0 h 7"/>
                <a:gd name="T2" fmla="*/ 0 w 3"/>
                <a:gd name="T3" fmla="*/ 7 h 7"/>
                <a:gd name="T4" fmla="*/ 2 w 3"/>
                <a:gd name="T5" fmla="*/ 5 h 7"/>
                <a:gd name="T6" fmla="*/ 3 w 3"/>
                <a:gd name="T7" fmla="*/ 0 h 7"/>
                <a:gd name="T8" fmla="*/ 2 w 3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2" y="0"/>
                  </a:moveTo>
                  <a:lnTo>
                    <a:pt x="0" y="7"/>
                  </a:lnTo>
                  <a:lnTo>
                    <a:pt x="2" y="5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7" name="Freeform 771">
              <a:extLst>
                <a:ext uri="{FF2B5EF4-FFF2-40B4-BE49-F238E27FC236}">
                  <a16:creationId xmlns:a16="http://schemas.microsoft.com/office/drawing/2014/main" id="{6AC292DB-FDF3-8913-3327-F5736FCD5F57}"/>
                </a:ext>
              </a:extLst>
            </p:cNvPr>
            <p:cNvSpPr/>
            <p:nvPr/>
          </p:nvSpPr>
          <p:spPr bwMode="auto">
            <a:xfrm>
              <a:off x="2975039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78" name="Freeform 772">
              <a:extLst>
                <a:ext uri="{FF2B5EF4-FFF2-40B4-BE49-F238E27FC236}">
                  <a16:creationId xmlns:a16="http://schemas.microsoft.com/office/drawing/2014/main" id="{2983CCE3-BE8F-E22D-1033-D4AB8E603030}"/>
                </a:ext>
              </a:extLst>
            </p:cNvPr>
            <p:cNvSpPr/>
            <p:nvPr/>
          </p:nvSpPr>
          <p:spPr bwMode="auto">
            <a:xfrm>
              <a:off x="2975039" y="4903825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774">
              <a:extLst>
                <a:ext uri="{FF2B5EF4-FFF2-40B4-BE49-F238E27FC236}">
                  <a16:creationId xmlns:a16="http://schemas.microsoft.com/office/drawing/2014/main" id="{B6716B6A-35AB-66B8-DFB5-77846CBB509B}"/>
                </a:ext>
              </a:extLst>
            </p:cNvPr>
            <p:cNvSpPr/>
            <p:nvPr/>
          </p:nvSpPr>
          <p:spPr bwMode="auto">
            <a:xfrm>
              <a:off x="2975039" y="4907000"/>
              <a:ext cx="4762" cy="7938"/>
            </a:xfrm>
            <a:custGeom>
              <a:avLst/>
              <a:gdLst>
                <a:gd name="T0" fmla="*/ 1 w 3"/>
                <a:gd name="T1" fmla="*/ 0 h 5"/>
                <a:gd name="T2" fmla="*/ 0 w 3"/>
                <a:gd name="T3" fmla="*/ 5 h 5"/>
                <a:gd name="T4" fmla="*/ 3 w 3"/>
                <a:gd name="T5" fmla="*/ 2 h 5"/>
                <a:gd name="T6" fmla="*/ 1 w 3"/>
                <a:gd name="T7" fmla="*/ 0 h 5"/>
                <a:gd name="T8" fmla="*/ 1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0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775">
              <a:extLst>
                <a:ext uri="{FF2B5EF4-FFF2-40B4-BE49-F238E27FC236}">
                  <a16:creationId xmlns:a16="http://schemas.microsoft.com/office/drawing/2014/main" id="{43FE883B-BAF6-5A00-4982-EDBD86D58F78}"/>
                </a:ext>
              </a:extLst>
            </p:cNvPr>
            <p:cNvSpPr/>
            <p:nvPr/>
          </p:nvSpPr>
          <p:spPr bwMode="auto">
            <a:xfrm>
              <a:off x="2975039" y="4907000"/>
              <a:ext cx="4762" cy="7938"/>
            </a:xfrm>
            <a:custGeom>
              <a:avLst/>
              <a:gdLst>
                <a:gd name="T0" fmla="*/ 1 w 3"/>
                <a:gd name="T1" fmla="*/ 0 h 5"/>
                <a:gd name="T2" fmla="*/ 0 w 3"/>
                <a:gd name="T3" fmla="*/ 5 h 5"/>
                <a:gd name="T4" fmla="*/ 3 w 3"/>
                <a:gd name="T5" fmla="*/ 2 h 5"/>
                <a:gd name="T6" fmla="*/ 1 w 3"/>
                <a:gd name="T7" fmla="*/ 0 h 5"/>
                <a:gd name="T8" fmla="*/ 1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0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776">
              <a:extLst>
                <a:ext uri="{FF2B5EF4-FFF2-40B4-BE49-F238E27FC236}">
                  <a16:creationId xmlns:a16="http://schemas.microsoft.com/office/drawing/2014/main" id="{A6AAAEB7-6DBC-E84F-F411-1F59C33B83A2}"/>
                </a:ext>
              </a:extLst>
            </p:cNvPr>
            <p:cNvSpPr/>
            <p:nvPr/>
          </p:nvSpPr>
          <p:spPr bwMode="auto">
            <a:xfrm flipH="1">
              <a:off x="297662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Freeform 777">
              <a:extLst>
                <a:ext uri="{FF2B5EF4-FFF2-40B4-BE49-F238E27FC236}">
                  <a16:creationId xmlns:a16="http://schemas.microsoft.com/office/drawing/2014/main" id="{EF483817-ADE0-3F27-6995-8FB618479CE4}"/>
                </a:ext>
              </a:extLst>
            </p:cNvPr>
            <p:cNvSpPr/>
            <p:nvPr/>
          </p:nvSpPr>
          <p:spPr bwMode="auto">
            <a:xfrm flipH="1">
              <a:off x="2976626" y="4905412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778">
              <a:extLst>
                <a:ext uri="{FF2B5EF4-FFF2-40B4-BE49-F238E27FC236}">
                  <a16:creationId xmlns:a16="http://schemas.microsoft.com/office/drawing/2014/main" id="{EEE3CABF-6D84-63D5-81E3-13D20793FC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6626" y="4903825"/>
              <a:ext cx="6350" cy="3175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2 h 2"/>
                <a:gd name="T4" fmla="*/ 4 w 4"/>
                <a:gd name="T5" fmla="*/ 2 h 2"/>
                <a:gd name="T6" fmla="*/ 4 w 4"/>
                <a:gd name="T7" fmla="*/ 2 h 2"/>
                <a:gd name="T8" fmla="*/ 0 w 4"/>
                <a:gd name="T9" fmla="*/ 0 h 2"/>
                <a:gd name="T10" fmla="*/ 0 w 4"/>
                <a:gd name="T11" fmla="*/ 0 h 2"/>
                <a:gd name="T12" fmla="*/ 0 w 4"/>
                <a:gd name="T13" fmla="*/ 1 h 2"/>
                <a:gd name="T14" fmla="*/ 0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779">
              <a:extLst>
                <a:ext uri="{FF2B5EF4-FFF2-40B4-BE49-F238E27FC236}">
                  <a16:creationId xmlns:a16="http://schemas.microsoft.com/office/drawing/2014/main" id="{E274C15E-5A93-072B-8BF6-19A41382FB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6626" y="4903825"/>
              <a:ext cx="6350" cy="3175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2 h 2"/>
                <a:gd name="T4" fmla="*/ 4 w 4"/>
                <a:gd name="T5" fmla="*/ 2 h 2"/>
                <a:gd name="T6" fmla="*/ 4 w 4"/>
                <a:gd name="T7" fmla="*/ 2 h 2"/>
                <a:gd name="T8" fmla="*/ 0 w 4"/>
                <a:gd name="T9" fmla="*/ 0 h 2"/>
                <a:gd name="T10" fmla="*/ 0 w 4"/>
                <a:gd name="T11" fmla="*/ 0 h 2"/>
                <a:gd name="T12" fmla="*/ 0 w 4"/>
                <a:gd name="T13" fmla="*/ 1 h 2"/>
                <a:gd name="T14" fmla="*/ 0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780">
              <a:extLst>
                <a:ext uri="{FF2B5EF4-FFF2-40B4-BE49-F238E27FC236}">
                  <a16:creationId xmlns:a16="http://schemas.microsoft.com/office/drawing/2014/main" id="{65309823-6E6D-32DA-92FE-EDAC352E0B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6626" y="4903825"/>
              <a:ext cx="7937" cy="6350"/>
            </a:xfrm>
            <a:custGeom>
              <a:avLst/>
              <a:gdLst>
                <a:gd name="T0" fmla="*/ 0 w 5"/>
                <a:gd name="T1" fmla="*/ 2 h 4"/>
                <a:gd name="T2" fmla="*/ 2 w 5"/>
                <a:gd name="T3" fmla="*/ 4 h 4"/>
                <a:gd name="T4" fmla="*/ 3 w 5"/>
                <a:gd name="T5" fmla="*/ 3 h 4"/>
                <a:gd name="T6" fmla="*/ 0 w 5"/>
                <a:gd name="T7" fmla="*/ 2 h 4"/>
                <a:gd name="T8" fmla="*/ 4 w 5"/>
                <a:gd name="T9" fmla="*/ 0 h 4"/>
                <a:gd name="T10" fmla="*/ 4 w 5"/>
                <a:gd name="T11" fmla="*/ 1 h 4"/>
                <a:gd name="T12" fmla="*/ 5 w 5"/>
                <a:gd name="T13" fmla="*/ 0 h 4"/>
                <a:gd name="T14" fmla="*/ 4 w 5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lnTo>
                    <a:pt x="2" y="4"/>
                  </a:lnTo>
                  <a:lnTo>
                    <a:pt x="3" y="3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4" y="1"/>
                  </a:lnTo>
                  <a:lnTo>
                    <a:pt x="5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781">
              <a:extLst>
                <a:ext uri="{FF2B5EF4-FFF2-40B4-BE49-F238E27FC236}">
                  <a16:creationId xmlns:a16="http://schemas.microsoft.com/office/drawing/2014/main" id="{2D87B0F9-3036-2B80-0D2F-259BB245A4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6626" y="4903825"/>
              <a:ext cx="7937" cy="6350"/>
            </a:xfrm>
            <a:custGeom>
              <a:avLst/>
              <a:gdLst>
                <a:gd name="T0" fmla="*/ 0 w 5"/>
                <a:gd name="T1" fmla="*/ 2 h 4"/>
                <a:gd name="T2" fmla="*/ 2 w 5"/>
                <a:gd name="T3" fmla="*/ 4 h 4"/>
                <a:gd name="T4" fmla="*/ 3 w 5"/>
                <a:gd name="T5" fmla="*/ 3 h 4"/>
                <a:gd name="T6" fmla="*/ 0 w 5"/>
                <a:gd name="T7" fmla="*/ 2 h 4"/>
                <a:gd name="T8" fmla="*/ 4 w 5"/>
                <a:gd name="T9" fmla="*/ 0 h 4"/>
                <a:gd name="T10" fmla="*/ 4 w 5"/>
                <a:gd name="T11" fmla="*/ 1 h 4"/>
                <a:gd name="T12" fmla="*/ 5 w 5"/>
                <a:gd name="T13" fmla="*/ 0 h 4"/>
                <a:gd name="T14" fmla="*/ 4 w 5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lnTo>
                    <a:pt x="2" y="4"/>
                  </a:lnTo>
                  <a:lnTo>
                    <a:pt x="3" y="3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4" y="1"/>
                  </a:lnTo>
                  <a:lnTo>
                    <a:pt x="5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782">
              <a:extLst>
                <a:ext uri="{FF2B5EF4-FFF2-40B4-BE49-F238E27FC236}">
                  <a16:creationId xmlns:a16="http://schemas.microsoft.com/office/drawing/2014/main" id="{31BD48F3-7937-0F96-FE33-1770927EF606}"/>
                </a:ext>
              </a:extLst>
            </p:cNvPr>
            <p:cNvSpPr/>
            <p:nvPr/>
          </p:nvSpPr>
          <p:spPr bwMode="auto">
            <a:xfrm>
              <a:off x="2976626" y="490065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0 w 4"/>
                <a:gd name="T5" fmla="*/ 1 h 5"/>
                <a:gd name="T6" fmla="*/ 0 w 4"/>
                <a:gd name="T7" fmla="*/ 1 h 5"/>
                <a:gd name="T8" fmla="*/ 0 w 4"/>
                <a:gd name="T9" fmla="*/ 2 h 5"/>
                <a:gd name="T10" fmla="*/ 2 w 4"/>
                <a:gd name="T11" fmla="*/ 2 h 5"/>
                <a:gd name="T12" fmla="*/ 0 w 4"/>
                <a:gd name="T13" fmla="*/ 2 h 5"/>
                <a:gd name="T14" fmla="*/ 0 w 4"/>
                <a:gd name="T15" fmla="*/ 2 h 5"/>
                <a:gd name="T16" fmla="*/ 0 w 4"/>
                <a:gd name="T17" fmla="*/ 3 h 5"/>
                <a:gd name="T18" fmla="*/ 0 w 4"/>
                <a:gd name="T19" fmla="*/ 4 h 5"/>
                <a:gd name="T20" fmla="*/ 2 w 4"/>
                <a:gd name="T21" fmla="*/ 2 h 5"/>
                <a:gd name="T22" fmla="*/ 0 w 4"/>
                <a:gd name="T23" fmla="*/ 4 h 5"/>
                <a:gd name="T24" fmla="*/ 0 w 4"/>
                <a:gd name="T25" fmla="*/ 4 h 5"/>
                <a:gd name="T26" fmla="*/ 3 w 4"/>
                <a:gd name="T27" fmla="*/ 5 h 5"/>
                <a:gd name="T28" fmla="*/ 4 w 4"/>
                <a:gd name="T29" fmla="*/ 4 h 5"/>
                <a:gd name="T30" fmla="*/ 4 w 4"/>
                <a:gd name="T31" fmla="*/ 4 h 5"/>
                <a:gd name="T32" fmla="*/ 4 w 4"/>
                <a:gd name="T33" fmla="*/ 3 h 5"/>
                <a:gd name="T34" fmla="*/ 4 w 4"/>
                <a:gd name="T35" fmla="*/ 2 h 5"/>
                <a:gd name="T36" fmla="*/ 4 w 4"/>
                <a:gd name="T37" fmla="*/ 1 h 5"/>
                <a:gd name="T38" fmla="*/ 3 w 4"/>
                <a:gd name="T39" fmla="*/ 0 h 5"/>
                <a:gd name="T40" fmla="*/ 2 w 4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783">
              <a:extLst>
                <a:ext uri="{FF2B5EF4-FFF2-40B4-BE49-F238E27FC236}">
                  <a16:creationId xmlns:a16="http://schemas.microsoft.com/office/drawing/2014/main" id="{7FA0B16B-53C8-3FA8-74FC-7C1803B7C659}"/>
                </a:ext>
              </a:extLst>
            </p:cNvPr>
            <p:cNvSpPr/>
            <p:nvPr/>
          </p:nvSpPr>
          <p:spPr bwMode="auto">
            <a:xfrm>
              <a:off x="2976626" y="4900650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0 w 4"/>
                <a:gd name="T5" fmla="*/ 1 h 5"/>
                <a:gd name="T6" fmla="*/ 0 w 4"/>
                <a:gd name="T7" fmla="*/ 1 h 5"/>
                <a:gd name="T8" fmla="*/ 0 w 4"/>
                <a:gd name="T9" fmla="*/ 2 h 5"/>
                <a:gd name="T10" fmla="*/ 2 w 4"/>
                <a:gd name="T11" fmla="*/ 2 h 5"/>
                <a:gd name="T12" fmla="*/ 0 w 4"/>
                <a:gd name="T13" fmla="*/ 2 h 5"/>
                <a:gd name="T14" fmla="*/ 0 w 4"/>
                <a:gd name="T15" fmla="*/ 2 h 5"/>
                <a:gd name="T16" fmla="*/ 0 w 4"/>
                <a:gd name="T17" fmla="*/ 3 h 5"/>
                <a:gd name="T18" fmla="*/ 0 w 4"/>
                <a:gd name="T19" fmla="*/ 4 h 5"/>
                <a:gd name="T20" fmla="*/ 2 w 4"/>
                <a:gd name="T21" fmla="*/ 2 h 5"/>
                <a:gd name="T22" fmla="*/ 0 w 4"/>
                <a:gd name="T23" fmla="*/ 4 h 5"/>
                <a:gd name="T24" fmla="*/ 0 w 4"/>
                <a:gd name="T25" fmla="*/ 4 h 5"/>
                <a:gd name="T26" fmla="*/ 3 w 4"/>
                <a:gd name="T27" fmla="*/ 5 h 5"/>
                <a:gd name="T28" fmla="*/ 4 w 4"/>
                <a:gd name="T29" fmla="*/ 4 h 5"/>
                <a:gd name="T30" fmla="*/ 4 w 4"/>
                <a:gd name="T31" fmla="*/ 4 h 5"/>
                <a:gd name="T32" fmla="*/ 4 w 4"/>
                <a:gd name="T33" fmla="*/ 3 h 5"/>
                <a:gd name="T34" fmla="*/ 4 w 4"/>
                <a:gd name="T35" fmla="*/ 2 h 5"/>
                <a:gd name="T36" fmla="*/ 4 w 4"/>
                <a:gd name="T37" fmla="*/ 1 h 5"/>
                <a:gd name="T38" fmla="*/ 3 w 4"/>
                <a:gd name="T39" fmla="*/ 0 h 5"/>
                <a:gd name="T40" fmla="*/ 2 w 4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784">
              <a:extLst>
                <a:ext uri="{FF2B5EF4-FFF2-40B4-BE49-F238E27FC236}">
                  <a16:creationId xmlns:a16="http://schemas.microsoft.com/office/drawing/2014/main" id="{90616440-D055-05DB-2022-9C7A27DA97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65351" y="6046825"/>
              <a:ext cx="946150" cy="854075"/>
            </a:xfrm>
            <a:custGeom>
              <a:avLst/>
              <a:gdLst>
                <a:gd name="T0" fmla="*/ 8 w 596"/>
                <a:gd name="T1" fmla="*/ 525 h 538"/>
                <a:gd name="T2" fmla="*/ 145 w 596"/>
                <a:gd name="T3" fmla="*/ 0 h 538"/>
                <a:gd name="T4" fmla="*/ 590 w 596"/>
                <a:gd name="T5" fmla="*/ 27 h 538"/>
                <a:gd name="T6" fmla="*/ 8 w 596"/>
                <a:gd name="T7" fmla="*/ 525 h 538"/>
                <a:gd name="T8" fmla="*/ 140 w 596"/>
                <a:gd name="T9" fmla="*/ 0 h 538"/>
                <a:gd name="T10" fmla="*/ 0 w 596"/>
                <a:gd name="T11" fmla="*/ 538 h 538"/>
                <a:gd name="T12" fmla="*/ 596 w 596"/>
                <a:gd name="T13" fmla="*/ 27 h 538"/>
                <a:gd name="T14" fmla="*/ 596 w 596"/>
                <a:gd name="T15" fmla="*/ 27 h 538"/>
                <a:gd name="T16" fmla="*/ 592 w 596"/>
                <a:gd name="T17" fmla="*/ 29 h 538"/>
                <a:gd name="T18" fmla="*/ 593 w 596"/>
                <a:gd name="T19" fmla="*/ 27 h 538"/>
                <a:gd name="T20" fmla="*/ 144 w 596"/>
                <a:gd name="T21" fmla="*/ 0 h 538"/>
                <a:gd name="T22" fmla="*/ 139 w 596"/>
                <a:gd name="T23" fmla="*/ 5 h 538"/>
                <a:gd name="T24" fmla="*/ 140 w 596"/>
                <a:gd name="T25" fmla="*/ 0 h 538"/>
                <a:gd name="T26" fmla="*/ 140 w 596"/>
                <a:gd name="T27" fmla="*/ 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6" h="538">
                  <a:moveTo>
                    <a:pt x="8" y="525"/>
                  </a:moveTo>
                  <a:lnTo>
                    <a:pt x="145" y="0"/>
                  </a:lnTo>
                  <a:lnTo>
                    <a:pt x="590" y="27"/>
                  </a:lnTo>
                  <a:lnTo>
                    <a:pt x="8" y="525"/>
                  </a:lnTo>
                  <a:close/>
                  <a:moveTo>
                    <a:pt x="140" y="0"/>
                  </a:moveTo>
                  <a:lnTo>
                    <a:pt x="0" y="538"/>
                  </a:lnTo>
                  <a:lnTo>
                    <a:pt x="596" y="27"/>
                  </a:lnTo>
                  <a:lnTo>
                    <a:pt x="596" y="27"/>
                  </a:lnTo>
                  <a:lnTo>
                    <a:pt x="592" y="29"/>
                  </a:lnTo>
                  <a:lnTo>
                    <a:pt x="593" y="27"/>
                  </a:lnTo>
                  <a:lnTo>
                    <a:pt x="144" y="0"/>
                  </a:lnTo>
                  <a:lnTo>
                    <a:pt x="139" y="5"/>
                  </a:lnTo>
                  <a:lnTo>
                    <a:pt x="140" y="0"/>
                  </a:lnTo>
                  <a:lnTo>
                    <a:pt x="14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785">
              <a:extLst>
                <a:ext uri="{FF2B5EF4-FFF2-40B4-BE49-F238E27FC236}">
                  <a16:creationId xmlns:a16="http://schemas.microsoft.com/office/drawing/2014/main" id="{46A7A207-1F53-C5DD-0529-F3EC246869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65351" y="6046825"/>
              <a:ext cx="946150" cy="854075"/>
            </a:xfrm>
            <a:custGeom>
              <a:avLst/>
              <a:gdLst>
                <a:gd name="T0" fmla="*/ 8 w 596"/>
                <a:gd name="T1" fmla="*/ 525 h 538"/>
                <a:gd name="T2" fmla="*/ 145 w 596"/>
                <a:gd name="T3" fmla="*/ 0 h 538"/>
                <a:gd name="T4" fmla="*/ 590 w 596"/>
                <a:gd name="T5" fmla="*/ 27 h 538"/>
                <a:gd name="T6" fmla="*/ 8 w 596"/>
                <a:gd name="T7" fmla="*/ 525 h 538"/>
                <a:gd name="T8" fmla="*/ 140 w 596"/>
                <a:gd name="T9" fmla="*/ 0 h 538"/>
                <a:gd name="T10" fmla="*/ 0 w 596"/>
                <a:gd name="T11" fmla="*/ 538 h 538"/>
                <a:gd name="T12" fmla="*/ 596 w 596"/>
                <a:gd name="T13" fmla="*/ 27 h 538"/>
                <a:gd name="T14" fmla="*/ 596 w 596"/>
                <a:gd name="T15" fmla="*/ 27 h 538"/>
                <a:gd name="T16" fmla="*/ 592 w 596"/>
                <a:gd name="T17" fmla="*/ 29 h 538"/>
                <a:gd name="T18" fmla="*/ 593 w 596"/>
                <a:gd name="T19" fmla="*/ 27 h 538"/>
                <a:gd name="T20" fmla="*/ 144 w 596"/>
                <a:gd name="T21" fmla="*/ 0 h 538"/>
                <a:gd name="T22" fmla="*/ 139 w 596"/>
                <a:gd name="T23" fmla="*/ 5 h 538"/>
                <a:gd name="T24" fmla="*/ 140 w 596"/>
                <a:gd name="T25" fmla="*/ 0 h 538"/>
                <a:gd name="T26" fmla="*/ 140 w 596"/>
                <a:gd name="T27" fmla="*/ 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6" h="538">
                  <a:moveTo>
                    <a:pt x="8" y="525"/>
                  </a:moveTo>
                  <a:lnTo>
                    <a:pt x="145" y="0"/>
                  </a:lnTo>
                  <a:lnTo>
                    <a:pt x="590" y="27"/>
                  </a:lnTo>
                  <a:lnTo>
                    <a:pt x="8" y="525"/>
                  </a:lnTo>
                  <a:moveTo>
                    <a:pt x="140" y="0"/>
                  </a:moveTo>
                  <a:lnTo>
                    <a:pt x="0" y="538"/>
                  </a:lnTo>
                  <a:lnTo>
                    <a:pt x="596" y="27"/>
                  </a:lnTo>
                  <a:lnTo>
                    <a:pt x="596" y="27"/>
                  </a:lnTo>
                  <a:lnTo>
                    <a:pt x="592" y="29"/>
                  </a:lnTo>
                  <a:lnTo>
                    <a:pt x="593" y="27"/>
                  </a:lnTo>
                  <a:lnTo>
                    <a:pt x="144" y="0"/>
                  </a:lnTo>
                  <a:lnTo>
                    <a:pt x="139" y="5"/>
                  </a:lnTo>
                  <a:lnTo>
                    <a:pt x="140" y="0"/>
                  </a:lnTo>
                  <a:lnTo>
                    <a:pt x="14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786">
              <a:extLst>
                <a:ext uri="{FF2B5EF4-FFF2-40B4-BE49-F238E27FC236}">
                  <a16:creationId xmlns:a16="http://schemas.microsoft.com/office/drawing/2014/main" id="{F7026499-EC83-96E1-E73C-161CC4E89981}"/>
                </a:ext>
              </a:extLst>
            </p:cNvPr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787">
              <a:extLst>
                <a:ext uri="{FF2B5EF4-FFF2-40B4-BE49-F238E27FC236}">
                  <a16:creationId xmlns:a16="http://schemas.microsoft.com/office/drawing/2014/main" id="{35EE218F-E94A-25C9-0C00-77C1E31B1CFC}"/>
                </a:ext>
              </a:extLst>
            </p:cNvPr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788">
              <a:extLst>
                <a:ext uri="{FF2B5EF4-FFF2-40B4-BE49-F238E27FC236}">
                  <a16:creationId xmlns:a16="http://schemas.microsoft.com/office/drawing/2014/main" id="{68C5154E-75E3-7DEA-CDF9-C00FD0F6DD9B}"/>
                </a:ext>
              </a:extLst>
            </p:cNvPr>
            <p:cNvSpPr/>
            <p:nvPr/>
          </p:nvSpPr>
          <p:spPr bwMode="auto">
            <a:xfrm>
              <a:off x="2614676" y="6081750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4 h 4"/>
                <a:gd name="T4" fmla="*/ 4 w 4"/>
                <a:gd name="T5" fmla="*/ 0 h 4"/>
                <a:gd name="T6" fmla="*/ 1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4"/>
                  </a:ln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789">
              <a:extLst>
                <a:ext uri="{FF2B5EF4-FFF2-40B4-BE49-F238E27FC236}">
                  <a16:creationId xmlns:a16="http://schemas.microsoft.com/office/drawing/2014/main" id="{6C3D03EB-1A7C-3B8D-746F-ACB9E12A56BC}"/>
                </a:ext>
              </a:extLst>
            </p:cNvPr>
            <p:cNvSpPr/>
            <p:nvPr/>
          </p:nvSpPr>
          <p:spPr bwMode="auto">
            <a:xfrm>
              <a:off x="2614676" y="6081750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4 h 4"/>
                <a:gd name="T4" fmla="*/ 4 w 4"/>
                <a:gd name="T5" fmla="*/ 0 h 4"/>
                <a:gd name="T6" fmla="*/ 1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4"/>
                  </a:lnTo>
                  <a:lnTo>
                    <a:pt x="4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790">
              <a:extLst>
                <a:ext uri="{FF2B5EF4-FFF2-40B4-BE49-F238E27FC236}">
                  <a16:creationId xmlns:a16="http://schemas.microsoft.com/office/drawing/2014/main" id="{DBE8FA01-0DBE-00BC-8C11-A9BEB84C665C}"/>
                </a:ext>
              </a:extLst>
            </p:cNvPr>
            <p:cNvSpPr/>
            <p:nvPr/>
          </p:nvSpPr>
          <p:spPr bwMode="auto">
            <a:xfrm>
              <a:off x="2605151" y="6089687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2 h 2"/>
                <a:gd name="T4" fmla="*/ 4 w 4"/>
                <a:gd name="T5" fmla="*/ 0 h 2"/>
                <a:gd name="T6" fmla="*/ 4 w 4"/>
                <a:gd name="T7" fmla="*/ 0 h 2"/>
                <a:gd name="T8" fmla="*/ 1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791">
              <a:extLst>
                <a:ext uri="{FF2B5EF4-FFF2-40B4-BE49-F238E27FC236}">
                  <a16:creationId xmlns:a16="http://schemas.microsoft.com/office/drawing/2014/main" id="{763B6EBD-38CA-E765-4804-5186BD5235C5}"/>
                </a:ext>
              </a:extLst>
            </p:cNvPr>
            <p:cNvSpPr/>
            <p:nvPr/>
          </p:nvSpPr>
          <p:spPr bwMode="auto">
            <a:xfrm>
              <a:off x="2605151" y="6089687"/>
              <a:ext cx="6350" cy="3175"/>
            </a:xfrm>
            <a:custGeom>
              <a:avLst/>
              <a:gdLst>
                <a:gd name="T0" fmla="*/ 1 w 4"/>
                <a:gd name="T1" fmla="*/ 0 h 2"/>
                <a:gd name="T2" fmla="*/ 0 w 4"/>
                <a:gd name="T3" fmla="*/ 2 h 2"/>
                <a:gd name="T4" fmla="*/ 4 w 4"/>
                <a:gd name="T5" fmla="*/ 0 h 2"/>
                <a:gd name="T6" fmla="*/ 4 w 4"/>
                <a:gd name="T7" fmla="*/ 0 h 2"/>
                <a:gd name="T8" fmla="*/ 1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792">
              <a:extLst>
                <a:ext uri="{FF2B5EF4-FFF2-40B4-BE49-F238E27FC236}">
                  <a16:creationId xmlns:a16="http://schemas.microsoft.com/office/drawing/2014/main" id="{43F72F0E-09AE-FB6F-DE13-E0E7B774B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501" y="608968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793">
              <a:extLst>
                <a:ext uri="{FF2B5EF4-FFF2-40B4-BE49-F238E27FC236}">
                  <a16:creationId xmlns:a16="http://schemas.microsoft.com/office/drawing/2014/main" id="{DC9653CF-7570-404D-4F12-8ADBE9578E28}"/>
                </a:ext>
              </a:extLst>
            </p:cNvPr>
            <p:cNvSpPr/>
            <p:nvPr/>
          </p:nvSpPr>
          <p:spPr bwMode="auto">
            <a:xfrm flipH="1">
              <a:off x="2611501" y="608968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794">
              <a:extLst>
                <a:ext uri="{FF2B5EF4-FFF2-40B4-BE49-F238E27FC236}">
                  <a16:creationId xmlns:a16="http://schemas.microsoft.com/office/drawing/2014/main" id="{76443F92-D7D1-682F-B740-0431BABB4D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7601" y="6040475"/>
              <a:ext cx="720725" cy="49213"/>
            </a:xfrm>
            <a:custGeom>
              <a:avLst/>
              <a:gdLst>
                <a:gd name="T0" fmla="*/ 1 w 454"/>
                <a:gd name="T1" fmla="*/ 1 h 31"/>
                <a:gd name="T2" fmla="*/ 0 w 454"/>
                <a:gd name="T3" fmla="*/ 4 h 31"/>
                <a:gd name="T4" fmla="*/ 0 w 454"/>
                <a:gd name="T5" fmla="*/ 4 h 31"/>
                <a:gd name="T6" fmla="*/ 1 w 454"/>
                <a:gd name="T7" fmla="*/ 1 h 31"/>
                <a:gd name="T8" fmla="*/ 8 w 454"/>
                <a:gd name="T9" fmla="*/ 0 h 31"/>
                <a:gd name="T10" fmla="*/ 4 w 454"/>
                <a:gd name="T11" fmla="*/ 4 h 31"/>
                <a:gd name="T12" fmla="*/ 453 w 454"/>
                <a:gd name="T13" fmla="*/ 31 h 31"/>
                <a:gd name="T14" fmla="*/ 453 w 454"/>
                <a:gd name="T15" fmla="*/ 30 h 31"/>
                <a:gd name="T16" fmla="*/ 449 w 454"/>
                <a:gd name="T17" fmla="*/ 29 h 31"/>
                <a:gd name="T18" fmla="*/ 454 w 454"/>
                <a:gd name="T19" fmla="*/ 27 h 31"/>
                <a:gd name="T20" fmla="*/ 454 w 454"/>
                <a:gd name="T21" fmla="*/ 26 h 31"/>
                <a:gd name="T22" fmla="*/ 8 w 454"/>
                <a:gd name="T2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2" h="31">
                  <a:moveTo>
                    <a:pt x="1" y="1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1" y="1"/>
                  </a:lnTo>
                  <a:close/>
                  <a:moveTo>
                    <a:pt x="8" y="0"/>
                  </a:moveTo>
                  <a:lnTo>
                    <a:pt x="4" y="4"/>
                  </a:lnTo>
                  <a:lnTo>
                    <a:pt x="453" y="31"/>
                  </a:lnTo>
                  <a:lnTo>
                    <a:pt x="453" y="30"/>
                  </a:lnTo>
                  <a:lnTo>
                    <a:pt x="449" y="29"/>
                  </a:lnTo>
                  <a:lnTo>
                    <a:pt x="454" y="27"/>
                  </a:lnTo>
                  <a:lnTo>
                    <a:pt x="454" y="26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795">
              <a:extLst>
                <a:ext uri="{FF2B5EF4-FFF2-40B4-BE49-F238E27FC236}">
                  <a16:creationId xmlns:a16="http://schemas.microsoft.com/office/drawing/2014/main" id="{036834F1-1EBE-F5F7-37B5-0DC7A44874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7601" y="6040475"/>
              <a:ext cx="720725" cy="49213"/>
            </a:xfrm>
            <a:custGeom>
              <a:avLst/>
              <a:gdLst>
                <a:gd name="T0" fmla="*/ 1 w 454"/>
                <a:gd name="T1" fmla="*/ 1 h 31"/>
                <a:gd name="T2" fmla="*/ 0 w 454"/>
                <a:gd name="T3" fmla="*/ 4 h 31"/>
                <a:gd name="T4" fmla="*/ 0 w 454"/>
                <a:gd name="T5" fmla="*/ 4 h 31"/>
                <a:gd name="T6" fmla="*/ 1 w 454"/>
                <a:gd name="T7" fmla="*/ 1 h 31"/>
                <a:gd name="T8" fmla="*/ 8 w 454"/>
                <a:gd name="T9" fmla="*/ 0 h 31"/>
                <a:gd name="T10" fmla="*/ 4 w 454"/>
                <a:gd name="T11" fmla="*/ 4 h 31"/>
                <a:gd name="T12" fmla="*/ 453 w 454"/>
                <a:gd name="T13" fmla="*/ 31 h 31"/>
                <a:gd name="T14" fmla="*/ 453 w 454"/>
                <a:gd name="T15" fmla="*/ 30 h 31"/>
                <a:gd name="T16" fmla="*/ 449 w 454"/>
                <a:gd name="T17" fmla="*/ 29 h 31"/>
                <a:gd name="T18" fmla="*/ 454 w 454"/>
                <a:gd name="T19" fmla="*/ 27 h 31"/>
                <a:gd name="T20" fmla="*/ 454 w 454"/>
                <a:gd name="T21" fmla="*/ 26 h 31"/>
                <a:gd name="T22" fmla="*/ 8 w 454"/>
                <a:gd name="T2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2" h="31">
                  <a:moveTo>
                    <a:pt x="1" y="1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1" y="1"/>
                  </a:lnTo>
                  <a:moveTo>
                    <a:pt x="8" y="0"/>
                  </a:moveTo>
                  <a:lnTo>
                    <a:pt x="4" y="4"/>
                  </a:lnTo>
                  <a:lnTo>
                    <a:pt x="453" y="31"/>
                  </a:lnTo>
                  <a:lnTo>
                    <a:pt x="453" y="30"/>
                  </a:lnTo>
                  <a:lnTo>
                    <a:pt x="449" y="29"/>
                  </a:lnTo>
                  <a:lnTo>
                    <a:pt x="454" y="27"/>
                  </a:lnTo>
                  <a:lnTo>
                    <a:pt x="454" y="26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Freeform 796">
              <a:extLst>
                <a:ext uri="{FF2B5EF4-FFF2-40B4-BE49-F238E27FC236}">
                  <a16:creationId xmlns:a16="http://schemas.microsoft.com/office/drawing/2014/main" id="{AB313729-FB32-44E7-029E-AA7DEAFC991C}"/>
                </a:ext>
              </a:extLst>
            </p:cNvPr>
            <p:cNvSpPr/>
            <p:nvPr/>
          </p:nvSpPr>
          <p:spPr bwMode="auto">
            <a:xfrm>
              <a:off x="2600389" y="6083337"/>
              <a:ext cx="7937" cy="4763"/>
            </a:xfrm>
            <a:custGeom>
              <a:avLst/>
              <a:gdLst>
                <a:gd name="T0" fmla="*/ 5 w 5"/>
                <a:gd name="T1" fmla="*/ 0 h 3"/>
                <a:gd name="T2" fmla="*/ 0 w 5"/>
                <a:gd name="T3" fmla="*/ 2 h 3"/>
                <a:gd name="T4" fmla="*/ 4 w 5"/>
                <a:gd name="T5" fmla="*/ 3 h 3"/>
                <a:gd name="T6" fmla="*/ 5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797">
              <a:extLst>
                <a:ext uri="{FF2B5EF4-FFF2-40B4-BE49-F238E27FC236}">
                  <a16:creationId xmlns:a16="http://schemas.microsoft.com/office/drawing/2014/main" id="{7C0A93CC-FCE7-A469-22D5-7983AC0A8CDD}"/>
                </a:ext>
              </a:extLst>
            </p:cNvPr>
            <p:cNvSpPr/>
            <p:nvPr/>
          </p:nvSpPr>
          <p:spPr bwMode="auto">
            <a:xfrm>
              <a:off x="2600389" y="6083337"/>
              <a:ext cx="7937" cy="4763"/>
            </a:xfrm>
            <a:custGeom>
              <a:avLst/>
              <a:gdLst>
                <a:gd name="T0" fmla="*/ 5 w 5"/>
                <a:gd name="T1" fmla="*/ 0 h 3"/>
                <a:gd name="T2" fmla="*/ 0 w 5"/>
                <a:gd name="T3" fmla="*/ 2 h 3"/>
                <a:gd name="T4" fmla="*/ 4 w 5"/>
                <a:gd name="T5" fmla="*/ 3 h 3"/>
                <a:gd name="T6" fmla="*/ 5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798">
              <a:extLst>
                <a:ext uri="{FF2B5EF4-FFF2-40B4-BE49-F238E27FC236}">
                  <a16:creationId xmlns:a16="http://schemas.microsoft.com/office/drawing/2014/main" id="{7C9844E0-8CC0-2956-C595-8F3A6B733A07}"/>
                </a:ext>
              </a:extLst>
            </p:cNvPr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799">
              <a:extLst>
                <a:ext uri="{FF2B5EF4-FFF2-40B4-BE49-F238E27FC236}">
                  <a16:creationId xmlns:a16="http://schemas.microsoft.com/office/drawing/2014/main" id="{E44C88E2-3081-A490-C204-CE1F0F99765D}"/>
                </a:ext>
              </a:extLst>
            </p:cNvPr>
            <p:cNvSpPr/>
            <p:nvPr/>
          </p:nvSpPr>
          <p:spPr bwMode="auto">
            <a:xfrm>
              <a:off x="2611501" y="6089687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800">
              <a:extLst>
                <a:ext uri="{FF2B5EF4-FFF2-40B4-BE49-F238E27FC236}">
                  <a16:creationId xmlns:a16="http://schemas.microsoft.com/office/drawing/2014/main" id="{610F9804-7089-0FAF-6428-01D6986FC3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6739" y="6081750"/>
              <a:ext cx="4762" cy="7938"/>
            </a:xfrm>
            <a:custGeom>
              <a:avLst/>
              <a:gdLst>
                <a:gd name="T0" fmla="*/ 0 w 3"/>
                <a:gd name="T1" fmla="*/ 4 h 5"/>
                <a:gd name="T2" fmla="*/ 0 w 3"/>
                <a:gd name="T3" fmla="*/ 5 h 5"/>
                <a:gd name="T4" fmla="*/ 3 w 3"/>
                <a:gd name="T5" fmla="*/ 5 h 5"/>
                <a:gd name="T6" fmla="*/ 0 w 3"/>
                <a:gd name="T7" fmla="*/ 4 h 5"/>
                <a:gd name="T8" fmla="*/ 1 w 3"/>
                <a:gd name="T9" fmla="*/ 0 h 5"/>
                <a:gd name="T10" fmla="*/ 1 w 3"/>
                <a:gd name="T11" fmla="*/ 1 h 5"/>
                <a:gd name="T12" fmla="*/ 2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0" y="4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801">
              <a:extLst>
                <a:ext uri="{FF2B5EF4-FFF2-40B4-BE49-F238E27FC236}">
                  <a16:creationId xmlns:a16="http://schemas.microsoft.com/office/drawing/2014/main" id="{AE125245-D62E-CFAF-10FE-9B5FB161FF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6739" y="6081750"/>
              <a:ext cx="4762" cy="7938"/>
            </a:xfrm>
            <a:custGeom>
              <a:avLst/>
              <a:gdLst>
                <a:gd name="T0" fmla="*/ 0 w 3"/>
                <a:gd name="T1" fmla="*/ 4 h 5"/>
                <a:gd name="T2" fmla="*/ 0 w 3"/>
                <a:gd name="T3" fmla="*/ 5 h 5"/>
                <a:gd name="T4" fmla="*/ 3 w 3"/>
                <a:gd name="T5" fmla="*/ 5 h 5"/>
                <a:gd name="T6" fmla="*/ 0 w 3"/>
                <a:gd name="T7" fmla="*/ 4 h 5"/>
                <a:gd name="T8" fmla="*/ 1 w 3"/>
                <a:gd name="T9" fmla="*/ 0 h 5"/>
                <a:gd name="T10" fmla="*/ 1 w 3"/>
                <a:gd name="T11" fmla="*/ 1 h 5"/>
                <a:gd name="T12" fmla="*/ 2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0" y="4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802">
              <a:extLst>
                <a:ext uri="{FF2B5EF4-FFF2-40B4-BE49-F238E27FC236}">
                  <a16:creationId xmlns:a16="http://schemas.microsoft.com/office/drawing/2014/main" id="{452752AF-03C3-3531-0870-E42BA161B8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6739" y="6081750"/>
              <a:ext cx="9525" cy="7938"/>
            </a:xfrm>
            <a:custGeom>
              <a:avLst/>
              <a:gdLst>
                <a:gd name="T0" fmla="*/ 3 w 6"/>
                <a:gd name="T1" fmla="*/ 3 h 5"/>
                <a:gd name="T2" fmla="*/ 3 w 6"/>
                <a:gd name="T3" fmla="*/ 0 h 5"/>
                <a:gd name="T4" fmla="*/ 3 w 6"/>
                <a:gd name="T5" fmla="*/ 3 h 5"/>
                <a:gd name="T6" fmla="*/ 2 w 6"/>
                <a:gd name="T7" fmla="*/ 1 h 5"/>
                <a:gd name="T8" fmla="*/ 3 w 6"/>
                <a:gd name="T9" fmla="*/ 3 h 5"/>
                <a:gd name="T10" fmla="*/ 2 w 6"/>
                <a:gd name="T11" fmla="*/ 0 h 5"/>
                <a:gd name="T12" fmla="*/ 1 w 6"/>
                <a:gd name="T13" fmla="*/ 1 h 5"/>
                <a:gd name="T14" fmla="*/ 0 w 6"/>
                <a:gd name="T15" fmla="*/ 4 h 5"/>
                <a:gd name="T16" fmla="*/ 3 w 6"/>
                <a:gd name="T17" fmla="*/ 5 h 5"/>
                <a:gd name="T18" fmla="*/ 3 w 6"/>
                <a:gd name="T19" fmla="*/ 5 h 5"/>
                <a:gd name="T20" fmla="*/ 4 w 6"/>
                <a:gd name="T21" fmla="*/ 5 h 5"/>
                <a:gd name="T22" fmla="*/ 5 w 6"/>
                <a:gd name="T23" fmla="*/ 4 h 5"/>
                <a:gd name="T24" fmla="*/ 6 w 6"/>
                <a:gd name="T25" fmla="*/ 0 h 5"/>
                <a:gd name="T26" fmla="*/ 3 w 6"/>
                <a:gd name="T27" fmla="*/ 0 h 5"/>
                <a:gd name="T28" fmla="*/ 2 w 6"/>
                <a:gd name="T2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" h="5">
                  <a:moveTo>
                    <a:pt x="3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2" y="1"/>
                  </a:lnTo>
                  <a:lnTo>
                    <a:pt x="3" y="3"/>
                  </a:lnTo>
                  <a:close/>
                  <a:moveTo>
                    <a:pt x="2" y="0"/>
                  </a:moveTo>
                  <a:lnTo>
                    <a:pt x="1" y="1"/>
                  </a:lnTo>
                  <a:lnTo>
                    <a:pt x="0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6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Freeform 803">
              <a:extLst>
                <a:ext uri="{FF2B5EF4-FFF2-40B4-BE49-F238E27FC236}">
                  <a16:creationId xmlns:a16="http://schemas.microsoft.com/office/drawing/2014/main" id="{FA44CEDC-CA2F-7ABC-EC9D-1A6E4D7834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6739" y="6081750"/>
              <a:ext cx="9525" cy="7938"/>
            </a:xfrm>
            <a:custGeom>
              <a:avLst/>
              <a:gdLst>
                <a:gd name="T0" fmla="*/ 3 w 6"/>
                <a:gd name="T1" fmla="*/ 3 h 5"/>
                <a:gd name="T2" fmla="*/ 3 w 6"/>
                <a:gd name="T3" fmla="*/ 0 h 5"/>
                <a:gd name="T4" fmla="*/ 3 w 6"/>
                <a:gd name="T5" fmla="*/ 3 h 5"/>
                <a:gd name="T6" fmla="*/ 2 w 6"/>
                <a:gd name="T7" fmla="*/ 1 h 5"/>
                <a:gd name="T8" fmla="*/ 3 w 6"/>
                <a:gd name="T9" fmla="*/ 3 h 5"/>
                <a:gd name="T10" fmla="*/ 2 w 6"/>
                <a:gd name="T11" fmla="*/ 0 h 5"/>
                <a:gd name="T12" fmla="*/ 1 w 6"/>
                <a:gd name="T13" fmla="*/ 1 h 5"/>
                <a:gd name="T14" fmla="*/ 0 w 6"/>
                <a:gd name="T15" fmla="*/ 4 h 5"/>
                <a:gd name="T16" fmla="*/ 3 w 6"/>
                <a:gd name="T17" fmla="*/ 5 h 5"/>
                <a:gd name="T18" fmla="*/ 3 w 6"/>
                <a:gd name="T19" fmla="*/ 5 h 5"/>
                <a:gd name="T20" fmla="*/ 4 w 6"/>
                <a:gd name="T21" fmla="*/ 5 h 5"/>
                <a:gd name="T22" fmla="*/ 5 w 6"/>
                <a:gd name="T23" fmla="*/ 4 h 5"/>
                <a:gd name="T24" fmla="*/ 6 w 6"/>
                <a:gd name="T25" fmla="*/ 0 h 5"/>
                <a:gd name="T26" fmla="*/ 3 w 6"/>
                <a:gd name="T27" fmla="*/ 0 h 5"/>
                <a:gd name="T28" fmla="*/ 2 w 6"/>
                <a:gd name="T2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" h="5">
                  <a:moveTo>
                    <a:pt x="3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2" y="1"/>
                  </a:lnTo>
                  <a:lnTo>
                    <a:pt x="3" y="3"/>
                  </a:lnTo>
                  <a:moveTo>
                    <a:pt x="2" y="0"/>
                  </a:moveTo>
                  <a:lnTo>
                    <a:pt x="1" y="1"/>
                  </a:lnTo>
                  <a:lnTo>
                    <a:pt x="0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6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Freeform 804">
              <a:extLst>
                <a:ext uri="{FF2B5EF4-FFF2-40B4-BE49-F238E27FC236}">
                  <a16:creationId xmlns:a16="http://schemas.microsoft.com/office/drawing/2014/main" id="{72378951-EBDD-6D45-9B01-F0DF0498E3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6014" y="6040475"/>
              <a:ext cx="7937" cy="14288"/>
            </a:xfrm>
            <a:custGeom>
              <a:avLst/>
              <a:gdLst>
                <a:gd name="T0" fmla="*/ 1 w 5"/>
                <a:gd name="T1" fmla="*/ 4 h 9"/>
                <a:gd name="T2" fmla="*/ 0 w 5"/>
                <a:gd name="T3" fmla="*/ 9 h 9"/>
                <a:gd name="T4" fmla="*/ 5 w 5"/>
                <a:gd name="T5" fmla="*/ 4 h 9"/>
                <a:gd name="T6" fmla="*/ 1 w 5"/>
                <a:gd name="T7" fmla="*/ 4 h 9"/>
                <a:gd name="T8" fmla="*/ 2 w 5"/>
                <a:gd name="T9" fmla="*/ 0 h 9"/>
                <a:gd name="T10" fmla="*/ 2 w 5"/>
                <a:gd name="T11" fmla="*/ 1 h 9"/>
                <a:gd name="T12" fmla="*/ 3 w 5"/>
                <a:gd name="T13" fmla="*/ 0 h 9"/>
                <a:gd name="T14" fmla="*/ 2 w 5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9">
                  <a:moveTo>
                    <a:pt x="1" y="4"/>
                  </a:moveTo>
                  <a:lnTo>
                    <a:pt x="0" y="9"/>
                  </a:lnTo>
                  <a:lnTo>
                    <a:pt x="5" y="4"/>
                  </a:lnTo>
                  <a:lnTo>
                    <a:pt x="1" y="4"/>
                  </a:lnTo>
                  <a:close/>
                  <a:moveTo>
                    <a:pt x="2" y="0"/>
                  </a:move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805">
              <a:extLst>
                <a:ext uri="{FF2B5EF4-FFF2-40B4-BE49-F238E27FC236}">
                  <a16:creationId xmlns:a16="http://schemas.microsoft.com/office/drawing/2014/main" id="{5618A7F6-BE7C-50B7-15B3-E770621C95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6014" y="6040475"/>
              <a:ext cx="7937" cy="14288"/>
            </a:xfrm>
            <a:custGeom>
              <a:avLst/>
              <a:gdLst>
                <a:gd name="T0" fmla="*/ 1 w 5"/>
                <a:gd name="T1" fmla="*/ 4 h 9"/>
                <a:gd name="T2" fmla="*/ 0 w 5"/>
                <a:gd name="T3" fmla="*/ 9 h 9"/>
                <a:gd name="T4" fmla="*/ 5 w 5"/>
                <a:gd name="T5" fmla="*/ 4 h 9"/>
                <a:gd name="T6" fmla="*/ 1 w 5"/>
                <a:gd name="T7" fmla="*/ 4 h 9"/>
                <a:gd name="T8" fmla="*/ 2 w 5"/>
                <a:gd name="T9" fmla="*/ 0 h 9"/>
                <a:gd name="T10" fmla="*/ 2 w 5"/>
                <a:gd name="T11" fmla="*/ 1 h 9"/>
                <a:gd name="T12" fmla="*/ 3 w 5"/>
                <a:gd name="T13" fmla="*/ 0 h 9"/>
                <a:gd name="T14" fmla="*/ 2 w 5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9">
                  <a:moveTo>
                    <a:pt x="1" y="4"/>
                  </a:moveTo>
                  <a:lnTo>
                    <a:pt x="0" y="9"/>
                  </a:lnTo>
                  <a:lnTo>
                    <a:pt x="5" y="4"/>
                  </a:lnTo>
                  <a:lnTo>
                    <a:pt x="1" y="4"/>
                  </a:lnTo>
                  <a:moveTo>
                    <a:pt x="2" y="0"/>
                  </a:move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806">
              <a:extLst>
                <a:ext uri="{FF2B5EF4-FFF2-40B4-BE49-F238E27FC236}">
                  <a16:creationId xmlns:a16="http://schemas.microsoft.com/office/drawing/2014/main" id="{3ECC4DDD-2D6D-3AA1-EC4D-ABA89725BFFE}"/>
                </a:ext>
              </a:extLst>
            </p:cNvPr>
            <p:cNvSpPr/>
            <p:nvPr/>
          </p:nvSpPr>
          <p:spPr bwMode="auto">
            <a:xfrm>
              <a:off x="1887601" y="6040475"/>
              <a:ext cx="12700" cy="6350"/>
            </a:xfrm>
            <a:custGeom>
              <a:avLst/>
              <a:gdLst>
                <a:gd name="T0" fmla="*/ 2 w 8"/>
                <a:gd name="T1" fmla="*/ 0 h 4"/>
                <a:gd name="T2" fmla="*/ 1 w 8"/>
                <a:gd name="T3" fmla="*/ 1 h 4"/>
                <a:gd name="T4" fmla="*/ 1 w 8"/>
                <a:gd name="T5" fmla="*/ 1 h 4"/>
                <a:gd name="T6" fmla="*/ 0 w 8"/>
                <a:gd name="T7" fmla="*/ 4 h 4"/>
                <a:gd name="T8" fmla="*/ 4 w 8"/>
                <a:gd name="T9" fmla="*/ 4 h 4"/>
                <a:gd name="T10" fmla="*/ 8 w 8"/>
                <a:gd name="T11" fmla="*/ 0 h 4"/>
                <a:gd name="T12" fmla="*/ 2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807">
              <a:extLst>
                <a:ext uri="{FF2B5EF4-FFF2-40B4-BE49-F238E27FC236}">
                  <a16:creationId xmlns:a16="http://schemas.microsoft.com/office/drawing/2014/main" id="{EA532B54-03BA-5FB4-AE8F-50A5F6751846}"/>
                </a:ext>
              </a:extLst>
            </p:cNvPr>
            <p:cNvSpPr/>
            <p:nvPr/>
          </p:nvSpPr>
          <p:spPr bwMode="auto">
            <a:xfrm>
              <a:off x="1887601" y="6040475"/>
              <a:ext cx="12700" cy="6350"/>
            </a:xfrm>
            <a:custGeom>
              <a:avLst/>
              <a:gdLst>
                <a:gd name="T0" fmla="*/ 2 w 8"/>
                <a:gd name="T1" fmla="*/ 0 h 4"/>
                <a:gd name="T2" fmla="*/ 1 w 8"/>
                <a:gd name="T3" fmla="*/ 1 h 4"/>
                <a:gd name="T4" fmla="*/ 1 w 8"/>
                <a:gd name="T5" fmla="*/ 1 h 4"/>
                <a:gd name="T6" fmla="*/ 0 w 8"/>
                <a:gd name="T7" fmla="*/ 4 h 4"/>
                <a:gd name="T8" fmla="*/ 4 w 8"/>
                <a:gd name="T9" fmla="*/ 4 h 4"/>
                <a:gd name="T10" fmla="*/ 8 w 8"/>
                <a:gd name="T11" fmla="*/ 0 h 4"/>
                <a:gd name="T12" fmla="*/ 2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808">
              <a:extLst>
                <a:ext uri="{FF2B5EF4-FFF2-40B4-BE49-F238E27FC236}">
                  <a16:creationId xmlns:a16="http://schemas.microsoft.com/office/drawing/2014/main" id="{70223E2C-B272-6DD9-30B6-EE4848BDFE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3664" y="4291050"/>
              <a:ext cx="947737" cy="1144588"/>
            </a:xfrm>
            <a:custGeom>
              <a:avLst/>
              <a:gdLst>
                <a:gd name="T0" fmla="*/ 8 w 597"/>
                <a:gd name="T1" fmla="*/ 214 h 721"/>
                <a:gd name="T2" fmla="*/ 413 w 597"/>
                <a:gd name="T3" fmla="*/ 562 h 721"/>
                <a:gd name="T4" fmla="*/ 8 w 597"/>
                <a:gd name="T5" fmla="*/ 214 h 721"/>
                <a:gd name="T6" fmla="*/ 8 w 597"/>
                <a:gd name="T7" fmla="*/ 214 h 721"/>
                <a:gd name="T8" fmla="*/ 57 w 597"/>
                <a:gd name="T9" fmla="*/ 180 h 721"/>
                <a:gd name="T10" fmla="*/ 0 w 597"/>
                <a:gd name="T11" fmla="*/ 205 h 721"/>
                <a:gd name="T12" fmla="*/ 57 w 597"/>
                <a:gd name="T13" fmla="*/ 180 h 721"/>
                <a:gd name="T14" fmla="*/ 477 w 597"/>
                <a:gd name="T15" fmla="*/ 4 h 721"/>
                <a:gd name="T16" fmla="*/ 472 w 597"/>
                <a:gd name="T17" fmla="*/ 6 h 721"/>
                <a:gd name="T18" fmla="*/ 592 w 597"/>
                <a:gd name="T19" fmla="*/ 716 h 721"/>
                <a:gd name="T20" fmla="*/ 597 w 597"/>
                <a:gd name="T21" fmla="*/ 721 h 721"/>
                <a:gd name="T22" fmla="*/ 477 w 597"/>
                <a:gd name="T23" fmla="*/ 4 h 721"/>
                <a:gd name="T24" fmla="*/ 476 w 597"/>
                <a:gd name="T25" fmla="*/ 0 h 721"/>
                <a:gd name="T26" fmla="*/ 474 w 597"/>
                <a:gd name="T27" fmla="*/ 1 h 721"/>
                <a:gd name="T28" fmla="*/ 476 w 597"/>
                <a:gd name="T29" fmla="*/ 1 h 721"/>
                <a:gd name="T30" fmla="*/ 476 w 597"/>
                <a:gd name="T31" fmla="*/ 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97" h="721">
                  <a:moveTo>
                    <a:pt x="8" y="214"/>
                  </a:moveTo>
                  <a:lnTo>
                    <a:pt x="413" y="562"/>
                  </a:lnTo>
                  <a:lnTo>
                    <a:pt x="8" y="214"/>
                  </a:lnTo>
                  <a:lnTo>
                    <a:pt x="8" y="214"/>
                  </a:lnTo>
                  <a:close/>
                  <a:moveTo>
                    <a:pt x="57" y="180"/>
                  </a:moveTo>
                  <a:lnTo>
                    <a:pt x="0" y="205"/>
                  </a:lnTo>
                  <a:lnTo>
                    <a:pt x="57" y="180"/>
                  </a:lnTo>
                  <a:close/>
                  <a:moveTo>
                    <a:pt x="477" y="4"/>
                  </a:moveTo>
                  <a:lnTo>
                    <a:pt x="472" y="6"/>
                  </a:lnTo>
                  <a:lnTo>
                    <a:pt x="592" y="716"/>
                  </a:lnTo>
                  <a:lnTo>
                    <a:pt x="597" y="721"/>
                  </a:lnTo>
                  <a:lnTo>
                    <a:pt x="477" y="4"/>
                  </a:lnTo>
                  <a:close/>
                  <a:moveTo>
                    <a:pt x="476" y="0"/>
                  </a:moveTo>
                  <a:lnTo>
                    <a:pt x="474" y="1"/>
                  </a:lnTo>
                  <a:lnTo>
                    <a:pt x="476" y="1"/>
                  </a:lnTo>
                  <a:lnTo>
                    <a:pt x="47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809">
              <a:extLst>
                <a:ext uri="{FF2B5EF4-FFF2-40B4-BE49-F238E27FC236}">
                  <a16:creationId xmlns:a16="http://schemas.microsoft.com/office/drawing/2014/main" id="{DB59472C-F54E-5A7B-DE79-9BF8F36C5E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3664" y="4291050"/>
              <a:ext cx="947737" cy="1144588"/>
            </a:xfrm>
            <a:custGeom>
              <a:avLst/>
              <a:gdLst>
                <a:gd name="T0" fmla="*/ 8 w 597"/>
                <a:gd name="T1" fmla="*/ 214 h 721"/>
                <a:gd name="T2" fmla="*/ 413 w 597"/>
                <a:gd name="T3" fmla="*/ 562 h 721"/>
                <a:gd name="T4" fmla="*/ 8 w 597"/>
                <a:gd name="T5" fmla="*/ 214 h 721"/>
                <a:gd name="T6" fmla="*/ 8 w 597"/>
                <a:gd name="T7" fmla="*/ 214 h 721"/>
                <a:gd name="T8" fmla="*/ 57 w 597"/>
                <a:gd name="T9" fmla="*/ 180 h 721"/>
                <a:gd name="T10" fmla="*/ 0 w 597"/>
                <a:gd name="T11" fmla="*/ 205 h 721"/>
                <a:gd name="T12" fmla="*/ 57 w 597"/>
                <a:gd name="T13" fmla="*/ 180 h 721"/>
                <a:gd name="T14" fmla="*/ 477 w 597"/>
                <a:gd name="T15" fmla="*/ 4 h 721"/>
                <a:gd name="T16" fmla="*/ 472 w 597"/>
                <a:gd name="T17" fmla="*/ 6 h 721"/>
                <a:gd name="T18" fmla="*/ 592 w 597"/>
                <a:gd name="T19" fmla="*/ 716 h 721"/>
                <a:gd name="T20" fmla="*/ 597 w 597"/>
                <a:gd name="T21" fmla="*/ 721 h 721"/>
                <a:gd name="T22" fmla="*/ 477 w 597"/>
                <a:gd name="T23" fmla="*/ 4 h 721"/>
                <a:gd name="T24" fmla="*/ 476 w 597"/>
                <a:gd name="T25" fmla="*/ 0 h 721"/>
                <a:gd name="T26" fmla="*/ 474 w 597"/>
                <a:gd name="T27" fmla="*/ 1 h 721"/>
                <a:gd name="T28" fmla="*/ 476 w 597"/>
                <a:gd name="T29" fmla="*/ 1 h 721"/>
                <a:gd name="T30" fmla="*/ 476 w 597"/>
                <a:gd name="T31" fmla="*/ 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97" h="721">
                  <a:moveTo>
                    <a:pt x="8" y="214"/>
                  </a:moveTo>
                  <a:lnTo>
                    <a:pt x="413" y="562"/>
                  </a:lnTo>
                  <a:lnTo>
                    <a:pt x="8" y="214"/>
                  </a:lnTo>
                  <a:lnTo>
                    <a:pt x="8" y="214"/>
                  </a:lnTo>
                  <a:moveTo>
                    <a:pt x="57" y="180"/>
                  </a:moveTo>
                  <a:lnTo>
                    <a:pt x="0" y="205"/>
                  </a:lnTo>
                  <a:lnTo>
                    <a:pt x="57" y="180"/>
                  </a:lnTo>
                  <a:moveTo>
                    <a:pt x="477" y="4"/>
                  </a:moveTo>
                  <a:lnTo>
                    <a:pt x="472" y="6"/>
                  </a:lnTo>
                  <a:lnTo>
                    <a:pt x="592" y="716"/>
                  </a:lnTo>
                  <a:lnTo>
                    <a:pt x="597" y="721"/>
                  </a:lnTo>
                  <a:lnTo>
                    <a:pt x="477" y="4"/>
                  </a:lnTo>
                  <a:moveTo>
                    <a:pt x="476" y="0"/>
                  </a:moveTo>
                  <a:lnTo>
                    <a:pt x="474" y="1"/>
                  </a:lnTo>
                  <a:lnTo>
                    <a:pt x="476" y="1"/>
                  </a:lnTo>
                  <a:lnTo>
                    <a:pt x="47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810">
              <a:extLst>
                <a:ext uri="{FF2B5EF4-FFF2-40B4-BE49-F238E27FC236}">
                  <a16:creationId xmlns:a16="http://schemas.microsoft.com/office/drawing/2014/main" id="{290E52CB-F3C9-01F7-87BD-25A10AF8A507}"/>
                </a:ext>
              </a:extLst>
            </p:cNvPr>
            <p:cNvSpPr/>
            <p:nvPr/>
          </p:nvSpPr>
          <p:spPr bwMode="auto">
            <a:xfrm>
              <a:off x="3406839" y="4622837"/>
              <a:ext cx="9525" cy="7938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0 h 5"/>
                <a:gd name="T4" fmla="*/ 6 w 6"/>
                <a:gd name="T5" fmla="*/ 5 h 5"/>
                <a:gd name="T6" fmla="*/ 6 w 6"/>
                <a:gd name="T7" fmla="*/ 5 h 5"/>
                <a:gd name="T8" fmla="*/ 0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0"/>
                  </a:lnTo>
                  <a:lnTo>
                    <a:pt x="6" y="5"/>
                  </a:lnTo>
                  <a:lnTo>
                    <a:pt x="6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811">
              <a:extLst>
                <a:ext uri="{FF2B5EF4-FFF2-40B4-BE49-F238E27FC236}">
                  <a16:creationId xmlns:a16="http://schemas.microsoft.com/office/drawing/2014/main" id="{5A3ED6D0-AF34-B2E9-DE60-5ED129523085}"/>
                </a:ext>
              </a:extLst>
            </p:cNvPr>
            <p:cNvSpPr/>
            <p:nvPr/>
          </p:nvSpPr>
          <p:spPr bwMode="auto">
            <a:xfrm>
              <a:off x="3406839" y="4622837"/>
              <a:ext cx="9525" cy="7938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0 h 5"/>
                <a:gd name="T4" fmla="*/ 6 w 6"/>
                <a:gd name="T5" fmla="*/ 5 h 5"/>
                <a:gd name="T6" fmla="*/ 6 w 6"/>
                <a:gd name="T7" fmla="*/ 5 h 5"/>
                <a:gd name="T8" fmla="*/ 0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0"/>
                  </a:lnTo>
                  <a:lnTo>
                    <a:pt x="6" y="5"/>
                  </a:lnTo>
                  <a:lnTo>
                    <a:pt x="6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812">
              <a:extLst>
                <a:ext uri="{FF2B5EF4-FFF2-40B4-BE49-F238E27FC236}">
                  <a16:creationId xmlns:a16="http://schemas.microsoft.com/office/drawing/2014/main" id="{BE851B11-8701-A714-34E3-0202B16CE0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3664" y="4292637"/>
              <a:ext cx="757237" cy="330200"/>
            </a:xfrm>
            <a:custGeom>
              <a:avLst/>
              <a:gdLst>
                <a:gd name="T0" fmla="*/ 472 w 477"/>
                <a:gd name="T1" fmla="*/ 2 h 208"/>
                <a:gd name="T2" fmla="*/ 474 w 477"/>
                <a:gd name="T3" fmla="*/ 2 h 208"/>
                <a:gd name="T4" fmla="*/ 472 w 477"/>
                <a:gd name="T5" fmla="*/ 2 h 208"/>
                <a:gd name="T6" fmla="*/ 474 w 477"/>
                <a:gd name="T7" fmla="*/ 0 h 208"/>
                <a:gd name="T8" fmla="*/ 473 w 477"/>
                <a:gd name="T9" fmla="*/ 0 h 208"/>
                <a:gd name="T10" fmla="*/ 57 w 477"/>
                <a:gd name="T11" fmla="*/ 179 h 208"/>
                <a:gd name="T12" fmla="*/ 0 w 477"/>
                <a:gd name="T13" fmla="*/ 204 h 208"/>
                <a:gd name="T14" fmla="*/ 0 w 477"/>
                <a:gd name="T15" fmla="*/ 206 h 208"/>
                <a:gd name="T16" fmla="*/ 4 w 477"/>
                <a:gd name="T17" fmla="*/ 207 h 208"/>
                <a:gd name="T18" fmla="*/ 2 w 477"/>
                <a:gd name="T19" fmla="*/ 208 h 208"/>
                <a:gd name="T20" fmla="*/ 3 w 477"/>
                <a:gd name="T21" fmla="*/ 208 h 208"/>
                <a:gd name="T22" fmla="*/ 472 w 477"/>
                <a:gd name="T23" fmla="*/ 5 h 208"/>
                <a:gd name="T24" fmla="*/ 472 w 477"/>
                <a:gd name="T25" fmla="*/ 5 h 208"/>
                <a:gd name="T26" fmla="*/ 477 w 477"/>
                <a:gd name="T27" fmla="*/ 3 h 208"/>
                <a:gd name="T28" fmla="*/ 476 w 477"/>
                <a:gd name="T29" fmla="*/ 0 h 208"/>
                <a:gd name="T30" fmla="*/ 474 w 477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7" h="208">
                  <a:moveTo>
                    <a:pt x="472" y="2"/>
                  </a:moveTo>
                  <a:lnTo>
                    <a:pt x="474" y="2"/>
                  </a:lnTo>
                  <a:lnTo>
                    <a:pt x="472" y="2"/>
                  </a:lnTo>
                  <a:close/>
                  <a:moveTo>
                    <a:pt x="474" y="0"/>
                  </a:moveTo>
                  <a:lnTo>
                    <a:pt x="473" y="0"/>
                  </a:lnTo>
                  <a:lnTo>
                    <a:pt x="57" y="179"/>
                  </a:lnTo>
                  <a:lnTo>
                    <a:pt x="0" y="204"/>
                  </a:lnTo>
                  <a:lnTo>
                    <a:pt x="0" y="206"/>
                  </a:lnTo>
                  <a:lnTo>
                    <a:pt x="4" y="207"/>
                  </a:lnTo>
                  <a:lnTo>
                    <a:pt x="2" y="208"/>
                  </a:lnTo>
                  <a:lnTo>
                    <a:pt x="3" y="208"/>
                  </a:lnTo>
                  <a:lnTo>
                    <a:pt x="472" y="5"/>
                  </a:lnTo>
                  <a:lnTo>
                    <a:pt x="472" y="5"/>
                  </a:lnTo>
                  <a:lnTo>
                    <a:pt x="477" y="3"/>
                  </a:lnTo>
                  <a:lnTo>
                    <a:pt x="476" y="0"/>
                  </a:lnTo>
                  <a:lnTo>
                    <a:pt x="47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813">
              <a:extLst>
                <a:ext uri="{FF2B5EF4-FFF2-40B4-BE49-F238E27FC236}">
                  <a16:creationId xmlns:a16="http://schemas.microsoft.com/office/drawing/2014/main" id="{5B8D44CC-B770-AE9E-4EAD-44BCF73052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3664" y="4292637"/>
              <a:ext cx="757237" cy="330200"/>
            </a:xfrm>
            <a:custGeom>
              <a:avLst/>
              <a:gdLst>
                <a:gd name="T0" fmla="*/ 472 w 477"/>
                <a:gd name="T1" fmla="*/ 2 h 208"/>
                <a:gd name="T2" fmla="*/ 474 w 477"/>
                <a:gd name="T3" fmla="*/ 2 h 208"/>
                <a:gd name="T4" fmla="*/ 472 w 477"/>
                <a:gd name="T5" fmla="*/ 2 h 208"/>
                <a:gd name="T6" fmla="*/ 474 w 477"/>
                <a:gd name="T7" fmla="*/ 0 h 208"/>
                <a:gd name="T8" fmla="*/ 473 w 477"/>
                <a:gd name="T9" fmla="*/ 0 h 208"/>
                <a:gd name="T10" fmla="*/ 57 w 477"/>
                <a:gd name="T11" fmla="*/ 179 h 208"/>
                <a:gd name="T12" fmla="*/ 0 w 477"/>
                <a:gd name="T13" fmla="*/ 204 h 208"/>
                <a:gd name="T14" fmla="*/ 0 w 477"/>
                <a:gd name="T15" fmla="*/ 206 h 208"/>
                <a:gd name="T16" fmla="*/ 4 w 477"/>
                <a:gd name="T17" fmla="*/ 207 h 208"/>
                <a:gd name="T18" fmla="*/ 2 w 477"/>
                <a:gd name="T19" fmla="*/ 208 h 208"/>
                <a:gd name="T20" fmla="*/ 3 w 477"/>
                <a:gd name="T21" fmla="*/ 208 h 208"/>
                <a:gd name="T22" fmla="*/ 472 w 477"/>
                <a:gd name="T23" fmla="*/ 5 h 208"/>
                <a:gd name="T24" fmla="*/ 472 w 477"/>
                <a:gd name="T25" fmla="*/ 5 h 208"/>
                <a:gd name="T26" fmla="*/ 477 w 477"/>
                <a:gd name="T27" fmla="*/ 3 h 208"/>
                <a:gd name="T28" fmla="*/ 476 w 477"/>
                <a:gd name="T29" fmla="*/ 0 h 208"/>
                <a:gd name="T30" fmla="*/ 474 w 477"/>
                <a:gd name="T3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7" h="208">
                  <a:moveTo>
                    <a:pt x="472" y="2"/>
                  </a:moveTo>
                  <a:lnTo>
                    <a:pt x="474" y="2"/>
                  </a:lnTo>
                  <a:lnTo>
                    <a:pt x="472" y="2"/>
                  </a:lnTo>
                  <a:moveTo>
                    <a:pt x="474" y="0"/>
                  </a:moveTo>
                  <a:lnTo>
                    <a:pt x="473" y="0"/>
                  </a:lnTo>
                  <a:lnTo>
                    <a:pt x="57" y="179"/>
                  </a:lnTo>
                  <a:lnTo>
                    <a:pt x="0" y="204"/>
                  </a:lnTo>
                  <a:lnTo>
                    <a:pt x="0" y="206"/>
                  </a:lnTo>
                  <a:lnTo>
                    <a:pt x="4" y="207"/>
                  </a:lnTo>
                  <a:lnTo>
                    <a:pt x="2" y="208"/>
                  </a:lnTo>
                  <a:lnTo>
                    <a:pt x="3" y="208"/>
                  </a:lnTo>
                  <a:lnTo>
                    <a:pt x="472" y="5"/>
                  </a:lnTo>
                  <a:lnTo>
                    <a:pt x="472" y="5"/>
                  </a:lnTo>
                  <a:lnTo>
                    <a:pt x="477" y="3"/>
                  </a:lnTo>
                  <a:lnTo>
                    <a:pt x="476" y="0"/>
                  </a:lnTo>
                  <a:lnTo>
                    <a:pt x="47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814">
              <a:extLst>
                <a:ext uri="{FF2B5EF4-FFF2-40B4-BE49-F238E27FC236}">
                  <a16:creationId xmlns:a16="http://schemas.microsoft.com/office/drawing/2014/main" id="{A3431A44-B5FC-419C-8DF5-7E4065B50221}"/>
                </a:ext>
              </a:extLst>
            </p:cNvPr>
            <p:cNvSpPr/>
            <p:nvPr/>
          </p:nvSpPr>
          <p:spPr bwMode="auto">
            <a:xfrm>
              <a:off x="3406839" y="462283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1 w 1"/>
                <a:gd name="T6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815">
              <a:extLst>
                <a:ext uri="{FF2B5EF4-FFF2-40B4-BE49-F238E27FC236}">
                  <a16:creationId xmlns:a16="http://schemas.microsoft.com/office/drawing/2014/main" id="{9C088AE9-2799-F154-3961-62AABDE7FE5E}"/>
                </a:ext>
              </a:extLst>
            </p:cNvPr>
            <p:cNvSpPr/>
            <p:nvPr/>
          </p:nvSpPr>
          <p:spPr bwMode="auto">
            <a:xfrm>
              <a:off x="3406839" y="4622837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1 w 1"/>
                <a:gd name="T6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816">
              <a:extLst>
                <a:ext uri="{FF2B5EF4-FFF2-40B4-BE49-F238E27FC236}">
                  <a16:creationId xmlns:a16="http://schemas.microsoft.com/office/drawing/2014/main" id="{A7EE6F1A-02C2-60EC-E570-55112009B7CC}"/>
                </a:ext>
              </a:extLst>
            </p:cNvPr>
            <p:cNvSpPr/>
            <p:nvPr/>
          </p:nvSpPr>
          <p:spPr bwMode="auto">
            <a:xfrm>
              <a:off x="3403664" y="4619662"/>
              <a:ext cx="6350" cy="3175"/>
            </a:xfrm>
            <a:custGeom>
              <a:avLst/>
              <a:gdLst>
                <a:gd name="T0" fmla="*/ 0 w 4"/>
                <a:gd name="T1" fmla="*/ 0 h 2"/>
                <a:gd name="T2" fmla="*/ 0 w 4"/>
                <a:gd name="T3" fmla="*/ 0 h 2"/>
                <a:gd name="T4" fmla="*/ 2 w 4"/>
                <a:gd name="T5" fmla="*/ 2 h 2"/>
                <a:gd name="T6" fmla="*/ 4 w 4"/>
                <a:gd name="T7" fmla="*/ 1 h 2"/>
                <a:gd name="T8" fmla="*/ 0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817">
              <a:extLst>
                <a:ext uri="{FF2B5EF4-FFF2-40B4-BE49-F238E27FC236}">
                  <a16:creationId xmlns:a16="http://schemas.microsoft.com/office/drawing/2014/main" id="{2D51501B-B383-D375-E8AE-86F8922CECD9}"/>
                </a:ext>
              </a:extLst>
            </p:cNvPr>
            <p:cNvSpPr/>
            <p:nvPr/>
          </p:nvSpPr>
          <p:spPr bwMode="auto">
            <a:xfrm>
              <a:off x="3403664" y="4619662"/>
              <a:ext cx="6350" cy="3175"/>
            </a:xfrm>
            <a:custGeom>
              <a:avLst/>
              <a:gdLst>
                <a:gd name="T0" fmla="*/ 0 w 4"/>
                <a:gd name="T1" fmla="*/ 0 h 2"/>
                <a:gd name="T2" fmla="*/ 0 w 4"/>
                <a:gd name="T3" fmla="*/ 0 h 2"/>
                <a:gd name="T4" fmla="*/ 2 w 4"/>
                <a:gd name="T5" fmla="*/ 2 h 2"/>
                <a:gd name="T6" fmla="*/ 4 w 4"/>
                <a:gd name="T7" fmla="*/ 1 h 2"/>
                <a:gd name="T8" fmla="*/ 0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818">
              <a:extLst>
                <a:ext uri="{FF2B5EF4-FFF2-40B4-BE49-F238E27FC236}">
                  <a16:creationId xmlns:a16="http://schemas.microsoft.com/office/drawing/2014/main" id="{F1E76938-51EA-D1EC-E847-D36E535CE656}"/>
                </a:ext>
              </a:extLst>
            </p:cNvPr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819">
              <a:extLst>
                <a:ext uri="{FF2B5EF4-FFF2-40B4-BE49-F238E27FC236}">
                  <a16:creationId xmlns:a16="http://schemas.microsoft.com/office/drawing/2014/main" id="{A5A6F2F4-FB8C-47C9-B98E-4A1F902256F9}"/>
                </a:ext>
              </a:extLst>
            </p:cNvPr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820">
              <a:extLst>
                <a:ext uri="{FF2B5EF4-FFF2-40B4-BE49-F238E27FC236}">
                  <a16:creationId xmlns:a16="http://schemas.microsoft.com/office/drawing/2014/main" id="{A822F17A-B3C8-B628-EE5A-802A8B394A96}"/>
                </a:ext>
              </a:extLst>
            </p:cNvPr>
            <p:cNvSpPr/>
            <p:nvPr/>
          </p:nvSpPr>
          <p:spPr bwMode="auto">
            <a:xfrm>
              <a:off x="3400489" y="461648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Freeform 821">
              <a:extLst>
                <a:ext uri="{FF2B5EF4-FFF2-40B4-BE49-F238E27FC236}">
                  <a16:creationId xmlns:a16="http://schemas.microsoft.com/office/drawing/2014/main" id="{159C21FF-91A3-A988-590E-90745C060864}"/>
                </a:ext>
              </a:extLst>
            </p:cNvPr>
            <p:cNvSpPr/>
            <p:nvPr/>
          </p:nvSpPr>
          <p:spPr bwMode="auto">
            <a:xfrm>
              <a:off x="3400489" y="461648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822">
              <a:extLst>
                <a:ext uri="{FF2B5EF4-FFF2-40B4-BE49-F238E27FC236}">
                  <a16:creationId xmlns:a16="http://schemas.microsoft.com/office/drawing/2014/main" id="{BFE3C4BE-995C-9FEF-8C40-46F2383A3DFF}"/>
                </a:ext>
              </a:extLst>
            </p:cNvPr>
            <p:cNvSpPr/>
            <p:nvPr/>
          </p:nvSpPr>
          <p:spPr bwMode="auto">
            <a:xfrm>
              <a:off x="3400489" y="4616487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1 h 2"/>
                <a:gd name="T6" fmla="*/ 2 w 2"/>
                <a:gd name="T7" fmla="*/ 2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823">
              <a:extLst>
                <a:ext uri="{FF2B5EF4-FFF2-40B4-BE49-F238E27FC236}">
                  <a16:creationId xmlns:a16="http://schemas.microsoft.com/office/drawing/2014/main" id="{0EFA464B-5937-629E-6A0E-26DBB6F757BC}"/>
                </a:ext>
              </a:extLst>
            </p:cNvPr>
            <p:cNvSpPr/>
            <p:nvPr/>
          </p:nvSpPr>
          <p:spPr bwMode="auto">
            <a:xfrm>
              <a:off x="3400489" y="4616487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1 h 2"/>
                <a:gd name="T6" fmla="*/ 2 w 2"/>
                <a:gd name="T7" fmla="*/ 2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824">
              <a:extLst>
                <a:ext uri="{FF2B5EF4-FFF2-40B4-BE49-F238E27FC236}">
                  <a16:creationId xmlns:a16="http://schemas.microsoft.com/office/drawing/2014/main" id="{4902480E-C260-A9BE-75E6-EAE3356156F0}"/>
                </a:ext>
              </a:extLst>
            </p:cNvPr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825">
              <a:extLst>
                <a:ext uri="{FF2B5EF4-FFF2-40B4-BE49-F238E27FC236}">
                  <a16:creationId xmlns:a16="http://schemas.microsoft.com/office/drawing/2014/main" id="{F101B226-682E-B705-97E8-D40CEA19839A}"/>
                </a:ext>
              </a:extLst>
            </p:cNvPr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826">
              <a:extLst>
                <a:ext uri="{FF2B5EF4-FFF2-40B4-BE49-F238E27FC236}">
                  <a16:creationId xmlns:a16="http://schemas.microsoft.com/office/drawing/2014/main" id="{87D7D2EF-3054-B0C2-028B-C0D4E0989130}"/>
                </a:ext>
              </a:extLst>
            </p:cNvPr>
            <p:cNvSpPr/>
            <p:nvPr/>
          </p:nvSpPr>
          <p:spPr bwMode="auto">
            <a:xfrm>
              <a:off x="3402076" y="4619662"/>
              <a:ext cx="1587" cy="0"/>
            </a:xfrm>
            <a:custGeom>
              <a:avLst/>
              <a:gdLst>
                <a:gd name="T0" fmla="*/ 0 w 1"/>
                <a:gd name="T1" fmla="*/ 1 w 1"/>
                <a:gd name="T2" fmla="*/ 1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827">
              <a:extLst>
                <a:ext uri="{FF2B5EF4-FFF2-40B4-BE49-F238E27FC236}">
                  <a16:creationId xmlns:a16="http://schemas.microsoft.com/office/drawing/2014/main" id="{611CE480-BB50-5698-5F04-B00D09498C47}"/>
                </a:ext>
              </a:extLst>
            </p:cNvPr>
            <p:cNvSpPr/>
            <p:nvPr/>
          </p:nvSpPr>
          <p:spPr bwMode="auto">
            <a:xfrm>
              <a:off x="3402076" y="4619662"/>
              <a:ext cx="1587" cy="0"/>
            </a:xfrm>
            <a:custGeom>
              <a:avLst/>
              <a:gdLst>
                <a:gd name="T0" fmla="*/ 0 w 1"/>
                <a:gd name="T1" fmla="*/ 1 w 1"/>
                <a:gd name="T2" fmla="*/ 1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Rectangle 828">
              <a:extLst>
                <a:ext uri="{FF2B5EF4-FFF2-40B4-BE49-F238E27FC236}">
                  <a16:creationId xmlns:a16="http://schemas.microsoft.com/office/drawing/2014/main" id="{53BD6F44-79E4-AAD5-FBE7-028A3C5F8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829">
              <a:extLst>
                <a:ext uri="{FF2B5EF4-FFF2-40B4-BE49-F238E27FC236}">
                  <a16:creationId xmlns:a16="http://schemas.microsoft.com/office/drawing/2014/main" id="{1B864940-5001-CE5E-8A35-A4A73CEB847D}"/>
                </a:ext>
              </a:extLst>
            </p:cNvPr>
            <p:cNvSpPr/>
            <p:nvPr/>
          </p:nvSpPr>
          <p:spPr bwMode="auto">
            <a:xfrm flipH="1">
              <a:off x="3400489" y="46180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Rectangle 830">
              <a:extLst>
                <a:ext uri="{FF2B5EF4-FFF2-40B4-BE49-F238E27FC236}">
                  <a16:creationId xmlns:a16="http://schemas.microsoft.com/office/drawing/2014/main" id="{0781B85C-7BF7-4B01-2A7F-9D5F0C54B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Rectangle 831">
              <a:extLst>
                <a:ext uri="{FF2B5EF4-FFF2-40B4-BE49-F238E27FC236}">
                  <a16:creationId xmlns:a16="http://schemas.microsoft.com/office/drawing/2014/main" id="{B1147EFB-A6FA-6BF4-95DE-9BBD592B1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Freeform 832">
              <a:extLst>
                <a:ext uri="{FF2B5EF4-FFF2-40B4-BE49-F238E27FC236}">
                  <a16:creationId xmlns:a16="http://schemas.microsoft.com/office/drawing/2014/main" id="{E042A002-2621-863E-AAA5-744BCA0AE8A7}"/>
                </a:ext>
              </a:extLst>
            </p:cNvPr>
            <p:cNvSpPr/>
            <p:nvPr/>
          </p:nvSpPr>
          <p:spPr bwMode="auto">
            <a:xfrm flipH="1">
              <a:off x="3402076" y="4618075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Freeform 833">
              <a:extLst>
                <a:ext uri="{FF2B5EF4-FFF2-40B4-BE49-F238E27FC236}">
                  <a16:creationId xmlns:a16="http://schemas.microsoft.com/office/drawing/2014/main" id="{B6571317-97B2-26E1-29B8-EDD1AC9C9151}"/>
                </a:ext>
              </a:extLst>
            </p:cNvPr>
            <p:cNvSpPr/>
            <p:nvPr/>
          </p:nvSpPr>
          <p:spPr bwMode="auto">
            <a:xfrm flipH="1">
              <a:off x="3402076" y="4618075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Freeform 834">
              <a:extLst>
                <a:ext uri="{FF2B5EF4-FFF2-40B4-BE49-F238E27FC236}">
                  <a16:creationId xmlns:a16="http://schemas.microsoft.com/office/drawing/2014/main" id="{8F54389A-665E-A93C-98A6-38096FEF13A4}"/>
                </a:ext>
              </a:extLst>
            </p:cNvPr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Freeform 835">
              <a:extLst>
                <a:ext uri="{FF2B5EF4-FFF2-40B4-BE49-F238E27FC236}">
                  <a16:creationId xmlns:a16="http://schemas.microsoft.com/office/drawing/2014/main" id="{59931F5A-44E6-E23A-A7DF-8BD57E39C1CE}"/>
                </a:ext>
              </a:extLst>
            </p:cNvPr>
            <p:cNvSpPr/>
            <p:nvPr/>
          </p:nvSpPr>
          <p:spPr bwMode="auto">
            <a:xfrm>
              <a:off x="3402076" y="461807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Freeform 836">
              <a:extLst>
                <a:ext uri="{FF2B5EF4-FFF2-40B4-BE49-F238E27FC236}">
                  <a16:creationId xmlns:a16="http://schemas.microsoft.com/office/drawing/2014/main" id="{2C233196-9151-4361-DB00-3AE7594B56D4}"/>
                </a:ext>
              </a:extLst>
            </p:cNvPr>
            <p:cNvSpPr/>
            <p:nvPr/>
          </p:nvSpPr>
          <p:spPr bwMode="auto">
            <a:xfrm>
              <a:off x="3392551" y="4619662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837">
              <a:extLst>
                <a:ext uri="{FF2B5EF4-FFF2-40B4-BE49-F238E27FC236}">
                  <a16:creationId xmlns:a16="http://schemas.microsoft.com/office/drawing/2014/main" id="{4263392B-81AB-5F69-9427-67761955BDEA}"/>
                </a:ext>
              </a:extLst>
            </p:cNvPr>
            <p:cNvSpPr/>
            <p:nvPr/>
          </p:nvSpPr>
          <p:spPr bwMode="auto">
            <a:xfrm>
              <a:off x="3392551" y="4619662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838">
              <a:extLst>
                <a:ext uri="{FF2B5EF4-FFF2-40B4-BE49-F238E27FC236}">
                  <a16:creationId xmlns:a16="http://schemas.microsoft.com/office/drawing/2014/main" id="{915223FC-E92E-FBED-3E0E-9EB68DE34038}"/>
                </a:ext>
              </a:extLst>
            </p:cNvPr>
            <p:cNvSpPr/>
            <p:nvPr/>
          </p:nvSpPr>
          <p:spPr bwMode="auto">
            <a:xfrm>
              <a:off x="3394139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839">
              <a:extLst>
                <a:ext uri="{FF2B5EF4-FFF2-40B4-BE49-F238E27FC236}">
                  <a16:creationId xmlns:a16="http://schemas.microsoft.com/office/drawing/2014/main" id="{D39E3B81-A084-B95F-CE72-FBD5C0FF384E}"/>
                </a:ext>
              </a:extLst>
            </p:cNvPr>
            <p:cNvSpPr/>
            <p:nvPr/>
          </p:nvSpPr>
          <p:spPr bwMode="auto">
            <a:xfrm>
              <a:off x="3394139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840">
              <a:extLst>
                <a:ext uri="{FF2B5EF4-FFF2-40B4-BE49-F238E27FC236}">
                  <a16:creationId xmlns:a16="http://schemas.microsoft.com/office/drawing/2014/main" id="{CE806912-F821-1243-CD94-EFE44B4C4AA2}"/>
                </a:ext>
              </a:extLst>
            </p:cNvPr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841">
              <a:extLst>
                <a:ext uri="{FF2B5EF4-FFF2-40B4-BE49-F238E27FC236}">
                  <a16:creationId xmlns:a16="http://schemas.microsoft.com/office/drawing/2014/main" id="{B618A24A-249B-63EF-0537-3825B3F2ACFA}"/>
                </a:ext>
              </a:extLst>
            </p:cNvPr>
            <p:cNvSpPr/>
            <p:nvPr/>
          </p:nvSpPr>
          <p:spPr bwMode="auto">
            <a:xfrm flipH="1">
              <a:off x="3397314" y="4622837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842">
              <a:extLst>
                <a:ext uri="{FF2B5EF4-FFF2-40B4-BE49-F238E27FC236}">
                  <a16:creationId xmlns:a16="http://schemas.microsoft.com/office/drawing/2014/main" id="{E8B15B2B-81D9-F4DB-2F88-65F8571F7E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5764" y="4881600"/>
              <a:ext cx="657225" cy="565150"/>
            </a:xfrm>
            <a:custGeom>
              <a:avLst/>
              <a:gdLst>
                <a:gd name="T0" fmla="*/ 414 w 414"/>
                <a:gd name="T1" fmla="*/ 351 h 356"/>
                <a:gd name="T2" fmla="*/ 411 w 414"/>
                <a:gd name="T3" fmla="*/ 353 h 356"/>
                <a:gd name="T4" fmla="*/ 414 w 414"/>
                <a:gd name="T5" fmla="*/ 356 h 356"/>
                <a:gd name="T6" fmla="*/ 414 w 414"/>
                <a:gd name="T7" fmla="*/ 351 h 356"/>
                <a:gd name="T8" fmla="*/ 0 w 414"/>
                <a:gd name="T9" fmla="*/ 0 h 356"/>
                <a:gd name="T10" fmla="*/ 407 w 414"/>
                <a:gd name="T11" fmla="*/ 350 h 356"/>
                <a:gd name="T12" fmla="*/ 407 w 414"/>
                <a:gd name="T13" fmla="*/ 350 h 356"/>
                <a:gd name="T14" fmla="*/ 0 w 414"/>
                <a:gd name="T15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2" h="356">
                  <a:moveTo>
                    <a:pt x="414" y="351"/>
                  </a:moveTo>
                  <a:lnTo>
                    <a:pt x="411" y="353"/>
                  </a:lnTo>
                  <a:lnTo>
                    <a:pt x="414" y="356"/>
                  </a:lnTo>
                  <a:lnTo>
                    <a:pt x="414" y="351"/>
                  </a:lnTo>
                  <a:close/>
                  <a:moveTo>
                    <a:pt x="0" y="0"/>
                  </a:moveTo>
                  <a:lnTo>
                    <a:pt x="407" y="350"/>
                  </a:lnTo>
                  <a:lnTo>
                    <a:pt x="407" y="35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844">
              <a:extLst>
                <a:ext uri="{FF2B5EF4-FFF2-40B4-BE49-F238E27FC236}">
                  <a16:creationId xmlns:a16="http://schemas.microsoft.com/office/drawing/2014/main" id="{1EE75E38-6832-940C-E999-8CFF2C02F758}"/>
                </a:ext>
              </a:extLst>
            </p:cNvPr>
            <p:cNvSpPr/>
            <p:nvPr/>
          </p:nvSpPr>
          <p:spPr bwMode="auto">
            <a:xfrm>
              <a:off x="3379851" y="4599025"/>
              <a:ext cx="17462" cy="15875"/>
            </a:xfrm>
            <a:custGeom>
              <a:avLst/>
              <a:gdLst>
                <a:gd name="T0" fmla="*/ 0 w 11"/>
                <a:gd name="T1" fmla="*/ 0 h 10"/>
                <a:gd name="T2" fmla="*/ 3 w 11"/>
                <a:gd name="T3" fmla="*/ 5 h 10"/>
                <a:gd name="T4" fmla="*/ 11 w 11"/>
                <a:gd name="T5" fmla="*/ 10 h 10"/>
                <a:gd name="T6" fmla="*/ 11 w 11"/>
                <a:gd name="T7" fmla="*/ 9 h 10"/>
                <a:gd name="T8" fmla="*/ 0 w 1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0" y="0"/>
                  </a:moveTo>
                  <a:lnTo>
                    <a:pt x="3" y="5"/>
                  </a:lnTo>
                  <a:lnTo>
                    <a:pt x="11" y="10"/>
                  </a:lnTo>
                  <a:lnTo>
                    <a:pt x="11" y="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Freeform 845">
              <a:extLst>
                <a:ext uri="{FF2B5EF4-FFF2-40B4-BE49-F238E27FC236}">
                  <a16:creationId xmlns:a16="http://schemas.microsoft.com/office/drawing/2014/main" id="{62153A90-572D-75D3-CB84-564C19C2F99C}"/>
                </a:ext>
              </a:extLst>
            </p:cNvPr>
            <p:cNvSpPr/>
            <p:nvPr/>
          </p:nvSpPr>
          <p:spPr bwMode="auto">
            <a:xfrm>
              <a:off x="3379851" y="4599025"/>
              <a:ext cx="17462" cy="15875"/>
            </a:xfrm>
            <a:custGeom>
              <a:avLst/>
              <a:gdLst>
                <a:gd name="T0" fmla="*/ 0 w 11"/>
                <a:gd name="T1" fmla="*/ 0 h 10"/>
                <a:gd name="T2" fmla="*/ 3 w 11"/>
                <a:gd name="T3" fmla="*/ 5 h 10"/>
                <a:gd name="T4" fmla="*/ 11 w 11"/>
                <a:gd name="T5" fmla="*/ 10 h 10"/>
                <a:gd name="T6" fmla="*/ 11 w 11"/>
                <a:gd name="T7" fmla="*/ 9 h 10"/>
                <a:gd name="T8" fmla="*/ 0 w 1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0" y="0"/>
                  </a:moveTo>
                  <a:lnTo>
                    <a:pt x="3" y="5"/>
                  </a:lnTo>
                  <a:lnTo>
                    <a:pt x="11" y="10"/>
                  </a:lnTo>
                  <a:lnTo>
                    <a:pt x="11" y="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Freeform 846">
              <a:extLst>
                <a:ext uri="{FF2B5EF4-FFF2-40B4-BE49-F238E27FC236}">
                  <a16:creationId xmlns:a16="http://schemas.microsoft.com/office/drawing/2014/main" id="{CE89DB6C-BBA3-3340-5B20-95D41DE59C3C}"/>
                </a:ext>
              </a:extLst>
            </p:cNvPr>
            <p:cNvSpPr/>
            <p:nvPr/>
          </p:nvSpPr>
          <p:spPr bwMode="auto">
            <a:xfrm>
              <a:off x="3384614" y="4606962"/>
              <a:ext cx="12700" cy="7938"/>
            </a:xfrm>
            <a:custGeom>
              <a:avLst/>
              <a:gdLst>
                <a:gd name="T0" fmla="*/ 0 w 8"/>
                <a:gd name="T1" fmla="*/ 0 h 5"/>
                <a:gd name="T2" fmla="*/ 0 w 8"/>
                <a:gd name="T3" fmla="*/ 0 h 5"/>
                <a:gd name="T4" fmla="*/ 8 w 8"/>
                <a:gd name="T5" fmla="*/ 5 h 5"/>
                <a:gd name="T6" fmla="*/ 8 w 8"/>
                <a:gd name="T7" fmla="*/ 5 h 5"/>
                <a:gd name="T8" fmla="*/ 0 w 8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0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Freeform 847">
              <a:extLst>
                <a:ext uri="{FF2B5EF4-FFF2-40B4-BE49-F238E27FC236}">
                  <a16:creationId xmlns:a16="http://schemas.microsoft.com/office/drawing/2014/main" id="{3A014DD3-69DF-2E84-7FB3-A317F7A6F51B}"/>
                </a:ext>
              </a:extLst>
            </p:cNvPr>
            <p:cNvSpPr/>
            <p:nvPr/>
          </p:nvSpPr>
          <p:spPr bwMode="auto">
            <a:xfrm>
              <a:off x="3384614" y="4606962"/>
              <a:ext cx="12700" cy="7938"/>
            </a:xfrm>
            <a:custGeom>
              <a:avLst/>
              <a:gdLst>
                <a:gd name="T0" fmla="*/ 0 w 8"/>
                <a:gd name="T1" fmla="*/ 0 h 5"/>
                <a:gd name="T2" fmla="*/ 0 w 8"/>
                <a:gd name="T3" fmla="*/ 0 h 5"/>
                <a:gd name="T4" fmla="*/ 8 w 8"/>
                <a:gd name="T5" fmla="*/ 5 h 5"/>
                <a:gd name="T6" fmla="*/ 8 w 8"/>
                <a:gd name="T7" fmla="*/ 5 h 5"/>
                <a:gd name="T8" fmla="*/ 0 w 8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0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Freeform 848">
              <a:extLst>
                <a:ext uri="{FF2B5EF4-FFF2-40B4-BE49-F238E27FC236}">
                  <a16:creationId xmlns:a16="http://schemas.microsoft.com/office/drawing/2014/main" id="{9D79B6CF-CE4A-F7E0-37BD-C0B777D2AEB0}"/>
                </a:ext>
              </a:extLst>
            </p:cNvPr>
            <p:cNvSpPr/>
            <p:nvPr/>
          </p:nvSpPr>
          <p:spPr bwMode="auto">
            <a:xfrm>
              <a:off x="3384614" y="4606962"/>
              <a:ext cx="12700" cy="9525"/>
            </a:xfrm>
            <a:custGeom>
              <a:avLst/>
              <a:gdLst>
                <a:gd name="T0" fmla="*/ 0 w 8"/>
                <a:gd name="T1" fmla="*/ 0 h 6"/>
                <a:gd name="T2" fmla="*/ 4 w 8"/>
                <a:gd name="T3" fmla="*/ 5 h 6"/>
                <a:gd name="T4" fmla="*/ 8 w 8"/>
                <a:gd name="T5" fmla="*/ 6 h 6"/>
                <a:gd name="T6" fmla="*/ 8 w 8"/>
                <a:gd name="T7" fmla="*/ 5 h 6"/>
                <a:gd name="T8" fmla="*/ 0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4" y="5"/>
                  </a:lnTo>
                  <a:lnTo>
                    <a:pt x="8" y="6"/>
                  </a:lnTo>
                  <a:lnTo>
                    <a:pt x="8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849">
              <a:extLst>
                <a:ext uri="{FF2B5EF4-FFF2-40B4-BE49-F238E27FC236}">
                  <a16:creationId xmlns:a16="http://schemas.microsoft.com/office/drawing/2014/main" id="{111C6F59-A88B-D4C5-AE2A-4E6946EA36F3}"/>
                </a:ext>
              </a:extLst>
            </p:cNvPr>
            <p:cNvSpPr/>
            <p:nvPr/>
          </p:nvSpPr>
          <p:spPr bwMode="auto">
            <a:xfrm>
              <a:off x="3384614" y="4606962"/>
              <a:ext cx="12700" cy="9525"/>
            </a:xfrm>
            <a:custGeom>
              <a:avLst/>
              <a:gdLst>
                <a:gd name="T0" fmla="*/ 0 w 8"/>
                <a:gd name="T1" fmla="*/ 0 h 6"/>
                <a:gd name="T2" fmla="*/ 4 w 8"/>
                <a:gd name="T3" fmla="*/ 5 h 6"/>
                <a:gd name="T4" fmla="*/ 8 w 8"/>
                <a:gd name="T5" fmla="*/ 6 h 6"/>
                <a:gd name="T6" fmla="*/ 8 w 8"/>
                <a:gd name="T7" fmla="*/ 5 h 6"/>
                <a:gd name="T8" fmla="*/ 0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4" y="5"/>
                  </a:lnTo>
                  <a:lnTo>
                    <a:pt x="8" y="6"/>
                  </a:lnTo>
                  <a:lnTo>
                    <a:pt x="8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Freeform 850">
              <a:extLst>
                <a:ext uri="{FF2B5EF4-FFF2-40B4-BE49-F238E27FC236}">
                  <a16:creationId xmlns:a16="http://schemas.microsoft.com/office/drawing/2014/main" id="{34C67701-685E-7463-653D-D3B019BD237C}"/>
                </a:ext>
              </a:extLst>
            </p:cNvPr>
            <p:cNvSpPr/>
            <p:nvPr/>
          </p:nvSpPr>
          <p:spPr bwMode="auto">
            <a:xfrm>
              <a:off x="3390964" y="4614900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2 w 4"/>
                <a:gd name="T3" fmla="*/ 3 h 3"/>
                <a:gd name="T4" fmla="*/ 4 w 4"/>
                <a:gd name="T5" fmla="*/ 3 h 3"/>
                <a:gd name="T6" fmla="*/ 4 w 4"/>
                <a:gd name="T7" fmla="*/ 1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2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851">
              <a:extLst>
                <a:ext uri="{FF2B5EF4-FFF2-40B4-BE49-F238E27FC236}">
                  <a16:creationId xmlns:a16="http://schemas.microsoft.com/office/drawing/2014/main" id="{8DF9EA0E-5A27-9D9C-9DD0-01A41FE7436D}"/>
                </a:ext>
              </a:extLst>
            </p:cNvPr>
            <p:cNvSpPr/>
            <p:nvPr/>
          </p:nvSpPr>
          <p:spPr bwMode="auto">
            <a:xfrm>
              <a:off x="3390964" y="4614900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2 w 4"/>
                <a:gd name="T3" fmla="*/ 3 h 3"/>
                <a:gd name="T4" fmla="*/ 4 w 4"/>
                <a:gd name="T5" fmla="*/ 3 h 3"/>
                <a:gd name="T6" fmla="*/ 4 w 4"/>
                <a:gd name="T7" fmla="*/ 1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2" y="3"/>
                  </a:lnTo>
                  <a:lnTo>
                    <a:pt x="4" y="3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2" name="Freeform 852">
              <a:extLst>
                <a:ext uri="{FF2B5EF4-FFF2-40B4-BE49-F238E27FC236}">
                  <a16:creationId xmlns:a16="http://schemas.microsoft.com/office/drawing/2014/main" id="{67818EBB-C15C-0520-0C08-8513722ED37D}"/>
                </a:ext>
              </a:extLst>
            </p:cNvPr>
            <p:cNvSpPr/>
            <p:nvPr/>
          </p:nvSpPr>
          <p:spPr bwMode="auto">
            <a:xfrm>
              <a:off x="3397314" y="4613312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1 h 3"/>
                <a:gd name="T4" fmla="*/ 2 w 2"/>
                <a:gd name="T5" fmla="*/ 3 h 3"/>
                <a:gd name="T6" fmla="*/ 2 w 2"/>
                <a:gd name="T7" fmla="*/ 3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3" name="Freeform 853">
              <a:extLst>
                <a:ext uri="{FF2B5EF4-FFF2-40B4-BE49-F238E27FC236}">
                  <a16:creationId xmlns:a16="http://schemas.microsoft.com/office/drawing/2014/main" id="{695E69C1-C2A0-0F0F-EAE4-AC5E6EEA1E50}"/>
                </a:ext>
              </a:extLst>
            </p:cNvPr>
            <p:cNvSpPr/>
            <p:nvPr/>
          </p:nvSpPr>
          <p:spPr bwMode="auto">
            <a:xfrm>
              <a:off x="3397314" y="4613312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1 h 3"/>
                <a:gd name="T4" fmla="*/ 2 w 2"/>
                <a:gd name="T5" fmla="*/ 3 h 3"/>
                <a:gd name="T6" fmla="*/ 2 w 2"/>
                <a:gd name="T7" fmla="*/ 3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1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4" name="Freeform 854">
              <a:extLst>
                <a:ext uri="{FF2B5EF4-FFF2-40B4-BE49-F238E27FC236}">
                  <a16:creationId xmlns:a16="http://schemas.microsoft.com/office/drawing/2014/main" id="{A8050F97-E4E4-1E1B-0013-0A36BE4AEAF7}"/>
                </a:ext>
              </a:extLst>
            </p:cNvPr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5" name="Freeform 855">
              <a:extLst>
                <a:ext uri="{FF2B5EF4-FFF2-40B4-BE49-F238E27FC236}">
                  <a16:creationId xmlns:a16="http://schemas.microsoft.com/office/drawing/2014/main" id="{85620C7E-6F7A-9436-ECC8-F9DC2C1925B0}"/>
                </a:ext>
              </a:extLst>
            </p:cNvPr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6" name="Freeform 856">
              <a:extLst>
                <a:ext uri="{FF2B5EF4-FFF2-40B4-BE49-F238E27FC236}">
                  <a16:creationId xmlns:a16="http://schemas.microsoft.com/office/drawing/2014/main" id="{38D267E3-D4CA-0227-08D6-ED39E6B7A62D}"/>
                </a:ext>
              </a:extLst>
            </p:cNvPr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7" name="Freeform 857">
              <a:extLst>
                <a:ext uri="{FF2B5EF4-FFF2-40B4-BE49-F238E27FC236}">
                  <a16:creationId xmlns:a16="http://schemas.microsoft.com/office/drawing/2014/main" id="{0374C31E-06A9-C441-8DD0-6C1C7A584BA9}"/>
                </a:ext>
              </a:extLst>
            </p:cNvPr>
            <p:cNvSpPr/>
            <p:nvPr/>
          </p:nvSpPr>
          <p:spPr bwMode="auto">
            <a:xfrm>
              <a:off x="3397314" y="4614900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8" name="Freeform 858">
              <a:extLst>
                <a:ext uri="{FF2B5EF4-FFF2-40B4-BE49-F238E27FC236}">
                  <a16:creationId xmlns:a16="http://schemas.microsoft.com/office/drawing/2014/main" id="{9DD1F55C-6648-5EA1-D8BE-9CC1BC1E650C}"/>
                </a:ext>
              </a:extLst>
            </p:cNvPr>
            <p:cNvSpPr/>
            <p:nvPr/>
          </p:nvSpPr>
          <p:spPr bwMode="auto">
            <a:xfrm>
              <a:off x="3397314" y="461648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9" name="Freeform 859">
              <a:extLst>
                <a:ext uri="{FF2B5EF4-FFF2-40B4-BE49-F238E27FC236}">
                  <a16:creationId xmlns:a16="http://schemas.microsoft.com/office/drawing/2014/main" id="{5C5E0028-2871-32AB-3F62-CCDF1BCF3BDD}"/>
                </a:ext>
              </a:extLst>
            </p:cNvPr>
            <p:cNvSpPr/>
            <p:nvPr/>
          </p:nvSpPr>
          <p:spPr bwMode="auto">
            <a:xfrm>
              <a:off x="3397314" y="461648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0" name="Rectangle 860">
              <a:extLst>
                <a:ext uri="{FF2B5EF4-FFF2-40B4-BE49-F238E27FC236}">
                  <a16:creationId xmlns:a16="http://schemas.microsoft.com/office/drawing/2014/main" id="{9FF8CDD9-C359-FA9A-08DA-A0492AFD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1" name="Rectangle 861">
              <a:extLst>
                <a:ext uri="{FF2B5EF4-FFF2-40B4-BE49-F238E27FC236}">
                  <a16:creationId xmlns:a16="http://schemas.microsoft.com/office/drawing/2014/main" id="{86F3F611-206C-49D2-6930-4CB1ED4DB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2" name="Rectangle 862">
              <a:extLst>
                <a:ext uri="{FF2B5EF4-FFF2-40B4-BE49-F238E27FC236}">
                  <a16:creationId xmlns:a16="http://schemas.microsoft.com/office/drawing/2014/main" id="{2CB123B0-16E6-4F0D-C1E6-3780BBB59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3" name="Rectangle 863">
              <a:extLst>
                <a:ext uri="{FF2B5EF4-FFF2-40B4-BE49-F238E27FC236}">
                  <a16:creationId xmlns:a16="http://schemas.microsoft.com/office/drawing/2014/main" id="{2CD3147D-F427-FA5D-A24A-7713B5B3E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4" name="Freeform 864">
              <a:extLst>
                <a:ext uri="{FF2B5EF4-FFF2-40B4-BE49-F238E27FC236}">
                  <a16:creationId xmlns:a16="http://schemas.microsoft.com/office/drawing/2014/main" id="{807D77B8-CADB-675B-E97A-F249AE22B32D}"/>
                </a:ext>
              </a:extLst>
            </p:cNvPr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5" name="Freeform 865">
              <a:extLst>
                <a:ext uri="{FF2B5EF4-FFF2-40B4-BE49-F238E27FC236}">
                  <a16:creationId xmlns:a16="http://schemas.microsoft.com/office/drawing/2014/main" id="{702F25F3-AE08-2A67-6A5B-A9EC1FC59ABD}"/>
                </a:ext>
              </a:extLst>
            </p:cNvPr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  <a:gd name="T4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6" name="Freeform 866">
              <a:extLst>
                <a:ext uri="{FF2B5EF4-FFF2-40B4-BE49-F238E27FC236}">
                  <a16:creationId xmlns:a16="http://schemas.microsoft.com/office/drawing/2014/main" id="{59DFB23F-998A-D167-B6BF-BA03FD5232FE}"/>
                </a:ext>
              </a:extLst>
            </p:cNvPr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7" name="Freeform 867">
              <a:extLst>
                <a:ext uri="{FF2B5EF4-FFF2-40B4-BE49-F238E27FC236}">
                  <a16:creationId xmlns:a16="http://schemas.microsoft.com/office/drawing/2014/main" id="{0B9353E7-6A53-2001-CEFD-34B8A99C30F1}"/>
                </a:ext>
              </a:extLst>
            </p:cNvPr>
            <p:cNvSpPr/>
            <p:nvPr/>
          </p:nvSpPr>
          <p:spPr bwMode="auto">
            <a:xfrm>
              <a:off x="3398901" y="461807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8" name="Freeform 868">
              <a:extLst>
                <a:ext uri="{FF2B5EF4-FFF2-40B4-BE49-F238E27FC236}">
                  <a16:creationId xmlns:a16="http://schemas.microsoft.com/office/drawing/2014/main" id="{0DD86C1D-CF8A-6407-1D92-33F1A68350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21126" y="4645062"/>
              <a:ext cx="927100" cy="954088"/>
            </a:xfrm>
            <a:custGeom>
              <a:avLst/>
              <a:gdLst>
                <a:gd name="T0" fmla="*/ 432 w 584"/>
                <a:gd name="T1" fmla="*/ 600 h 601"/>
                <a:gd name="T2" fmla="*/ 430 w 584"/>
                <a:gd name="T3" fmla="*/ 600 h 601"/>
                <a:gd name="T4" fmla="*/ 431 w 584"/>
                <a:gd name="T5" fmla="*/ 601 h 601"/>
                <a:gd name="T6" fmla="*/ 432 w 584"/>
                <a:gd name="T7" fmla="*/ 600 h 601"/>
                <a:gd name="T8" fmla="*/ 0 w 584"/>
                <a:gd name="T9" fmla="*/ 0 h 601"/>
                <a:gd name="T10" fmla="*/ 433 w 584"/>
                <a:gd name="T11" fmla="*/ 597 h 601"/>
                <a:gd name="T12" fmla="*/ 435 w 584"/>
                <a:gd name="T13" fmla="*/ 598 h 601"/>
                <a:gd name="T14" fmla="*/ 584 w 584"/>
                <a:gd name="T15" fmla="*/ 502 h 601"/>
                <a:gd name="T16" fmla="*/ 580 w 584"/>
                <a:gd name="T17" fmla="*/ 499 h 601"/>
                <a:gd name="T18" fmla="*/ 432 w 584"/>
                <a:gd name="T19" fmla="*/ 595 h 601"/>
                <a:gd name="T20" fmla="*/ 0 w 584"/>
                <a:gd name="T21" fmla="*/ 0 h 601"/>
                <a:gd name="T22" fmla="*/ 173 w 584"/>
                <a:gd name="T23" fmla="*/ 149 h 601"/>
                <a:gd name="T24" fmla="*/ 0 w 584"/>
                <a:gd name="T25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4" h="601">
                  <a:moveTo>
                    <a:pt x="432" y="600"/>
                  </a:moveTo>
                  <a:lnTo>
                    <a:pt x="430" y="600"/>
                  </a:lnTo>
                  <a:lnTo>
                    <a:pt x="431" y="601"/>
                  </a:lnTo>
                  <a:lnTo>
                    <a:pt x="432" y="600"/>
                  </a:lnTo>
                  <a:close/>
                  <a:moveTo>
                    <a:pt x="0" y="0"/>
                  </a:moveTo>
                  <a:lnTo>
                    <a:pt x="433" y="597"/>
                  </a:lnTo>
                  <a:lnTo>
                    <a:pt x="435" y="598"/>
                  </a:lnTo>
                  <a:lnTo>
                    <a:pt x="584" y="502"/>
                  </a:lnTo>
                  <a:lnTo>
                    <a:pt x="580" y="499"/>
                  </a:lnTo>
                  <a:lnTo>
                    <a:pt x="432" y="595"/>
                  </a:lnTo>
                  <a:lnTo>
                    <a:pt x="0" y="0"/>
                  </a:lnTo>
                  <a:lnTo>
                    <a:pt x="173" y="14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9" name="Freeform 869">
              <a:extLst>
                <a:ext uri="{FF2B5EF4-FFF2-40B4-BE49-F238E27FC236}">
                  <a16:creationId xmlns:a16="http://schemas.microsoft.com/office/drawing/2014/main" id="{023D20A9-95B5-9083-2805-495FF4D40A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21126" y="4645062"/>
              <a:ext cx="927100" cy="954088"/>
            </a:xfrm>
            <a:custGeom>
              <a:avLst/>
              <a:gdLst>
                <a:gd name="T0" fmla="*/ 432 w 584"/>
                <a:gd name="T1" fmla="*/ 600 h 601"/>
                <a:gd name="T2" fmla="*/ 430 w 584"/>
                <a:gd name="T3" fmla="*/ 600 h 601"/>
                <a:gd name="T4" fmla="*/ 431 w 584"/>
                <a:gd name="T5" fmla="*/ 601 h 601"/>
                <a:gd name="T6" fmla="*/ 432 w 584"/>
                <a:gd name="T7" fmla="*/ 600 h 601"/>
                <a:gd name="T8" fmla="*/ 0 w 584"/>
                <a:gd name="T9" fmla="*/ 0 h 601"/>
                <a:gd name="T10" fmla="*/ 433 w 584"/>
                <a:gd name="T11" fmla="*/ 597 h 601"/>
                <a:gd name="T12" fmla="*/ 435 w 584"/>
                <a:gd name="T13" fmla="*/ 598 h 601"/>
                <a:gd name="T14" fmla="*/ 584 w 584"/>
                <a:gd name="T15" fmla="*/ 502 h 601"/>
                <a:gd name="T16" fmla="*/ 580 w 584"/>
                <a:gd name="T17" fmla="*/ 499 h 601"/>
                <a:gd name="T18" fmla="*/ 432 w 584"/>
                <a:gd name="T19" fmla="*/ 595 h 601"/>
                <a:gd name="T20" fmla="*/ 0 w 584"/>
                <a:gd name="T21" fmla="*/ 0 h 601"/>
                <a:gd name="T22" fmla="*/ 173 w 584"/>
                <a:gd name="T23" fmla="*/ 149 h 601"/>
                <a:gd name="T24" fmla="*/ 0 w 584"/>
                <a:gd name="T25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4" h="601">
                  <a:moveTo>
                    <a:pt x="432" y="600"/>
                  </a:moveTo>
                  <a:lnTo>
                    <a:pt x="430" y="600"/>
                  </a:lnTo>
                  <a:lnTo>
                    <a:pt x="431" y="601"/>
                  </a:lnTo>
                  <a:lnTo>
                    <a:pt x="432" y="600"/>
                  </a:lnTo>
                  <a:moveTo>
                    <a:pt x="0" y="0"/>
                  </a:moveTo>
                  <a:lnTo>
                    <a:pt x="433" y="597"/>
                  </a:lnTo>
                  <a:lnTo>
                    <a:pt x="435" y="598"/>
                  </a:lnTo>
                  <a:lnTo>
                    <a:pt x="584" y="502"/>
                  </a:lnTo>
                  <a:lnTo>
                    <a:pt x="580" y="499"/>
                  </a:lnTo>
                  <a:lnTo>
                    <a:pt x="432" y="595"/>
                  </a:lnTo>
                  <a:lnTo>
                    <a:pt x="0" y="0"/>
                  </a:lnTo>
                  <a:lnTo>
                    <a:pt x="173" y="14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0" name="Freeform 870">
              <a:extLst>
                <a:ext uri="{FF2B5EF4-FFF2-40B4-BE49-F238E27FC236}">
                  <a16:creationId xmlns:a16="http://schemas.microsoft.com/office/drawing/2014/main" id="{DC8813F4-03C7-83C2-B573-53C46BE10FFD}"/>
                </a:ext>
              </a:extLst>
            </p:cNvPr>
            <p:cNvSpPr/>
            <p:nvPr/>
          </p:nvSpPr>
          <p:spPr bwMode="auto">
            <a:xfrm>
              <a:off x="3403664" y="4629187"/>
              <a:ext cx="708025" cy="968375"/>
            </a:xfrm>
            <a:custGeom>
              <a:avLst/>
              <a:gdLst>
                <a:gd name="T0" fmla="*/ 0 w 446"/>
                <a:gd name="T1" fmla="*/ 0 h 610"/>
                <a:gd name="T2" fmla="*/ 0 w 446"/>
                <a:gd name="T3" fmla="*/ 2 h 610"/>
                <a:gd name="T4" fmla="*/ 441 w 446"/>
                <a:gd name="T5" fmla="*/ 610 h 610"/>
                <a:gd name="T6" fmla="*/ 443 w 446"/>
                <a:gd name="T7" fmla="*/ 610 h 610"/>
                <a:gd name="T8" fmla="*/ 444 w 446"/>
                <a:gd name="T9" fmla="*/ 610 h 610"/>
                <a:gd name="T10" fmla="*/ 446 w 446"/>
                <a:gd name="T11" fmla="*/ 608 h 610"/>
                <a:gd name="T12" fmla="*/ 444 w 446"/>
                <a:gd name="T13" fmla="*/ 607 h 610"/>
                <a:gd name="T14" fmla="*/ 11 w 446"/>
                <a:gd name="T15" fmla="*/ 10 h 610"/>
                <a:gd name="T16" fmla="*/ 0 w 446"/>
                <a:gd name="T17" fmla="*/ 0 h 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6" h="610">
                  <a:moveTo>
                    <a:pt x="0" y="0"/>
                  </a:moveTo>
                  <a:lnTo>
                    <a:pt x="0" y="2"/>
                  </a:lnTo>
                  <a:lnTo>
                    <a:pt x="441" y="610"/>
                  </a:lnTo>
                  <a:lnTo>
                    <a:pt x="443" y="610"/>
                  </a:lnTo>
                  <a:lnTo>
                    <a:pt x="444" y="610"/>
                  </a:lnTo>
                  <a:lnTo>
                    <a:pt x="446" y="608"/>
                  </a:lnTo>
                  <a:lnTo>
                    <a:pt x="444" y="607"/>
                  </a:lnTo>
                  <a:lnTo>
                    <a:pt x="11" y="1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2" name="Freeform 872">
              <a:extLst>
                <a:ext uri="{FF2B5EF4-FFF2-40B4-BE49-F238E27FC236}">
                  <a16:creationId xmlns:a16="http://schemas.microsoft.com/office/drawing/2014/main" id="{29C560EC-A5F7-72C1-0547-23D4E010C927}"/>
                </a:ext>
              </a:extLst>
            </p:cNvPr>
            <p:cNvSpPr/>
            <p:nvPr/>
          </p:nvSpPr>
          <p:spPr bwMode="auto">
            <a:xfrm>
              <a:off x="3398901" y="4626012"/>
              <a:ext cx="4762" cy="6350"/>
            </a:xfrm>
            <a:custGeom>
              <a:avLst/>
              <a:gdLst>
                <a:gd name="T0" fmla="*/ 0 w 3"/>
                <a:gd name="T1" fmla="*/ 0 h 4"/>
                <a:gd name="T2" fmla="*/ 0 w 3"/>
                <a:gd name="T3" fmla="*/ 0 h 4"/>
                <a:gd name="T4" fmla="*/ 3 w 3"/>
                <a:gd name="T5" fmla="*/ 4 h 4"/>
                <a:gd name="T6" fmla="*/ 3 w 3"/>
                <a:gd name="T7" fmla="*/ 2 h 4"/>
                <a:gd name="T8" fmla="*/ 0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3" name="Freeform 873">
              <a:extLst>
                <a:ext uri="{FF2B5EF4-FFF2-40B4-BE49-F238E27FC236}">
                  <a16:creationId xmlns:a16="http://schemas.microsoft.com/office/drawing/2014/main" id="{0B377353-3E73-34F6-DE80-B6CEF5264CAD}"/>
                </a:ext>
              </a:extLst>
            </p:cNvPr>
            <p:cNvSpPr/>
            <p:nvPr/>
          </p:nvSpPr>
          <p:spPr bwMode="auto">
            <a:xfrm>
              <a:off x="3398901" y="4626012"/>
              <a:ext cx="4762" cy="6350"/>
            </a:xfrm>
            <a:custGeom>
              <a:avLst/>
              <a:gdLst>
                <a:gd name="T0" fmla="*/ 0 w 3"/>
                <a:gd name="T1" fmla="*/ 0 h 4"/>
                <a:gd name="T2" fmla="*/ 0 w 3"/>
                <a:gd name="T3" fmla="*/ 0 h 4"/>
                <a:gd name="T4" fmla="*/ 3 w 3"/>
                <a:gd name="T5" fmla="*/ 4 h 4"/>
                <a:gd name="T6" fmla="*/ 3 w 3"/>
                <a:gd name="T7" fmla="*/ 2 h 4"/>
                <a:gd name="T8" fmla="*/ 0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4" name="Freeform 874">
              <a:extLst>
                <a:ext uri="{FF2B5EF4-FFF2-40B4-BE49-F238E27FC236}">
                  <a16:creationId xmlns:a16="http://schemas.microsoft.com/office/drawing/2014/main" id="{BE96C192-B952-561F-2A4D-63A6F9D491E1}"/>
                </a:ext>
              </a:extLst>
            </p:cNvPr>
            <p:cNvSpPr/>
            <p:nvPr/>
          </p:nvSpPr>
          <p:spPr bwMode="auto">
            <a:xfrm>
              <a:off x="3397314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5" name="Freeform 875">
              <a:extLst>
                <a:ext uri="{FF2B5EF4-FFF2-40B4-BE49-F238E27FC236}">
                  <a16:creationId xmlns:a16="http://schemas.microsoft.com/office/drawing/2014/main" id="{99B9E0B0-BEB3-BB4C-A0A8-EACBF2BE937F}"/>
                </a:ext>
              </a:extLst>
            </p:cNvPr>
            <p:cNvSpPr/>
            <p:nvPr/>
          </p:nvSpPr>
          <p:spPr bwMode="auto">
            <a:xfrm>
              <a:off x="3397314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6" name="Freeform 876">
              <a:extLst>
                <a:ext uri="{FF2B5EF4-FFF2-40B4-BE49-F238E27FC236}">
                  <a16:creationId xmlns:a16="http://schemas.microsoft.com/office/drawing/2014/main" id="{D9253C07-EEE9-88CB-2652-6358234143C1}"/>
                </a:ext>
              </a:extLst>
            </p:cNvPr>
            <p:cNvSpPr/>
            <p:nvPr/>
          </p:nvSpPr>
          <p:spPr bwMode="auto">
            <a:xfrm>
              <a:off x="3397314" y="462442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7" name="Freeform 877">
              <a:extLst>
                <a:ext uri="{FF2B5EF4-FFF2-40B4-BE49-F238E27FC236}">
                  <a16:creationId xmlns:a16="http://schemas.microsoft.com/office/drawing/2014/main" id="{8F898A85-7270-C6F3-E6E4-7E1650BAF3FF}"/>
                </a:ext>
              </a:extLst>
            </p:cNvPr>
            <p:cNvSpPr/>
            <p:nvPr/>
          </p:nvSpPr>
          <p:spPr bwMode="auto">
            <a:xfrm>
              <a:off x="3397314" y="4624425"/>
              <a:ext cx="1587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8" name="Rectangle 878">
              <a:extLst>
                <a:ext uri="{FF2B5EF4-FFF2-40B4-BE49-F238E27FC236}">
                  <a16:creationId xmlns:a16="http://schemas.microsoft.com/office/drawing/2014/main" id="{7D01CCC0-BB11-10A0-3071-A271CBC10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7314" y="462442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9" name="Freeform 879">
              <a:extLst>
                <a:ext uri="{FF2B5EF4-FFF2-40B4-BE49-F238E27FC236}">
                  <a16:creationId xmlns:a16="http://schemas.microsoft.com/office/drawing/2014/main" id="{473D8873-46D9-1532-045E-2102D6C91172}"/>
                </a:ext>
              </a:extLst>
            </p:cNvPr>
            <p:cNvSpPr/>
            <p:nvPr/>
          </p:nvSpPr>
          <p:spPr bwMode="auto">
            <a:xfrm flipH="1">
              <a:off x="3397314" y="46244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0" name="Freeform 880">
              <a:extLst>
                <a:ext uri="{FF2B5EF4-FFF2-40B4-BE49-F238E27FC236}">
                  <a16:creationId xmlns:a16="http://schemas.microsoft.com/office/drawing/2014/main" id="{43FE05AF-5878-31E1-846A-618B2553EA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9301" y="5183225"/>
              <a:ext cx="295275" cy="255588"/>
            </a:xfrm>
            <a:custGeom>
              <a:avLst/>
              <a:gdLst>
                <a:gd name="T0" fmla="*/ 184 w 186"/>
                <a:gd name="T1" fmla="*/ 159 h 161"/>
                <a:gd name="T2" fmla="*/ 185 w 186"/>
                <a:gd name="T3" fmla="*/ 161 h 161"/>
                <a:gd name="T4" fmla="*/ 186 w 186"/>
                <a:gd name="T5" fmla="*/ 160 h 161"/>
                <a:gd name="T6" fmla="*/ 184 w 186"/>
                <a:gd name="T7" fmla="*/ 159 h 161"/>
                <a:gd name="T8" fmla="*/ 0 w 186"/>
                <a:gd name="T9" fmla="*/ 0 h 161"/>
                <a:gd name="T10" fmla="*/ 179 w 186"/>
                <a:gd name="T11" fmla="*/ 154 h 161"/>
                <a:gd name="T12" fmla="*/ 0 w 186"/>
                <a:gd name="T1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6" h="161">
                  <a:moveTo>
                    <a:pt x="184" y="159"/>
                  </a:moveTo>
                  <a:lnTo>
                    <a:pt x="185" y="161"/>
                  </a:lnTo>
                  <a:lnTo>
                    <a:pt x="186" y="160"/>
                  </a:lnTo>
                  <a:lnTo>
                    <a:pt x="184" y="159"/>
                  </a:lnTo>
                  <a:close/>
                  <a:moveTo>
                    <a:pt x="0" y="0"/>
                  </a:moveTo>
                  <a:lnTo>
                    <a:pt x="179" y="15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1" name="Freeform 881">
              <a:extLst>
                <a:ext uri="{FF2B5EF4-FFF2-40B4-BE49-F238E27FC236}">
                  <a16:creationId xmlns:a16="http://schemas.microsoft.com/office/drawing/2014/main" id="{B49064F8-1C11-41ED-5C5A-C987C86093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9301" y="5183225"/>
              <a:ext cx="295275" cy="255588"/>
            </a:xfrm>
            <a:custGeom>
              <a:avLst/>
              <a:gdLst>
                <a:gd name="T0" fmla="*/ 184 w 186"/>
                <a:gd name="T1" fmla="*/ 159 h 161"/>
                <a:gd name="T2" fmla="*/ 185 w 186"/>
                <a:gd name="T3" fmla="*/ 161 h 161"/>
                <a:gd name="T4" fmla="*/ 186 w 186"/>
                <a:gd name="T5" fmla="*/ 160 h 161"/>
                <a:gd name="T6" fmla="*/ 184 w 186"/>
                <a:gd name="T7" fmla="*/ 159 h 161"/>
                <a:gd name="T8" fmla="*/ 0 w 186"/>
                <a:gd name="T9" fmla="*/ 0 h 161"/>
                <a:gd name="T10" fmla="*/ 179 w 186"/>
                <a:gd name="T11" fmla="*/ 154 h 161"/>
                <a:gd name="T12" fmla="*/ 0 w 186"/>
                <a:gd name="T1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6" h="161">
                  <a:moveTo>
                    <a:pt x="184" y="159"/>
                  </a:moveTo>
                  <a:lnTo>
                    <a:pt x="185" y="161"/>
                  </a:lnTo>
                  <a:lnTo>
                    <a:pt x="186" y="160"/>
                  </a:lnTo>
                  <a:lnTo>
                    <a:pt x="184" y="159"/>
                  </a:lnTo>
                  <a:moveTo>
                    <a:pt x="0" y="0"/>
                  </a:moveTo>
                  <a:lnTo>
                    <a:pt x="179" y="15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2" name="Rectangle 882">
              <a:extLst>
                <a:ext uri="{FF2B5EF4-FFF2-40B4-BE49-F238E27FC236}">
                  <a16:creationId xmlns:a16="http://schemas.microsoft.com/office/drawing/2014/main" id="{0DE98B32-A60F-9F3C-A09A-5945D1150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4139" y="4619662"/>
              <a:ext cx="3175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3" name="Rectangle 883">
              <a:extLst>
                <a:ext uri="{FF2B5EF4-FFF2-40B4-BE49-F238E27FC236}">
                  <a16:creationId xmlns:a16="http://schemas.microsoft.com/office/drawing/2014/main" id="{913F8D4F-0498-0942-E73B-137403C14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4139" y="4619662"/>
              <a:ext cx="3175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4" name="Freeform 884">
              <a:extLst>
                <a:ext uri="{FF2B5EF4-FFF2-40B4-BE49-F238E27FC236}">
                  <a16:creationId xmlns:a16="http://schemas.microsoft.com/office/drawing/2014/main" id="{525EBA94-860A-71E3-082F-BA151A3CCCB9}"/>
                </a:ext>
              </a:extLst>
            </p:cNvPr>
            <p:cNvSpPr/>
            <p:nvPr/>
          </p:nvSpPr>
          <p:spPr bwMode="auto">
            <a:xfrm>
              <a:off x="3410014" y="4629187"/>
              <a:ext cx="942975" cy="812800"/>
            </a:xfrm>
            <a:custGeom>
              <a:avLst/>
              <a:gdLst>
                <a:gd name="T0" fmla="*/ 0 w 594"/>
                <a:gd name="T1" fmla="*/ 0 h 512"/>
                <a:gd name="T2" fmla="*/ 7 w 594"/>
                <a:gd name="T3" fmla="*/ 10 h 512"/>
                <a:gd name="T4" fmla="*/ 180 w 594"/>
                <a:gd name="T5" fmla="*/ 159 h 512"/>
                <a:gd name="T6" fmla="*/ 587 w 594"/>
                <a:gd name="T7" fmla="*/ 509 h 512"/>
                <a:gd name="T8" fmla="*/ 591 w 594"/>
                <a:gd name="T9" fmla="*/ 512 h 512"/>
                <a:gd name="T10" fmla="*/ 594 w 594"/>
                <a:gd name="T11" fmla="*/ 510 h 512"/>
                <a:gd name="T12" fmla="*/ 593 w 594"/>
                <a:gd name="T13" fmla="*/ 508 h 512"/>
                <a:gd name="T14" fmla="*/ 588 w 594"/>
                <a:gd name="T15" fmla="*/ 503 h 512"/>
                <a:gd name="T16" fmla="*/ 588 w 594"/>
                <a:gd name="T17" fmla="*/ 503 h 512"/>
                <a:gd name="T18" fmla="*/ 409 w 594"/>
                <a:gd name="T19" fmla="*/ 349 h 512"/>
                <a:gd name="T20" fmla="*/ 4 w 594"/>
                <a:gd name="T21" fmla="*/ 1 h 512"/>
                <a:gd name="T22" fmla="*/ 0 w 594"/>
                <a:gd name="T23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4" h="512">
                  <a:moveTo>
                    <a:pt x="0" y="0"/>
                  </a:moveTo>
                  <a:lnTo>
                    <a:pt x="7" y="10"/>
                  </a:lnTo>
                  <a:lnTo>
                    <a:pt x="180" y="159"/>
                  </a:lnTo>
                  <a:lnTo>
                    <a:pt x="587" y="509"/>
                  </a:lnTo>
                  <a:lnTo>
                    <a:pt x="591" y="512"/>
                  </a:lnTo>
                  <a:lnTo>
                    <a:pt x="594" y="510"/>
                  </a:lnTo>
                  <a:lnTo>
                    <a:pt x="593" y="508"/>
                  </a:lnTo>
                  <a:lnTo>
                    <a:pt x="588" y="503"/>
                  </a:lnTo>
                  <a:lnTo>
                    <a:pt x="588" y="503"/>
                  </a:lnTo>
                  <a:lnTo>
                    <a:pt x="409" y="349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6" name="Freeform 886">
              <a:extLst>
                <a:ext uri="{FF2B5EF4-FFF2-40B4-BE49-F238E27FC236}">
                  <a16:creationId xmlns:a16="http://schemas.microsoft.com/office/drawing/2014/main" id="{2A80D581-00C7-80B8-C06F-970A76263162}"/>
                </a:ext>
              </a:extLst>
            </p:cNvPr>
            <p:cNvSpPr/>
            <p:nvPr/>
          </p:nvSpPr>
          <p:spPr bwMode="auto">
            <a:xfrm>
              <a:off x="3405251" y="4622837"/>
              <a:ext cx="11112" cy="7938"/>
            </a:xfrm>
            <a:custGeom>
              <a:avLst/>
              <a:gdLst>
                <a:gd name="T0" fmla="*/ 1 w 7"/>
                <a:gd name="T1" fmla="*/ 0 h 5"/>
                <a:gd name="T2" fmla="*/ 0 w 7"/>
                <a:gd name="T3" fmla="*/ 0 h 5"/>
                <a:gd name="T4" fmla="*/ 3 w 7"/>
                <a:gd name="T5" fmla="*/ 4 h 5"/>
                <a:gd name="T6" fmla="*/ 7 w 7"/>
                <a:gd name="T7" fmla="*/ 5 h 5"/>
                <a:gd name="T8" fmla="*/ 1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7" y="5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7" name="Freeform 887">
              <a:extLst>
                <a:ext uri="{FF2B5EF4-FFF2-40B4-BE49-F238E27FC236}">
                  <a16:creationId xmlns:a16="http://schemas.microsoft.com/office/drawing/2014/main" id="{141469CE-8912-2A54-A098-4ED7A8F00D24}"/>
                </a:ext>
              </a:extLst>
            </p:cNvPr>
            <p:cNvSpPr/>
            <p:nvPr/>
          </p:nvSpPr>
          <p:spPr bwMode="auto">
            <a:xfrm>
              <a:off x="3405251" y="4622837"/>
              <a:ext cx="11112" cy="7938"/>
            </a:xfrm>
            <a:custGeom>
              <a:avLst/>
              <a:gdLst>
                <a:gd name="T0" fmla="*/ 1 w 7"/>
                <a:gd name="T1" fmla="*/ 0 h 5"/>
                <a:gd name="T2" fmla="*/ 0 w 7"/>
                <a:gd name="T3" fmla="*/ 0 h 5"/>
                <a:gd name="T4" fmla="*/ 3 w 7"/>
                <a:gd name="T5" fmla="*/ 4 h 5"/>
                <a:gd name="T6" fmla="*/ 7 w 7"/>
                <a:gd name="T7" fmla="*/ 5 h 5"/>
                <a:gd name="T8" fmla="*/ 1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7" y="5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" name="Rectangle 888">
              <a:extLst>
                <a:ext uri="{FF2B5EF4-FFF2-40B4-BE49-F238E27FC236}">
                  <a16:creationId xmlns:a16="http://schemas.microsoft.com/office/drawing/2014/main" id="{F597A555-A9F0-B6E8-51E7-A18E1C67EA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5251" y="46228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9" name="Rectangle 889">
              <a:extLst>
                <a:ext uri="{FF2B5EF4-FFF2-40B4-BE49-F238E27FC236}">
                  <a16:creationId xmlns:a16="http://schemas.microsoft.com/office/drawing/2014/main" id="{0BC47974-030D-7155-C9DD-33229305E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5251" y="462283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0" name="Freeform 890">
              <a:extLst>
                <a:ext uri="{FF2B5EF4-FFF2-40B4-BE49-F238E27FC236}">
                  <a16:creationId xmlns:a16="http://schemas.microsoft.com/office/drawing/2014/main" id="{3225F0AF-D1AE-CB96-5A8C-F8B2D0496D95}"/>
                </a:ext>
              </a:extLst>
            </p:cNvPr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2" name="Freeform 891">
              <a:extLst>
                <a:ext uri="{FF2B5EF4-FFF2-40B4-BE49-F238E27FC236}">
                  <a16:creationId xmlns:a16="http://schemas.microsoft.com/office/drawing/2014/main" id="{077AF4B0-2D80-2C2F-9615-A2E6E141DE6E}"/>
                </a:ext>
              </a:extLst>
            </p:cNvPr>
            <p:cNvSpPr/>
            <p:nvPr/>
          </p:nvSpPr>
          <p:spPr bwMode="auto">
            <a:xfrm>
              <a:off x="3403664" y="461966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2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3" name="Freeform 892">
              <a:extLst>
                <a:ext uri="{FF2B5EF4-FFF2-40B4-BE49-F238E27FC236}">
                  <a16:creationId xmlns:a16="http://schemas.microsoft.com/office/drawing/2014/main" id="{D10FC2AA-3983-051D-6D06-A5AAF6C04569}"/>
                </a:ext>
              </a:extLst>
            </p:cNvPr>
            <p:cNvSpPr/>
            <p:nvPr/>
          </p:nvSpPr>
          <p:spPr bwMode="auto">
            <a:xfrm>
              <a:off x="3397314" y="4618075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2 h 2"/>
                <a:gd name="T10" fmla="*/ 1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4" name="Freeform 893">
              <a:extLst>
                <a:ext uri="{FF2B5EF4-FFF2-40B4-BE49-F238E27FC236}">
                  <a16:creationId xmlns:a16="http://schemas.microsoft.com/office/drawing/2014/main" id="{B609A09B-327A-5C05-0929-478C854D15DE}"/>
                </a:ext>
              </a:extLst>
            </p:cNvPr>
            <p:cNvSpPr/>
            <p:nvPr/>
          </p:nvSpPr>
          <p:spPr bwMode="auto">
            <a:xfrm>
              <a:off x="3397314" y="4618075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2 h 2"/>
                <a:gd name="T10" fmla="*/ 1 w 2"/>
                <a:gd name="T11" fmla="*/ 0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5" name="Freeform 894">
              <a:extLst>
                <a:ext uri="{FF2B5EF4-FFF2-40B4-BE49-F238E27FC236}">
                  <a16:creationId xmlns:a16="http://schemas.microsoft.com/office/drawing/2014/main" id="{ADEFB903-93C1-F7D4-DF30-E43E578C1EB9}"/>
                </a:ext>
              </a:extLst>
            </p:cNvPr>
            <p:cNvSpPr/>
            <p:nvPr/>
          </p:nvSpPr>
          <p:spPr bwMode="auto">
            <a:xfrm>
              <a:off x="3403664" y="4627600"/>
              <a:ext cx="17462" cy="17463"/>
            </a:xfrm>
            <a:custGeom>
              <a:avLst/>
              <a:gdLst>
                <a:gd name="T0" fmla="*/ 0 w 11"/>
                <a:gd name="T1" fmla="*/ 0 h 11"/>
                <a:gd name="T2" fmla="*/ 0 w 11"/>
                <a:gd name="T3" fmla="*/ 1 h 11"/>
                <a:gd name="T4" fmla="*/ 11 w 11"/>
                <a:gd name="T5" fmla="*/ 11 h 11"/>
                <a:gd name="T6" fmla="*/ 4 w 11"/>
                <a:gd name="T7" fmla="*/ 1 h 11"/>
                <a:gd name="T8" fmla="*/ 0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0" y="0"/>
                  </a:moveTo>
                  <a:lnTo>
                    <a:pt x="0" y="1"/>
                  </a:lnTo>
                  <a:lnTo>
                    <a:pt x="11" y="11"/>
                  </a:lnTo>
                  <a:lnTo>
                    <a:pt x="4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" name="Freeform 895">
              <a:extLst>
                <a:ext uri="{FF2B5EF4-FFF2-40B4-BE49-F238E27FC236}">
                  <a16:creationId xmlns:a16="http://schemas.microsoft.com/office/drawing/2014/main" id="{DEA5FB25-9C14-7D04-EDC7-64405587E5DD}"/>
                </a:ext>
              </a:extLst>
            </p:cNvPr>
            <p:cNvSpPr/>
            <p:nvPr/>
          </p:nvSpPr>
          <p:spPr bwMode="auto">
            <a:xfrm>
              <a:off x="3403664" y="4627600"/>
              <a:ext cx="17462" cy="17463"/>
            </a:xfrm>
            <a:custGeom>
              <a:avLst/>
              <a:gdLst>
                <a:gd name="T0" fmla="*/ 0 w 11"/>
                <a:gd name="T1" fmla="*/ 0 h 11"/>
                <a:gd name="T2" fmla="*/ 0 w 11"/>
                <a:gd name="T3" fmla="*/ 1 h 11"/>
                <a:gd name="T4" fmla="*/ 11 w 11"/>
                <a:gd name="T5" fmla="*/ 11 h 11"/>
                <a:gd name="T6" fmla="*/ 4 w 11"/>
                <a:gd name="T7" fmla="*/ 1 h 11"/>
                <a:gd name="T8" fmla="*/ 0 w 1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0" y="0"/>
                  </a:moveTo>
                  <a:lnTo>
                    <a:pt x="0" y="1"/>
                  </a:lnTo>
                  <a:lnTo>
                    <a:pt x="11" y="11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" name="Freeform 896">
              <a:extLst>
                <a:ext uri="{FF2B5EF4-FFF2-40B4-BE49-F238E27FC236}">
                  <a16:creationId xmlns:a16="http://schemas.microsoft.com/office/drawing/2014/main" id="{78A8D847-7E26-3B62-E5FD-53BFFB36B5B2}"/>
                </a:ext>
              </a:extLst>
            </p:cNvPr>
            <p:cNvSpPr/>
            <p:nvPr/>
          </p:nvSpPr>
          <p:spPr bwMode="auto">
            <a:xfrm>
              <a:off x="3403664" y="4622837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1 h 4"/>
                <a:gd name="T4" fmla="*/ 0 w 4"/>
                <a:gd name="T5" fmla="*/ 3 h 4"/>
                <a:gd name="T6" fmla="*/ 4 w 4"/>
                <a:gd name="T7" fmla="*/ 4 h 4"/>
                <a:gd name="T8" fmla="*/ 1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8" name="Freeform 897">
              <a:extLst>
                <a:ext uri="{FF2B5EF4-FFF2-40B4-BE49-F238E27FC236}">
                  <a16:creationId xmlns:a16="http://schemas.microsoft.com/office/drawing/2014/main" id="{1A33FEC2-B8CA-E59C-D2D7-00DE142815B8}"/>
                </a:ext>
              </a:extLst>
            </p:cNvPr>
            <p:cNvSpPr/>
            <p:nvPr/>
          </p:nvSpPr>
          <p:spPr bwMode="auto">
            <a:xfrm>
              <a:off x="3403664" y="4622837"/>
              <a:ext cx="6350" cy="6350"/>
            </a:xfrm>
            <a:custGeom>
              <a:avLst/>
              <a:gdLst>
                <a:gd name="T0" fmla="*/ 1 w 4"/>
                <a:gd name="T1" fmla="*/ 0 h 4"/>
                <a:gd name="T2" fmla="*/ 0 w 4"/>
                <a:gd name="T3" fmla="*/ 1 h 4"/>
                <a:gd name="T4" fmla="*/ 0 w 4"/>
                <a:gd name="T5" fmla="*/ 3 h 4"/>
                <a:gd name="T6" fmla="*/ 4 w 4"/>
                <a:gd name="T7" fmla="*/ 4 h 4"/>
                <a:gd name="T8" fmla="*/ 1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4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9" name="Freeform 898">
              <a:extLst>
                <a:ext uri="{FF2B5EF4-FFF2-40B4-BE49-F238E27FC236}">
                  <a16:creationId xmlns:a16="http://schemas.microsoft.com/office/drawing/2014/main" id="{C1CDFD84-FF1C-9F0A-BB91-765C2ED4E902}"/>
                </a:ext>
              </a:extLst>
            </p:cNvPr>
            <p:cNvSpPr/>
            <p:nvPr/>
          </p:nvSpPr>
          <p:spPr bwMode="auto">
            <a:xfrm>
              <a:off x="3403664" y="46228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0" name="Freeform 899">
              <a:extLst>
                <a:ext uri="{FF2B5EF4-FFF2-40B4-BE49-F238E27FC236}">
                  <a16:creationId xmlns:a16="http://schemas.microsoft.com/office/drawing/2014/main" id="{1059324F-A057-974A-9E92-0D09038E312E}"/>
                </a:ext>
              </a:extLst>
            </p:cNvPr>
            <p:cNvSpPr/>
            <p:nvPr/>
          </p:nvSpPr>
          <p:spPr bwMode="auto">
            <a:xfrm>
              <a:off x="3403664" y="4622837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1" name="Freeform 900">
              <a:extLst>
                <a:ext uri="{FF2B5EF4-FFF2-40B4-BE49-F238E27FC236}">
                  <a16:creationId xmlns:a16="http://schemas.microsoft.com/office/drawing/2014/main" id="{D4B1A615-FA9F-64E0-8C15-1F3624311ED6}"/>
                </a:ext>
              </a:extLst>
            </p:cNvPr>
            <p:cNvSpPr/>
            <p:nvPr/>
          </p:nvSpPr>
          <p:spPr bwMode="auto">
            <a:xfrm>
              <a:off x="3403664" y="46196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1 w 1"/>
                <a:gd name="T5" fmla="*/ 2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2" name="Freeform 901">
              <a:extLst>
                <a:ext uri="{FF2B5EF4-FFF2-40B4-BE49-F238E27FC236}">
                  <a16:creationId xmlns:a16="http://schemas.microsoft.com/office/drawing/2014/main" id="{D98A3477-644F-56D5-B83F-A7FDA4436F21}"/>
                </a:ext>
              </a:extLst>
            </p:cNvPr>
            <p:cNvSpPr/>
            <p:nvPr/>
          </p:nvSpPr>
          <p:spPr bwMode="auto">
            <a:xfrm>
              <a:off x="3403664" y="4619662"/>
              <a:ext cx="1587" cy="47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1 w 1"/>
                <a:gd name="T5" fmla="*/ 2 h 3"/>
                <a:gd name="T6" fmla="*/ 0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3" name="Freeform 902">
              <a:extLst>
                <a:ext uri="{FF2B5EF4-FFF2-40B4-BE49-F238E27FC236}">
                  <a16:creationId xmlns:a16="http://schemas.microsoft.com/office/drawing/2014/main" id="{D901DDD9-1F25-FCC9-B216-56DB56C10E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4139" y="4619662"/>
              <a:ext cx="9525" cy="3175"/>
            </a:xfrm>
            <a:custGeom>
              <a:avLst/>
              <a:gdLst>
                <a:gd name="T0" fmla="*/ 2 w 6"/>
                <a:gd name="T1" fmla="*/ 0 h 2"/>
                <a:gd name="T2" fmla="*/ 0 w 6"/>
                <a:gd name="T3" fmla="*/ 0 h 2"/>
                <a:gd name="T4" fmla="*/ 2 w 6"/>
                <a:gd name="T5" fmla="*/ 2 h 2"/>
                <a:gd name="T6" fmla="*/ 2 w 6"/>
                <a:gd name="T7" fmla="*/ 0 h 2"/>
                <a:gd name="T8" fmla="*/ 6 w 6"/>
                <a:gd name="T9" fmla="*/ 0 h 2"/>
                <a:gd name="T10" fmla="*/ 6 w 6"/>
                <a:gd name="T11" fmla="*/ 0 h 2"/>
                <a:gd name="T12" fmla="*/ 6 w 6"/>
                <a:gd name="T13" fmla="*/ 0 h 2"/>
                <a:gd name="T14" fmla="*/ 6 w 6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4" name="Freeform 903">
              <a:extLst>
                <a:ext uri="{FF2B5EF4-FFF2-40B4-BE49-F238E27FC236}">
                  <a16:creationId xmlns:a16="http://schemas.microsoft.com/office/drawing/2014/main" id="{444F8644-99EC-288E-D4E7-38F4F64764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4139" y="4619662"/>
              <a:ext cx="9525" cy="3175"/>
            </a:xfrm>
            <a:custGeom>
              <a:avLst/>
              <a:gdLst>
                <a:gd name="T0" fmla="*/ 2 w 6"/>
                <a:gd name="T1" fmla="*/ 0 h 2"/>
                <a:gd name="T2" fmla="*/ 0 w 6"/>
                <a:gd name="T3" fmla="*/ 0 h 2"/>
                <a:gd name="T4" fmla="*/ 2 w 6"/>
                <a:gd name="T5" fmla="*/ 2 h 2"/>
                <a:gd name="T6" fmla="*/ 2 w 6"/>
                <a:gd name="T7" fmla="*/ 0 h 2"/>
                <a:gd name="T8" fmla="*/ 6 w 6"/>
                <a:gd name="T9" fmla="*/ 0 h 2"/>
                <a:gd name="T10" fmla="*/ 6 w 6"/>
                <a:gd name="T11" fmla="*/ 0 h 2"/>
                <a:gd name="T12" fmla="*/ 6 w 6"/>
                <a:gd name="T13" fmla="*/ 0 h 2"/>
                <a:gd name="T14" fmla="*/ 6 w 6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5" name="Freeform 904">
              <a:extLst>
                <a:ext uri="{FF2B5EF4-FFF2-40B4-BE49-F238E27FC236}">
                  <a16:creationId xmlns:a16="http://schemas.microsoft.com/office/drawing/2014/main" id="{69556286-2736-37A6-93BC-93E02B55F7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8901" y="4618075"/>
              <a:ext cx="4762" cy="11113"/>
            </a:xfrm>
            <a:custGeom>
              <a:avLst/>
              <a:gdLst>
                <a:gd name="T0" fmla="*/ 1 w 3"/>
                <a:gd name="T1" fmla="*/ 5 h 7"/>
                <a:gd name="T2" fmla="*/ 0 w 3"/>
                <a:gd name="T3" fmla="*/ 5 h 7"/>
                <a:gd name="T4" fmla="*/ 3 w 3"/>
                <a:gd name="T5" fmla="*/ 7 h 7"/>
                <a:gd name="T6" fmla="*/ 3 w 3"/>
                <a:gd name="T7" fmla="*/ 6 h 7"/>
                <a:gd name="T8" fmla="*/ 1 w 3"/>
                <a:gd name="T9" fmla="*/ 5 h 7"/>
                <a:gd name="T10" fmla="*/ 1 w 3"/>
                <a:gd name="T11" fmla="*/ 0 h 7"/>
                <a:gd name="T12" fmla="*/ 1 w 3"/>
                <a:gd name="T13" fmla="*/ 0 h 7"/>
                <a:gd name="T14" fmla="*/ 1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1" y="5"/>
                  </a:moveTo>
                  <a:lnTo>
                    <a:pt x="0" y="5"/>
                  </a:lnTo>
                  <a:lnTo>
                    <a:pt x="3" y="7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6" name="Freeform 905">
              <a:extLst>
                <a:ext uri="{FF2B5EF4-FFF2-40B4-BE49-F238E27FC236}">
                  <a16:creationId xmlns:a16="http://schemas.microsoft.com/office/drawing/2014/main" id="{3CDE271D-21F6-30B8-7E28-9FD0E01AB4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8901" y="4618075"/>
              <a:ext cx="4762" cy="11113"/>
            </a:xfrm>
            <a:custGeom>
              <a:avLst/>
              <a:gdLst>
                <a:gd name="T0" fmla="*/ 1 w 3"/>
                <a:gd name="T1" fmla="*/ 5 h 7"/>
                <a:gd name="T2" fmla="*/ 0 w 3"/>
                <a:gd name="T3" fmla="*/ 5 h 7"/>
                <a:gd name="T4" fmla="*/ 3 w 3"/>
                <a:gd name="T5" fmla="*/ 7 h 7"/>
                <a:gd name="T6" fmla="*/ 3 w 3"/>
                <a:gd name="T7" fmla="*/ 6 h 7"/>
                <a:gd name="T8" fmla="*/ 1 w 3"/>
                <a:gd name="T9" fmla="*/ 5 h 7"/>
                <a:gd name="T10" fmla="*/ 1 w 3"/>
                <a:gd name="T11" fmla="*/ 0 h 7"/>
                <a:gd name="T12" fmla="*/ 1 w 3"/>
                <a:gd name="T13" fmla="*/ 0 h 7"/>
                <a:gd name="T14" fmla="*/ 1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1" y="5"/>
                  </a:moveTo>
                  <a:lnTo>
                    <a:pt x="0" y="5"/>
                  </a:lnTo>
                  <a:lnTo>
                    <a:pt x="3" y="7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7" name="Freeform 906">
              <a:extLst>
                <a:ext uri="{FF2B5EF4-FFF2-40B4-BE49-F238E27FC236}">
                  <a16:creationId xmlns:a16="http://schemas.microsoft.com/office/drawing/2014/main" id="{40CB3869-5FD8-3D56-8148-8347736902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0489" y="4618075"/>
              <a:ext cx="3175" cy="9525"/>
            </a:xfrm>
            <a:custGeom>
              <a:avLst/>
              <a:gdLst>
                <a:gd name="T0" fmla="*/ 2 w 2"/>
                <a:gd name="T1" fmla="*/ 4 h 6"/>
                <a:gd name="T2" fmla="*/ 1 w 2"/>
                <a:gd name="T3" fmla="*/ 4 h 6"/>
                <a:gd name="T4" fmla="*/ 0 w 2"/>
                <a:gd name="T5" fmla="*/ 5 h 6"/>
                <a:gd name="T6" fmla="*/ 2 w 2"/>
                <a:gd name="T7" fmla="*/ 6 h 6"/>
                <a:gd name="T8" fmla="*/ 2 w 2"/>
                <a:gd name="T9" fmla="*/ 4 h 6"/>
                <a:gd name="T10" fmla="*/ 0 w 2"/>
                <a:gd name="T11" fmla="*/ 0 h 6"/>
                <a:gd name="T12" fmla="*/ 0 w 2"/>
                <a:gd name="T13" fmla="*/ 0 h 6"/>
                <a:gd name="T14" fmla="*/ 0 w 2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6">
                  <a:moveTo>
                    <a:pt x="2" y="4"/>
                  </a:moveTo>
                  <a:lnTo>
                    <a:pt x="1" y="4"/>
                  </a:lnTo>
                  <a:lnTo>
                    <a:pt x="0" y="5"/>
                  </a:lnTo>
                  <a:lnTo>
                    <a:pt x="2" y="6"/>
                  </a:lnTo>
                  <a:lnTo>
                    <a:pt x="2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8" name="Freeform 907">
              <a:extLst>
                <a:ext uri="{FF2B5EF4-FFF2-40B4-BE49-F238E27FC236}">
                  <a16:creationId xmlns:a16="http://schemas.microsoft.com/office/drawing/2014/main" id="{BF1A380B-7E55-D88D-DEF5-AA571B209E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0489" y="4618075"/>
              <a:ext cx="3175" cy="9525"/>
            </a:xfrm>
            <a:custGeom>
              <a:avLst/>
              <a:gdLst>
                <a:gd name="T0" fmla="*/ 2 w 2"/>
                <a:gd name="T1" fmla="*/ 4 h 6"/>
                <a:gd name="T2" fmla="*/ 1 w 2"/>
                <a:gd name="T3" fmla="*/ 4 h 6"/>
                <a:gd name="T4" fmla="*/ 0 w 2"/>
                <a:gd name="T5" fmla="*/ 5 h 6"/>
                <a:gd name="T6" fmla="*/ 2 w 2"/>
                <a:gd name="T7" fmla="*/ 6 h 6"/>
                <a:gd name="T8" fmla="*/ 2 w 2"/>
                <a:gd name="T9" fmla="*/ 4 h 6"/>
                <a:gd name="T10" fmla="*/ 0 w 2"/>
                <a:gd name="T11" fmla="*/ 0 h 6"/>
                <a:gd name="T12" fmla="*/ 0 w 2"/>
                <a:gd name="T13" fmla="*/ 0 h 6"/>
                <a:gd name="T14" fmla="*/ 0 w 2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6">
                  <a:moveTo>
                    <a:pt x="2" y="4"/>
                  </a:moveTo>
                  <a:lnTo>
                    <a:pt x="1" y="4"/>
                  </a:lnTo>
                  <a:lnTo>
                    <a:pt x="0" y="5"/>
                  </a:lnTo>
                  <a:lnTo>
                    <a:pt x="2" y="6"/>
                  </a:lnTo>
                  <a:lnTo>
                    <a:pt x="2" y="4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9" name="Rectangle 908">
              <a:extLst>
                <a:ext uri="{FF2B5EF4-FFF2-40B4-BE49-F238E27FC236}">
                  <a16:creationId xmlns:a16="http://schemas.microsoft.com/office/drawing/2014/main" id="{D74B9942-5978-847B-C568-42FBC712C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0" name="Rectangle 909">
              <a:extLst>
                <a:ext uri="{FF2B5EF4-FFF2-40B4-BE49-F238E27FC236}">
                  <a16:creationId xmlns:a16="http://schemas.microsoft.com/office/drawing/2014/main" id="{7ABE00A8-4B01-E348-3AA1-4BDE369A7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489" y="4618075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1" name="Freeform 910">
              <a:extLst>
                <a:ext uri="{FF2B5EF4-FFF2-40B4-BE49-F238E27FC236}">
                  <a16:creationId xmlns:a16="http://schemas.microsoft.com/office/drawing/2014/main" id="{E7208B17-20CD-547D-ED16-A9A0BB0BCF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0489" y="4618075"/>
              <a:ext cx="3175" cy="6350"/>
            </a:xfrm>
            <a:custGeom>
              <a:avLst/>
              <a:gdLst>
                <a:gd name="T0" fmla="*/ 2 w 2"/>
                <a:gd name="T1" fmla="*/ 4 h 4"/>
                <a:gd name="T2" fmla="*/ 1 w 2"/>
                <a:gd name="T3" fmla="*/ 4 h 4"/>
                <a:gd name="T4" fmla="*/ 2 w 2"/>
                <a:gd name="T5" fmla="*/ 4 h 4"/>
                <a:gd name="T6" fmla="*/ 2 w 2"/>
                <a:gd name="T7" fmla="*/ 4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1 w 2"/>
                <a:gd name="T17" fmla="*/ 0 h 4"/>
                <a:gd name="T18" fmla="*/ 0 w 2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2" name="Freeform 911">
              <a:extLst>
                <a:ext uri="{FF2B5EF4-FFF2-40B4-BE49-F238E27FC236}">
                  <a16:creationId xmlns:a16="http://schemas.microsoft.com/office/drawing/2014/main" id="{5EDBD486-95D4-5DF3-5EF6-E0E6812C7F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0489" y="4618075"/>
              <a:ext cx="3175" cy="6350"/>
            </a:xfrm>
            <a:custGeom>
              <a:avLst/>
              <a:gdLst>
                <a:gd name="T0" fmla="*/ 2 w 2"/>
                <a:gd name="T1" fmla="*/ 4 h 4"/>
                <a:gd name="T2" fmla="*/ 1 w 2"/>
                <a:gd name="T3" fmla="*/ 4 h 4"/>
                <a:gd name="T4" fmla="*/ 2 w 2"/>
                <a:gd name="T5" fmla="*/ 4 h 4"/>
                <a:gd name="T6" fmla="*/ 2 w 2"/>
                <a:gd name="T7" fmla="*/ 4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1 w 2"/>
                <a:gd name="T17" fmla="*/ 0 h 4"/>
                <a:gd name="T18" fmla="*/ 0 w 2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3" name="Freeform 912">
              <a:extLst>
                <a:ext uri="{FF2B5EF4-FFF2-40B4-BE49-F238E27FC236}">
                  <a16:creationId xmlns:a16="http://schemas.microsoft.com/office/drawing/2014/main" id="{9CDD10E6-0455-BA6B-0B65-C533AD630C2E}"/>
                </a:ext>
              </a:extLst>
            </p:cNvPr>
            <p:cNvSpPr/>
            <p:nvPr/>
          </p:nvSpPr>
          <p:spPr bwMode="auto">
            <a:xfrm>
              <a:off x="3398901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1 h 1"/>
                <a:gd name="T10" fmla="*/ 0 w 1"/>
                <a:gd name="T11" fmla="*/ 0 h 1"/>
                <a:gd name="T12" fmla="*/ 0 w 1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4" name="Freeform 913">
              <a:extLst>
                <a:ext uri="{FF2B5EF4-FFF2-40B4-BE49-F238E27FC236}">
                  <a16:creationId xmlns:a16="http://schemas.microsoft.com/office/drawing/2014/main" id="{F82DB859-8595-5372-DB1C-8FBFAB0064B6}"/>
                </a:ext>
              </a:extLst>
            </p:cNvPr>
            <p:cNvSpPr/>
            <p:nvPr/>
          </p:nvSpPr>
          <p:spPr bwMode="auto">
            <a:xfrm>
              <a:off x="3398901" y="4624425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1 h 1"/>
                <a:gd name="T10" fmla="*/ 0 w 1"/>
                <a:gd name="T11" fmla="*/ 0 h 1"/>
                <a:gd name="T12" fmla="*/ 0 w 1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5" name="Freeform 914">
              <a:extLst>
                <a:ext uri="{FF2B5EF4-FFF2-40B4-BE49-F238E27FC236}">
                  <a16:creationId xmlns:a16="http://schemas.microsoft.com/office/drawing/2014/main" id="{7DA41F70-A9E8-84CC-742A-219C37C3FE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7314" y="4624425"/>
              <a:ext cx="4762" cy="1588"/>
            </a:xfrm>
            <a:custGeom>
              <a:avLst/>
              <a:gdLst>
                <a:gd name="T0" fmla="*/ 3 w 3"/>
                <a:gd name="T1" fmla="*/ 0 h 1"/>
                <a:gd name="T2" fmla="*/ 2 w 3"/>
                <a:gd name="T3" fmla="*/ 0 h 1"/>
                <a:gd name="T4" fmla="*/ 2 w 3"/>
                <a:gd name="T5" fmla="*/ 1 h 1"/>
                <a:gd name="T6" fmla="*/ 2 w 3"/>
                <a:gd name="T7" fmla="*/ 1 h 1"/>
                <a:gd name="T8" fmla="*/ 3 w 3"/>
                <a:gd name="T9" fmla="*/ 0 h 1"/>
                <a:gd name="T10" fmla="*/ 0 w 3"/>
                <a:gd name="T11" fmla="*/ 0 h 1"/>
                <a:gd name="T12" fmla="*/ 1 w 3"/>
                <a:gd name="T13" fmla="*/ 0 h 1"/>
                <a:gd name="T14" fmla="*/ 1 w 3"/>
                <a:gd name="T15" fmla="*/ 0 h 1"/>
                <a:gd name="T16" fmla="*/ 0 w 3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close/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8" name="Freeform 915">
              <a:extLst>
                <a:ext uri="{FF2B5EF4-FFF2-40B4-BE49-F238E27FC236}">
                  <a16:creationId xmlns:a16="http://schemas.microsoft.com/office/drawing/2014/main" id="{14A482B3-D409-750B-D9AA-8E4B1721CC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7314" y="4624425"/>
              <a:ext cx="4762" cy="1588"/>
            </a:xfrm>
            <a:custGeom>
              <a:avLst/>
              <a:gdLst>
                <a:gd name="T0" fmla="*/ 3 w 3"/>
                <a:gd name="T1" fmla="*/ 0 h 1"/>
                <a:gd name="T2" fmla="*/ 2 w 3"/>
                <a:gd name="T3" fmla="*/ 0 h 1"/>
                <a:gd name="T4" fmla="*/ 2 w 3"/>
                <a:gd name="T5" fmla="*/ 1 h 1"/>
                <a:gd name="T6" fmla="*/ 2 w 3"/>
                <a:gd name="T7" fmla="*/ 1 h 1"/>
                <a:gd name="T8" fmla="*/ 3 w 3"/>
                <a:gd name="T9" fmla="*/ 0 h 1"/>
                <a:gd name="T10" fmla="*/ 0 w 3"/>
                <a:gd name="T11" fmla="*/ 0 h 1"/>
                <a:gd name="T12" fmla="*/ 1 w 3"/>
                <a:gd name="T13" fmla="*/ 0 h 1"/>
                <a:gd name="T14" fmla="*/ 1 w 3"/>
                <a:gd name="T15" fmla="*/ 0 h 1"/>
                <a:gd name="T16" fmla="*/ 0 w 3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69" name="Freeform 916">
              <a:extLst>
                <a:ext uri="{FF2B5EF4-FFF2-40B4-BE49-F238E27FC236}">
                  <a16:creationId xmlns:a16="http://schemas.microsoft.com/office/drawing/2014/main" id="{EA8E0945-EA24-7DCA-A444-846E00AA3D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8901" y="4618075"/>
              <a:ext cx="3175" cy="7938"/>
            </a:xfrm>
            <a:custGeom>
              <a:avLst/>
              <a:gdLst>
                <a:gd name="T0" fmla="*/ 0 w 2"/>
                <a:gd name="T1" fmla="*/ 4 h 5"/>
                <a:gd name="T2" fmla="*/ 0 w 2"/>
                <a:gd name="T3" fmla="*/ 5 h 5"/>
                <a:gd name="T4" fmla="*/ 1 w 2"/>
                <a:gd name="T5" fmla="*/ 5 h 5"/>
                <a:gd name="T6" fmla="*/ 0 w 2"/>
                <a:gd name="T7" fmla="*/ 4 h 5"/>
                <a:gd name="T8" fmla="*/ 2 w 2"/>
                <a:gd name="T9" fmla="*/ 0 h 5"/>
                <a:gd name="T10" fmla="*/ 2 w 2"/>
                <a:gd name="T11" fmla="*/ 0 h 5"/>
                <a:gd name="T12" fmla="*/ 2 w 2"/>
                <a:gd name="T13" fmla="*/ 0 h 5"/>
                <a:gd name="T14" fmla="*/ 2 w 2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5">
                  <a:moveTo>
                    <a:pt x="0" y="4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0" y="4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0" name="Freeform 917">
              <a:extLst>
                <a:ext uri="{FF2B5EF4-FFF2-40B4-BE49-F238E27FC236}">
                  <a16:creationId xmlns:a16="http://schemas.microsoft.com/office/drawing/2014/main" id="{8038E71E-D44E-29D9-F2D9-F2A6DF4424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8901" y="4618075"/>
              <a:ext cx="3175" cy="7938"/>
            </a:xfrm>
            <a:custGeom>
              <a:avLst/>
              <a:gdLst>
                <a:gd name="T0" fmla="*/ 0 w 2"/>
                <a:gd name="T1" fmla="*/ 4 h 5"/>
                <a:gd name="T2" fmla="*/ 0 w 2"/>
                <a:gd name="T3" fmla="*/ 5 h 5"/>
                <a:gd name="T4" fmla="*/ 1 w 2"/>
                <a:gd name="T5" fmla="*/ 5 h 5"/>
                <a:gd name="T6" fmla="*/ 0 w 2"/>
                <a:gd name="T7" fmla="*/ 4 h 5"/>
                <a:gd name="T8" fmla="*/ 2 w 2"/>
                <a:gd name="T9" fmla="*/ 0 h 5"/>
                <a:gd name="T10" fmla="*/ 2 w 2"/>
                <a:gd name="T11" fmla="*/ 0 h 5"/>
                <a:gd name="T12" fmla="*/ 2 w 2"/>
                <a:gd name="T13" fmla="*/ 0 h 5"/>
                <a:gd name="T14" fmla="*/ 2 w 2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5">
                  <a:moveTo>
                    <a:pt x="0" y="4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0" y="4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1" name="Freeform 918">
              <a:extLst>
                <a:ext uri="{FF2B5EF4-FFF2-40B4-BE49-F238E27FC236}">
                  <a16:creationId xmlns:a16="http://schemas.microsoft.com/office/drawing/2014/main" id="{A89BFF6F-E45D-032F-E5B0-EE573ABF425E}"/>
                </a:ext>
              </a:extLst>
            </p:cNvPr>
            <p:cNvSpPr/>
            <p:nvPr/>
          </p:nvSpPr>
          <p:spPr bwMode="auto">
            <a:xfrm>
              <a:off x="3397314" y="4618075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1 w 4"/>
                <a:gd name="T3" fmla="*/ 0 h 5"/>
                <a:gd name="T4" fmla="*/ 1 w 4"/>
                <a:gd name="T5" fmla="*/ 0 h 5"/>
                <a:gd name="T6" fmla="*/ 2 w 4"/>
                <a:gd name="T7" fmla="*/ 2 h 5"/>
                <a:gd name="T8" fmla="*/ 1 w 4"/>
                <a:gd name="T9" fmla="*/ 0 h 5"/>
                <a:gd name="T10" fmla="*/ 0 w 4"/>
                <a:gd name="T11" fmla="*/ 1 h 5"/>
                <a:gd name="T12" fmla="*/ 0 w 4"/>
                <a:gd name="T13" fmla="*/ 3 h 5"/>
                <a:gd name="T14" fmla="*/ 0 w 4"/>
                <a:gd name="T15" fmla="*/ 4 h 5"/>
                <a:gd name="T16" fmla="*/ 0 w 4"/>
                <a:gd name="T17" fmla="*/ 4 h 5"/>
                <a:gd name="T18" fmla="*/ 1 w 4"/>
                <a:gd name="T19" fmla="*/ 4 h 5"/>
                <a:gd name="T20" fmla="*/ 2 w 4"/>
                <a:gd name="T21" fmla="*/ 5 h 5"/>
                <a:gd name="T22" fmla="*/ 2 w 4"/>
                <a:gd name="T23" fmla="*/ 4 h 5"/>
                <a:gd name="T24" fmla="*/ 3 w 4"/>
                <a:gd name="T25" fmla="*/ 4 h 5"/>
                <a:gd name="T26" fmla="*/ 4 w 4"/>
                <a:gd name="T27" fmla="*/ 4 h 5"/>
                <a:gd name="T28" fmla="*/ 4 w 4"/>
                <a:gd name="T29" fmla="*/ 1 h 5"/>
                <a:gd name="T30" fmla="*/ 4 w 4"/>
                <a:gd name="T31" fmla="*/ 1 h 5"/>
                <a:gd name="T32" fmla="*/ 3 w 4"/>
                <a:gd name="T33" fmla="*/ 0 h 5"/>
                <a:gd name="T34" fmla="*/ 3 w 4"/>
                <a:gd name="T35" fmla="*/ 0 h 5"/>
                <a:gd name="T36" fmla="*/ 2 w 4"/>
                <a:gd name="T37" fmla="*/ 0 h 5"/>
                <a:gd name="T38" fmla="*/ 2 w 4"/>
                <a:gd name="T3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72" name="Freeform 919">
              <a:extLst>
                <a:ext uri="{FF2B5EF4-FFF2-40B4-BE49-F238E27FC236}">
                  <a16:creationId xmlns:a16="http://schemas.microsoft.com/office/drawing/2014/main" id="{12CEF17F-CEE5-4471-F67F-114D190CD59D}"/>
                </a:ext>
              </a:extLst>
            </p:cNvPr>
            <p:cNvSpPr/>
            <p:nvPr/>
          </p:nvSpPr>
          <p:spPr bwMode="auto">
            <a:xfrm>
              <a:off x="3397314" y="4618075"/>
              <a:ext cx="6350" cy="7938"/>
            </a:xfrm>
            <a:custGeom>
              <a:avLst/>
              <a:gdLst>
                <a:gd name="T0" fmla="*/ 2 w 4"/>
                <a:gd name="T1" fmla="*/ 0 h 5"/>
                <a:gd name="T2" fmla="*/ 1 w 4"/>
                <a:gd name="T3" fmla="*/ 0 h 5"/>
                <a:gd name="T4" fmla="*/ 1 w 4"/>
                <a:gd name="T5" fmla="*/ 0 h 5"/>
                <a:gd name="T6" fmla="*/ 2 w 4"/>
                <a:gd name="T7" fmla="*/ 2 h 5"/>
                <a:gd name="T8" fmla="*/ 1 w 4"/>
                <a:gd name="T9" fmla="*/ 0 h 5"/>
                <a:gd name="T10" fmla="*/ 0 w 4"/>
                <a:gd name="T11" fmla="*/ 1 h 5"/>
                <a:gd name="T12" fmla="*/ 0 w 4"/>
                <a:gd name="T13" fmla="*/ 3 h 5"/>
                <a:gd name="T14" fmla="*/ 0 w 4"/>
                <a:gd name="T15" fmla="*/ 4 h 5"/>
                <a:gd name="T16" fmla="*/ 0 w 4"/>
                <a:gd name="T17" fmla="*/ 4 h 5"/>
                <a:gd name="T18" fmla="*/ 1 w 4"/>
                <a:gd name="T19" fmla="*/ 4 h 5"/>
                <a:gd name="T20" fmla="*/ 2 w 4"/>
                <a:gd name="T21" fmla="*/ 5 h 5"/>
                <a:gd name="T22" fmla="*/ 2 w 4"/>
                <a:gd name="T23" fmla="*/ 4 h 5"/>
                <a:gd name="T24" fmla="*/ 3 w 4"/>
                <a:gd name="T25" fmla="*/ 4 h 5"/>
                <a:gd name="T26" fmla="*/ 4 w 4"/>
                <a:gd name="T27" fmla="*/ 4 h 5"/>
                <a:gd name="T28" fmla="*/ 4 w 4"/>
                <a:gd name="T29" fmla="*/ 1 h 5"/>
                <a:gd name="T30" fmla="*/ 4 w 4"/>
                <a:gd name="T31" fmla="*/ 1 h 5"/>
                <a:gd name="T32" fmla="*/ 3 w 4"/>
                <a:gd name="T33" fmla="*/ 0 h 5"/>
                <a:gd name="T34" fmla="*/ 3 w 4"/>
                <a:gd name="T35" fmla="*/ 0 h 5"/>
                <a:gd name="T36" fmla="*/ 2 w 4"/>
                <a:gd name="T37" fmla="*/ 0 h 5"/>
                <a:gd name="T38" fmla="*/ 2 w 4"/>
                <a:gd name="T3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2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582" name="组合 12581">
            <a:extLst>
              <a:ext uri="{FF2B5EF4-FFF2-40B4-BE49-F238E27FC236}">
                <a16:creationId xmlns:a16="http://schemas.microsoft.com/office/drawing/2014/main" id="{881A0D3E-769D-C5FD-9895-31FBB265A59E}"/>
              </a:ext>
            </a:extLst>
          </p:cNvPr>
          <p:cNvGrpSpPr/>
          <p:nvPr/>
        </p:nvGrpSpPr>
        <p:grpSpPr>
          <a:xfrm flipH="1" flipV="1">
            <a:off x="9937213" y="740157"/>
            <a:ext cx="2268537" cy="1557339"/>
            <a:chOff x="11796349" y="8382981"/>
            <a:chExt cx="2268537" cy="1557339"/>
          </a:xfrm>
        </p:grpSpPr>
        <p:sp>
          <p:nvSpPr>
            <p:cNvPr id="945" name="Freeform 175">
              <a:extLst>
                <a:ext uri="{FF2B5EF4-FFF2-40B4-BE49-F238E27FC236}">
                  <a16:creationId xmlns:a16="http://schemas.microsoft.com/office/drawing/2014/main" id="{F23AFF3C-4B33-3CCF-ADD3-D45C03720C3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close/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close/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close/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6" name="Freeform 176">
              <a:extLst>
                <a:ext uri="{FF2B5EF4-FFF2-40B4-BE49-F238E27FC236}">
                  <a16:creationId xmlns:a16="http://schemas.microsoft.com/office/drawing/2014/main" id="{BB618D47-2AFF-A09F-8828-AABB92833DB3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8199" y="8382981"/>
              <a:ext cx="885825" cy="1192213"/>
            </a:xfrm>
            <a:custGeom>
              <a:avLst/>
              <a:gdLst>
                <a:gd name="T0" fmla="*/ 3 w 558"/>
                <a:gd name="T1" fmla="*/ 744 h 751"/>
                <a:gd name="T2" fmla="*/ 1 w 558"/>
                <a:gd name="T3" fmla="*/ 745 h 751"/>
                <a:gd name="T4" fmla="*/ 0 w 558"/>
                <a:gd name="T5" fmla="*/ 751 h 751"/>
                <a:gd name="T6" fmla="*/ 4 w 558"/>
                <a:gd name="T7" fmla="*/ 746 h 751"/>
                <a:gd name="T8" fmla="*/ 3 w 558"/>
                <a:gd name="T9" fmla="*/ 744 h 751"/>
                <a:gd name="T10" fmla="*/ 79 w 558"/>
                <a:gd name="T11" fmla="*/ 306 h 751"/>
                <a:gd name="T12" fmla="*/ 3 w 558"/>
                <a:gd name="T13" fmla="*/ 735 h 751"/>
                <a:gd name="T14" fmla="*/ 3 w 558"/>
                <a:gd name="T15" fmla="*/ 735 h 751"/>
                <a:gd name="T16" fmla="*/ 79 w 558"/>
                <a:gd name="T17" fmla="*/ 306 h 751"/>
                <a:gd name="T18" fmla="*/ 558 w 558"/>
                <a:gd name="T19" fmla="*/ 7 h 751"/>
                <a:gd name="T20" fmla="*/ 9 w 558"/>
                <a:gd name="T21" fmla="*/ 738 h 751"/>
                <a:gd name="T22" fmla="*/ 558 w 558"/>
                <a:gd name="T23" fmla="*/ 7 h 751"/>
                <a:gd name="T24" fmla="*/ 558 w 558"/>
                <a:gd name="T25" fmla="*/ 7 h 751"/>
                <a:gd name="T26" fmla="*/ 555 w 558"/>
                <a:gd name="T27" fmla="*/ 0 h 751"/>
                <a:gd name="T28" fmla="*/ 138 w 558"/>
                <a:gd name="T29" fmla="*/ 4 h 751"/>
                <a:gd name="T30" fmla="*/ 138 w 558"/>
                <a:gd name="T31" fmla="*/ 5 h 751"/>
                <a:gd name="T32" fmla="*/ 140 w 558"/>
                <a:gd name="T33" fmla="*/ 6 h 751"/>
                <a:gd name="T34" fmla="*/ 137 w 558"/>
                <a:gd name="T35" fmla="*/ 8 h 751"/>
                <a:gd name="T36" fmla="*/ 108 w 558"/>
                <a:gd name="T37" fmla="*/ 172 h 751"/>
                <a:gd name="T38" fmla="*/ 137 w 558"/>
                <a:gd name="T39" fmla="*/ 9 h 751"/>
                <a:gd name="T40" fmla="*/ 554 w 558"/>
                <a:gd name="T41" fmla="*/ 5 h 751"/>
                <a:gd name="T42" fmla="*/ 8 w 558"/>
                <a:gd name="T43" fmla="*/ 733 h 751"/>
                <a:gd name="T44" fmla="*/ 8 w 558"/>
                <a:gd name="T45" fmla="*/ 733 h 751"/>
                <a:gd name="T46" fmla="*/ 555 w 558"/>
                <a:gd name="T47" fmla="*/ 3 h 751"/>
                <a:gd name="T48" fmla="*/ 551 w 558"/>
                <a:gd name="T49" fmla="*/ 2 h 751"/>
                <a:gd name="T50" fmla="*/ 555 w 558"/>
                <a:gd name="T51" fmla="*/ 1 h 751"/>
                <a:gd name="T52" fmla="*/ 555 w 558"/>
                <a:gd name="T53" fmla="*/ 0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8" h="751">
                  <a:moveTo>
                    <a:pt x="3" y="744"/>
                  </a:moveTo>
                  <a:lnTo>
                    <a:pt x="1" y="745"/>
                  </a:lnTo>
                  <a:lnTo>
                    <a:pt x="0" y="751"/>
                  </a:lnTo>
                  <a:lnTo>
                    <a:pt x="4" y="746"/>
                  </a:lnTo>
                  <a:lnTo>
                    <a:pt x="3" y="744"/>
                  </a:lnTo>
                  <a:moveTo>
                    <a:pt x="79" y="306"/>
                  </a:moveTo>
                  <a:lnTo>
                    <a:pt x="3" y="735"/>
                  </a:lnTo>
                  <a:lnTo>
                    <a:pt x="3" y="735"/>
                  </a:lnTo>
                  <a:lnTo>
                    <a:pt x="79" y="306"/>
                  </a:lnTo>
                  <a:moveTo>
                    <a:pt x="558" y="7"/>
                  </a:moveTo>
                  <a:lnTo>
                    <a:pt x="9" y="738"/>
                  </a:lnTo>
                  <a:lnTo>
                    <a:pt x="558" y="7"/>
                  </a:lnTo>
                  <a:lnTo>
                    <a:pt x="558" y="7"/>
                  </a:lnTo>
                  <a:moveTo>
                    <a:pt x="555" y="0"/>
                  </a:moveTo>
                  <a:lnTo>
                    <a:pt x="138" y="4"/>
                  </a:lnTo>
                  <a:lnTo>
                    <a:pt x="138" y="5"/>
                  </a:lnTo>
                  <a:lnTo>
                    <a:pt x="140" y="6"/>
                  </a:lnTo>
                  <a:lnTo>
                    <a:pt x="137" y="8"/>
                  </a:lnTo>
                  <a:lnTo>
                    <a:pt x="108" y="172"/>
                  </a:lnTo>
                  <a:lnTo>
                    <a:pt x="137" y="9"/>
                  </a:lnTo>
                  <a:lnTo>
                    <a:pt x="554" y="5"/>
                  </a:lnTo>
                  <a:lnTo>
                    <a:pt x="8" y="733"/>
                  </a:lnTo>
                  <a:lnTo>
                    <a:pt x="8" y="733"/>
                  </a:lnTo>
                  <a:lnTo>
                    <a:pt x="555" y="3"/>
                  </a:lnTo>
                  <a:lnTo>
                    <a:pt x="551" y="2"/>
                  </a:lnTo>
                  <a:lnTo>
                    <a:pt x="555" y="1"/>
                  </a:lnTo>
                  <a:lnTo>
                    <a:pt x="55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7" name="Freeform 177">
              <a:extLst>
                <a:ext uri="{FF2B5EF4-FFF2-40B4-BE49-F238E27FC236}">
                  <a16:creationId xmlns:a16="http://schemas.microsoft.com/office/drawing/2014/main" id="{22767BDE-D283-3EA1-2EA3-9C91A57C93BA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close/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8" name="Freeform 178">
              <a:extLst>
                <a:ext uri="{FF2B5EF4-FFF2-40B4-BE49-F238E27FC236}">
                  <a16:creationId xmlns:a16="http://schemas.microsoft.com/office/drawing/2014/main" id="{DE93FC8F-4718-9534-B72C-734843D8216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02911" y="9570431"/>
              <a:ext cx="19050" cy="4763"/>
            </a:xfrm>
            <a:custGeom>
              <a:avLst/>
              <a:gdLst>
                <a:gd name="T0" fmla="*/ 4 w 12"/>
                <a:gd name="T1" fmla="*/ 1 h 3"/>
                <a:gd name="T2" fmla="*/ 0 w 12"/>
                <a:gd name="T3" fmla="*/ 2 h 3"/>
                <a:gd name="T4" fmla="*/ 4 w 12"/>
                <a:gd name="T5" fmla="*/ 3 h 3"/>
                <a:gd name="T6" fmla="*/ 5 w 12"/>
                <a:gd name="T7" fmla="*/ 2 h 3"/>
                <a:gd name="T8" fmla="*/ 4 w 12"/>
                <a:gd name="T9" fmla="*/ 1 h 3"/>
                <a:gd name="T10" fmla="*/ 12 w 12"/>
                <a:gd name="T11" fmla="*/ 0 h 3"/>
                <a:gd name="T12" fmla="*/ 9 w 12"/>
                <a:gd name="T13" fmla="*/ 0 h 3"/>
                <a:gd name="T14" fmla="*/ 9 w 12"/>
                <a:gd name="T15" fmla="*/ 1 h 3"/>
                <a:gd name="T16" fmla="*/ 11 w 12"/>
                <a:gd name="T17" fmla="*/ 1 h 3"/>
                <a:gd name="T18" fmla="*/ 12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4" y="1"/>
                  </a:moveTo>
                  <a:lnTo>
                    <a:pt x="0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4" y="1"/>
                  </a:lnTo>
                  <a:moveTo>
                    <a:pt x="12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7" name="Freeform 217">
              <a:extLst>
                <a:ext uri="{FF2B5EF4-FFF2-40B4-BE49-F238E27FC236}">
                  <a16:creationId xmlns:a16="http://schemas.microsoft.com/office/drawing/2014/main" id="{C02F46E4-59F0-D24D-CBD8-A22AF19C26B1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8" name="Freeform 218">
              <a:extLst>
                <a:ext uri="{FF2B5EF4-FFF2-40B4-BE49-F238E27FC236}">
                  <a16:creationId xmlns:a16="http://schemas.microsoft.com/office/drawing/2014/main" id="{78280508-60D5-ADE1-E795-6E162D79152F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0 w 2"/>
                <a:gd name="T5" fmla="*/ 1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1" name="Freeform 231">
              <a:extLst>
                <a:ext uri="{FF2B5EF4-FFF2-40B4-BE49-F238E27FC236}">
                  <a16:creationId xmlns:a16="http://schemas.microsoft.com/office/drawing/2014/main" id="{19D64DA1-04F5-1948-5F0F-31E647851A95}"/>
                </a:ext>
              </a:extLst>
            </p:cNvPr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2" name="Freeform 232">
              <a:extLst>
                <a:ext uri="{FF2B5EF4-FFF2-40B4-BE49-F238E27FC236}">
                  <a16:creationId xmlns:a16="http://schemas.microsoft.com/office/drawing/2014/main" id="{57D4EA81-1EB3-16D5-49CD-023EADBE9960}"/>
                </a:ext>
              </a:extLst>
            </p:cNvPr>
            <p:cNvSpPr/>
            <p:nvPr/>
          </p:nvSpPr>
          <p:spPr bwMode="auto">
            <a:xfrm flipV="1">
              <a:off x="13906136" y="8667144"/>
              <a:ext cx="23813" cy="6350"/>
            </a:xfrm>
            <a:custGeom>
              <a:avLst/>
              <a:gdLst>
                <a:gd name="T0" fmla="*/ 15 w 15"/>
                <a:gd name="T1" fmla="*/ 0 h 4"/>
                <a:gd name="T2" fmla="*/ 1 w 15"/>
                <a:gd name="T3" fmla="*/ 1 h 4"/>
                <a:gd name="T4" fmla="*/ 0 w 15"/>
                <a:gd name="T5" fmla="*/ 2 h 4"/>
                <a:gd name="T6" fmla="*/ 4 w 15"/>
                <a:gd name="T7" fmla="*/ 4 h 4"/>
                <a:gd name="T8" fmla="*/ 15 w 1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15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4" y="4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3" name="Freeform 233">
              <a:extLst>
                <a:ext uri="{FF2B5EF4-FFF2-40B4-BE49-F238E27FC236}">
                  <a16:creationId xmlns:a16="http://schemas.microsoft.com/office/drawing/2014/main" id="{1C9C50D7-1905-3655-65F9-58FE1A638128}"/>
                </a:ext>
              </a:extLst>
            </p:cNvPr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4" name="Freeform 234">
              <a:extLst>
                <a:ext uri="{FF2B5EF4-FFF2-40B4-BE49-F238E27FC236}">
                  <a16:creationId xmlns:a16="http://schemas.microsoft.com/office/drawing/2014/main" id="{333831F2-DFBC-D38C-8741-DB48BF41F5AA}"/>
                </a:ext>
              </a:extLst>
            </p:cNvPr>
            <p:cNvSpPr/>
            <p:nvPr/>
          </p:nvSpPr>
          <p:spPr bwMode="auto">
            <a:xfrm flipV="1">
              <a:off x="13509261" y="9575194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1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5" name="Freeform 235">
              <a:extLst>
                <a:ext uri="{FF2B5EF4-FFF2-40B4-BE49-F238E27FC236}">
                  <a16:creationId xmlns:a16="http://schemas.microsoft.com/office/drawing/2014/main" id="{249C6882-90EC-87E9-20A3-BC8D628718B7}"/>
                </a:ext>
              </a:extLst>
            </p:cNvPr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6" name="Freeform 236">
              <a:extLst>
                <a:ext uri="{FF2B5EF4-FFF2-40B4-BE49-F238E27FC236}">
                  <a16:creationId xmlns:a16="http://schemas.microsoft.com/office/drawing/2014/main" id="{616CC9AB-0E4E-C139-EA53-85DAD11F05A3}"/>
                </a:ext>
              </a:extLst>
            </p:cNvPr>
            <p:cNvSpPr/>
            <p:nvPr/>
          </p:nvSpPr>
          <p:spPr bwMode="auto">
            <a:xfrm flipV="1">
              <a:off x="13509261" y="9573606"/>
              <a:ext cx="4763" cy="1588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2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7" name="Freeform 237">
              <a:extLst>
                <a:ext uri="{FF2B5EF4-FFF2-40B4-BE49-F238E27FC236}">
                  <a16:creationId xmlns:a16="http://schemas.microsoft.com/office/drawing/2014/main" id="{2A59C52E-25A9-F2BD-DC48-323C151D94AA}"/>
                </a:ext>
              </a:extLst>
            </p:cNvPr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8" name="Freeform 238">
              <a:extLst>
                <a:ext uri="{FF2B5EF4-FFF2-40B4-BE49-F238E27FC236}">
                  <a16:creationId xmlns:a16="http://schemas.microsoft.com/office/drawing/2014/main" id="{F53F66C2-87AC-7D1C-B203-70BC95529568}"/>
                </a:ext>
              </a:extLst>
            </p:cNvPr>
            <p:cNvSpPr/>
            <p:nvPr/>
          </p:nvSpPr>
          <p:spPr bwMode="auto">
            <a:xfrm flipV="1">
              <a:off x="13509261" y="95720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9" name="Freeform 239">
              <a:extLst>
                <a:ext uri="{FF2B5EF4-FFF2-40B4-BE49-F238E27FC236}">
                  <a16:creationId xmlns:a16="http://schemas.microsoft.com/office/drawing/2014/main" id="{D7ACA166-8F74-17B4-3F1C-D8EB69BA7DE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close/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close/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0" name="Freeform 240">
              <a:extLst>
                <a:ext uri="{FF2B5EF4-FFF2-40B4-BE49-F238E27FC236}">
                  <a16:creationId xmlns:a16="http://schemas.microsoft.com/office/drawing/2014/main" id="{6FF53F0F-26D1-1E70-D2DB-BB129B90F34F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21961" y="8690956"/>
              <a:ext cx="377825" cy="874713"/>
            </a:xfrm>
            <a:custGeom>
              <a:avLst/>
              <a:gdLst>
                <a:gd name="T0" fmla="*/ 189 w 238"/>
                <a:gd name="T1" fmla="*/ 64 h 551"/>
                <a:gd name="T2" fmla="*/ 238 w 238"/>
                <a:gd name="T3" fmla="*/ 533 h 551"/>
                <a:gd name="T4" fmla="*/ 238 w 238"/>
                <a:gd name="T5" fmla="*/ 533 h 551"/>
                <a:gd name="T6" fmla="*/ 189 w 238"/>
                <a:gd name="T7" fmla="*/ 64 h 551"/>
                <a:gd name="T8" fmla="*/ 189 w 238"/>
                <a:gd name="T9" fmla="*/ 64 h 551"/>
                <a:gd name="T10" fmla="*/ 73 w 238"/>
                <a:gd name="T11" fmla="*/ 25 h 551"/>
                <a:gd name="T12" fmla="*/ 184 w 238"/>
                <a:gd name="T13" fmla="*/ 61 h 551"/>
                <a:gd name="T14" fmla="*/ 235 w 238"/>
                <a:gd name="T15" fmla="*/ 551 h 551"/>
                <a:gd name="T16" fmla="*/ 235 w 238"/>
                <a:gd name="T17" fmla="*/ 551 h 551"/>
                <a:gd name="T18" fmla="*/ 184 w 238"/>
                <a:gd name="T19" fmla="*/ 61 h 551"/>
                <a:gd name="T20" fmla="*/ 73 w 238"/>
                <a:gd name="T21" fmla="*/ 25 h 551"/>
                <a:gd name="T22" fmla="*/ 0 w 238"/>
                <a:gd name="T23" fmla="*/ 0 h 551"/>
                <a:gd name="T24" fmla="*/ 136 w 238"/>
                <a:gd name="T25" fmla="*/ 318 h 551"/>
                <a:gd name="T26" fmla="*/ 0 w 238"/>
                <a:gd name="T27" fmla="*/ 0 h 551"/>
                <a:gd name="T28" fmla="*/ 0 w 238"/>
                <a:gd name="T2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551">
                  <a:moveTo>
                    <a:pt x="189" y="64"/>
                  </a:moveTo>
                  <a:lnTo>
                    <a:pt x="238" y="533"/>
                  </a:lnTo>
                  <a:lnTo>
                    <a:pt x="238" y="533"/>
                  </a:lnTo>
                  <a:lnTo>
                    <a:pt x="189" y="64"/>
                  </a:lnTo>
                  <a:lnTo>
                    <a:pt x="189" y="64"/>
                  </a:lnTo>
                  <a:moveTo>
                    <a:pt x="73" y="25"/>
                  </a:moveTo>
                  <a:lnTo>
                    <a:pt x="184" y="61"/>
                  </a:lnTo>
                  <a:lnTo>
                    <a:pt x="235" y="551"/>
                  </a:lnTo>
                  <a:lnTo>
                    <a:pt x="235" y="551"/>
                  </a:lnTo>
                  <a:lnTo>
                    <a:pt x="184" y="61"/>
                  </a:lnTo>
                  <a:lnTo>
                    <a:pt x="73" y="25"/>
                  </a:lnTo>
                  <a:moveTo>
                    <a:pt x="0" y="0"/>
                  </a:moveTo>
                  <a:lnTo>
                    <a:pt x="136" y="31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1" name="Freeform 241">
              <a:extLst>
                <a:ext uri="{FF2B5EF4-FFF2-40B4-BE49-F238E27FC236}">
                  <a16:creationId xmlns:a16="http://schemas.microsoft.com/office/drawing/2014/main" id="{54E66192-6BAF-8AA8-AB2C-60EC0B89E4B7}"/>
                </a:ext>
              </a:extLst>
            </p:cNvPr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2" name="Freeform 242">
              <a:extLst>
                <a:ext uri="{FF2B5EF4-FFF2-40B4-BE49-F238E27FC236}">
                  <a16:creationId xmlns:a16="http://schemas.microsoft.com/office/drawing/2014/main" id="{ADE61CD6-BE91-8570-E306-52D79D20D307}"/>
                </a:ext>
              </a:extLst>
            </p:cNvPr>
            <p:cNvSpPr/>
            <p:nvPr/>
          </p:nvSpPr>
          <p:spPr bwMode="auto">
            <a:xfrm flipV="1">
              <a:off x="13518786" y="9468832"/>
              <a:ext cx="295275" cy="104775"/>
            </a:xfrm>
            <a:custGeom>
              <a:avLst/>
              <a:gdLst>
                <a:gd name="T0" fmla="*/ 1 w 186"/>
                <a:gd name="T1" fmla="*/ 0 h 66"/>
                <a:gd name="T2" fmla="*/ 0 w 186"/>
                <a:gd name="T3" fmla="*/ 2 h 66"/>
                <a:gd name="T4" fmla="*/ 2 w 186"/>
                <a:gd name="T5" fmla="*/ 5 h 66"/>
                <a:gd name="T6" fmla="*/ 2 w 186"/>
                <a:gd name="T7" fmla="*/ 5 h 66"/>
                <a:gd name="T8" fmla="*/ 2 w 186"/>
                <a:gd name="T9" fmla="*/ 5 h 66"/>
                <a:gd name="T10" fmla="*/ 75 w 186"/>
                <a:gd name="T11" fmla="*/ 30 h 66"/>
                <a:gd name="T12" fmla="*/ 186 w 186"/>
                <a:gd name="T13" fmla="*/ 66 h 66"/>
                <a:gd name="T14" fmla="*/ 186 w 186"/>
                <a:gd name="T15" fmla="*/ 66 h 66"/>
                <a:gd name="T16" fmla="*/ 184 w 186"/>
                <a:gd name="T17" fmla="*/ 65 h 66"/>
                <a:gd name="T18" fmla="*/ 186 w 186"/>
                <a:gd name="T19" fmla="*/ 64 h 66"/>
                <a:gd name="T20" fmla="*/ 185 w 186"/>
                <a:gd name="T21" fmla="*/ 61 h 66"/>
                <a:gd name="T22" fmla="*/ 1 w 186"/>
                <a:gd name="T2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66">
                  <a:moveTo>
                    <a:pt x="1" y="0"/>
                  </a:move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75" y="3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4" y="65"/>
                  </a:lnTo>
                  <a:lnTo>
                    <a:pt x="186" y="64"/>
                  </a:lnTo>
                  <a:lnTo>
                    <a:pt x="185" y="6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3" name="Freeform 243">
              <a:extLst>
                <a:ext uri="{FF2B5EF4-FFF2-40B4-BE49-F238E27FC236}">
                  <a16:creationId xmlns:a16="http://schemas.microsoft.com/office/drawing/2014/main" id="{7A57AE5D-7BA5-B82E-E6BD-2B75DDAF6C81}"/>
                </a:ext>
              </a:extLst>
            </p:cNvPr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4" name="Freeform 244">
              <a:extLst>
                <a:ext uri="{FF2B5EF4-FFF2-40B4-BE49-F238E27FC236}">
                  <a16:creationId xmlns:a16="http://schemas.microsoft.com/office/drawing/2014/main" id="{92AEF4CB-DC29-1AF3-F95E-643313EFF62B}"/>
                </a:ext>
              </a:extLst>
            </p:cNvPr>
            <p:cNvSpPr/>
            <p:nvPr/>
          </p:nvSpPr>
          <p:spPr bwMode="auto">
            <a:xfrm flipV="1">
              <a:off x="13517200" y="9570432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5" name="Freeform 245">
              <a:extLst>
                <a:ext uri="{FF2B5EF4-FFF2-40B4-BE49-F238E27FC236}">
                  <a16:creationId xmlns:a16="http://schemas.microsoft.com/office/drawing/2014/main" id="{0C72FFFF-5FCF-8F57-EA46-7A16F9CFE54F}"/>
                </a:ext>
              </a:extLst>
            </p:cNvPr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6" name="Freeform 246">
              <a:extLst>
                <a:ext uri="{FF2B5EF4-FFF2-40B4-BE49-F238E27FC236}">
                  <a16:creationId xmlns:a16="http://schemas.microsoft.com/office/drawing/2014/main" id="{9B65E96B-4B24-93F5-9D11-E15EDD8E3AAF}"/>
                </a:ext>
              </a:extLst>
            </p:cNvPr>
            <p:cNvSpPr/>
            <p:nvPr/>
          </p:nvSpPr>
          <p:spPr bwMode="auto">
            <a:xfrm flipV="1">
              <a:off x="13604511" y="8671906"/>
              <a:ext cx="292100" cy="681038"/>
            </a:xfrm>
            <a:custGeom>
              <a:avLst/>
              <a:gdLst>
                <a:gd name="T0" fmla="*/ 0 w 184"/>
                <a:gd name="T1" fmla="*/ 0 h 429"/>
                <a:gd name="T2" fmla="*/ 184 w 184"/>
                <a:gd name="T3" fmla="*/ 429 h 429"/>
                <a:gd name="T4" fmla="*/ 184 w 184"/>
                <a:gd name="T5" fmla="*/ 429 h 429"/>
                <a:gd name="T6" fmla="*/ 0 w 184"/>
                <a:gd name="T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429">
                  <a:moveTo>
                    <a:pt x="0" y="0"/>
                  </a:moveTo>
                  <a:lnTo>
                    <a:pt x="184" y="429"/>
                  </a:lnTo>
                  <a:lnTo>
                    <a:pt x="184" y="42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7" name="Rectangle 247">
              <a:extLst>
                <a:ext uri="{FF2B5EF4-FFF2-40B4-BE49-F238E27FC236}">
                  <a16:creationId xmlns:a16="http://schemas.microsoft.com/office/drawing/2014/main" id="{9D7FA4A8-8E33-6789-9B85-200027F7F22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8" name="Rectangle 248">
              <a:extLst>
                <a:ext uri="{FF2B5EF4-FFF2-40B4-BE49-F238E27FC236}">
                  <a16:creationId xmlns:a16="http://schemas.microsoft.com/office/drawing/2014/main" id="{1CFF7D64-61C4-4B26-999F-D2F220EB8BB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9" name="Freeform 249">
              <a:extLst>
                <a:ext uri="{FF2B5EF4-FFF2-40B4-BE49-F238E27FC236}">
                  <a16:creationId xmlns:a16="http://schemas.microsoft.com/office/drawing/2014/main" id="{401FD200-74EA-6F58-1642-D61EABA22C87}"/>
                </a:ext>
              </a:extLst>
            </p:cNvPr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0" name="Freeform 250">
              <a:extLst>
                <a:ext uri="{FF2B5EF4-FFF2-40B4-BE49-F238E27FC236}">
                  <a16:creationId xmlns:a16="http://schemas.microsoft.com/office/drawing/2014/main" id="{F8926AFC-B66A-111B-19FD-12DAB7754DDB}"/>
                </a:ext>
              </a:extLst>
            </p:cNvPr>
            <p:cNvSpPr/>
            <p:nvPr/>
          </p:nvSpPr>
          <p:spPr bwMode="auto">
            <a:xfrm flipV="1">
              <a:off x="13902961" y="8644919"/>
              <a:ext cx="4763" cy="17463"/>
            </a:xfrm>
            <a:custGeom>
              <a:avLst/>
              <a:gdLst>
                <a:gd name="T0" fmla="*/ 1 w 3"/>
                <a:gd name="T1" fmla="*/ 0 h 11"/>
                <a:gd name="T2" fmla="*/ 0 w 3"/>
                <a:gd name="T3" fmla="*/ 5 h 11"/>
                <a:gd name="T4" fmla="*/ 3 w 3"/>
                <a:gd name="T5" fmla="*/ 11 h 11"/>
                <a:gd name="T6" fmla="*/ 2 w 3"/>
                <a:gd name="T7" fmla="*/ 0 h 11"/>
                <a:gd name="T8" fmla="*/ 1 w 3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lnTo>
                    <a:pt x="0" y="5"/>
                  </a:lnTo>
                  <a:lnTo>
                    <a:pt x="3" y="11"/>
                  </a:lnTo>
                  <a:lnTo>
                    <a:pt x="2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1" name="Freeform 251">
              <a:extLst>
                <a:ext uri="{FF2B5EF4-FFF2-40B4-BE49-F238E27FC236}">
                  <a16:creationId xmlns:a16="http://schemas.microsoft.com/office/drawing/2014/main" id="{EF62AF17-0DB6-2F9F-28EC-0BA743D95A89}"/>
                </a:ext>
              </a:extLst>
            </p:cNvPr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2" name="Freeform 252">
              <a:extLst>
                <a:ext uri="{FF2B5EF4-FFF2-40B4-BE49-F238E27FC236}">
                  <a16:creationId xmlns:a16="http://schemas.microsoft.com/office/drawing/2014/main" id="{C5FEDD1D-438C-7655-79BC-93ECFAB8D6D7}"/>
                </a:ext>
              </a:extLst>
            </p:cNvPr>
            <p:cNvSpPr/>
            <p:nvPr/>
          </p:nvSpPr>
          <p:spPr bwMode="auto">
            <a:xfrm flipV="1">
              <a:off x="13514025" y="957519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3" name="Freeform 253">
              <a:extLst>
                <a:ext uri="{FF2B5EF4-FFF2-40B4-BE49-F238E27FC236}">
                  <a16:creationId xmlns:a16="http://schemas.microsoft.com/office/drawing/2014/main" id="{345B46FF-8EBF-D587-D8BB-2C38F4275CAC}"/>
                </a:ext>
              </a:extLst>
            </p:cNvPr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4" name="Freeform 254">
              <a:extLst>
                <a:ext uri="{FF2B5EF4-FFF2-40B4-BE49-F238E27FC236}">
                  <a16:creationId xmlns:a16="http://schemas.microsoft.com/office/drawing/2014/main" id="{AEF86AA3-1D29-4807-678D-EC630F230F6F}"/>
                </a:ext>
              </a:extLst>
            </p:cNvPr>
            <p:cNvSpPr/>
            <p:nvPr/>
          </p:nvSpPr>
          <p:spPr bwMode="auto">
            <a:xfrm flipV="1">
              <a:off x="13515611" y="9575194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5" name="Freeform 255">
              <a:extLst>
                <a:ext uri="{FF2B5EF4-FFF2-40B4-BE49-F238E27FC236}">
                  <a16:creationId xmlns:a16="http://schemas.microsoft.com/office/drawing/2014/main" id="{6B6803C3-B778-75A9-2502-D7126CF8AAC9}"/>
                </a:ext>
              </a:extLst>
            </p:cNvPr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6" name="Freeform 256">
              <a:extLst>
                <a:ext uri="{FF2B5EF4-FFF2-40B4-BE49-F238E27FC236}">
                  <a16:creationId xmlns:a16="http://schemas.microsoft.com/office/drawing/2014/main" id="{7AD4CD52-7E24-5562-C33D-2745E82BB913}"/>
                </a:ext>
              </a:extLst>
            </p:cNvPr>
            <p:cNvSpPr/>
            <p:nvPr/>
          </p:nvSpPr>
          <p:spPr bwMode="auto">
            <a:xfrm flipV="1">
              <a:off x="13515611" y="9573606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7" name="Freeform 257">
              <a:extLst>
                <a:ext uri="{FF2B5EF4-FFF2-40B4-BE49-F238E27FC236}">
                  <a16:creationId xmlns:a16="http://schemas.microsoft.com/office/drawing/2014/main" id="{C4D6E039-8A91-61DD-0FDA-AC739E1AFF0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close/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8" name="Freeform 258">
              <a:extLst>
                <a:ext uri="{FF2B5EF4-FFF2-40B4-BE49-F238E27FC236}">
                  <a16:creationId xmlns:a16="http://schemas.microsoft.com/office/drawing/2014/main" id="{EA2474D3-4E4F-7AC3-837E-9B69AAFB7B3A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37724" y="8394094"/>
              <a:ext cx="1258888" cy="1169988"/>
            </a:xfrm>
            <a:custGeom>
              <a:avLst/>
              <a:gdLst>
                <a:gd name="T0" fmla="*/ 789 w 793"/>
                <a:gd name="T1" fmla="*/ 564 h 737"/>
                <a:gd name="T2" fmla="*/ 3 w 793"/>
                <a:gd name="T3" fmla="*/ 731 h 737"/>
                <a:gd name="T4" fmla="*/ 0 w 793"/>
                <a:gd name="T5" fmla="*/ 736 h 737"/>
                <a:gd name="T6" fmla="*/ 0 w 793"/>
                <a:gd name="T7" fmla="*/ 737 h 737"/>
                <a:gd name="T8" fmla="*/ 792 w 793"/>
                <a:gd name="T9" fmla="*/ 568 h 737"/>
                <a:gd name="T10" fmla="*/ 793 w 793"/>
                <a:gd name="T11" fmla="*/ 567 h 737"/>
                <a:gd name="T12" fmla="*/ 779 w 793"/>
                <a:gd name="T13" fmla="*/ 567 h 737"/>
                <a:gd name="T14" fmla="*/ 790 w 793"/>
                <a:gd name="T15" fmla="*/ 564 h 737"/>
                <a:gd name="T16" fmla="*/ 789 w 793"/>
                <a:gd name="T17" fmla="*/ 564 h 737"/>
                <a:gd name="T18" fmla="*/ 552 w 793"/>
                <a:gd name="T19" fmla="*/ 0 h 737"/>
                <a:gd name="T20" fmla="*/ 552 w 793"/>
                <a:gd name="T21" fmla="*/ 0 h 737"/>
                <a:gd name="T22" fmla="*/ 609 w 793"/>
                <a:gd name="T23" fmla="*/ 133 h 737"/>
                <a:gd name="T24" fmla="*/ 552 w 793"/>
                <a:gd name="T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3" h="737">
                  <a:moveTo>
                    <a:pt x="789" y="564"/>
                  </a:moveTo>
                  <a:lnTo>
                    <a:pt x="3" y="731"/>
                  </a:lnTo>
                  <a:lnTo>
                    <a:pt x="0" y="736"/>
                  </a:lnTo>
                  <a:lnTo>
                    <a:pt x="0" y="737"/>
                  </a:lnTo>
                  <a:lnTo>
                    <a:pt x="792" y="568"/>
                  </a:lnTo>
                  <a:lnTo>
                    <a:pt x="793" y="567"/>
                  </a:lnTo>
                  <a:lnTo>
                    <a:pt x="779" y="567"/>
                  </a:lnTo>
                  <a:lnTo>
                    <a:pt x="790" y="564"/>
                  </a:lnTo>
                  <a:lnTo>
                    <a:pt x="789" y="564"/>
                  </a:lnTo>
                  <a:moveTo>
                    <a:pt x="552" y="0"/>
                  </a:moveTo>
                  <a:lnTo>
                    <a:pt x="552" y="0"/>
                  </a:lnTo>
                  <a:lnTo>
                    <a:pt x="609" y="133"/>
                  </a:lnTo>
                  <a:lnTo>
                    <a:pt x="55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9" name="Freeform 259">
              <a:extLst>
                <a:ext uri="{FF2B5EF4-FFF2-40B4-BE49-F238E27FC236}">
                  <a16:creationId xmlns:a16="http://schemas.microsoft.com/office/drawing/2014/main" id="{2ECF191E-15D4-4356-0437-01A5CE80B8B6}"/>
                </a:ext>
              </a:extLst>
            </p:cNvPr>
            <p:cNvSpPr/>
            <p:nvPr/>
          </p:nvSpPr>
          <p:spPr bwMode="auto">
            <a:xfrm flipV="1">
              <a:off x="12637724" y="8395682"/>
              <a:ext cx="876300" cy="1174750"/>
            </a:xfrm>
            <a:custGeom>
              <a:avLst/>
              <a:gdLst>
                <a:gd name="T0" fmla="*/ 549 w 552"/>
                <a:gd name="T1" fmla="*/ 0 h 740"/>
                <a:gd name="T2" fmla="*/ 2 w 552"/>
                <a:gd name="T3" fmla="*/ 730 h 740"/>
                <a:gd name="T4" fmla="*/ 0 w 552"/>
                <a:gd name="T5" fmla="*/ 740 h 740"/>
                <a:gd name="T6" fmla="*/ 3 w 552"/>
                <a:gd name="T7" fmla="*/ 735 h 740"/>
                <a:gd name="T8" fmla="*/ 3 w 552"/>
                <a:gd name="T9" fmla="*/ 735 h 740"/>
                <a:gd name="T10" fmla="*/ 552 w 552"/>
                <a:gd name="T11" fmla="*/ 4 h 740"/>
                <a:gd name="T12" fmla="*/ 552 w 552"/>
                <a:gd name="T13" fmla="*/ 4 h 740"/>
                <a:gd name="T14" fmla="*/ 552 w 552"/>
                <a:gd name="T15" fmla="*/ 4 h 740"/>
                <a:gd name="T16" fmla="*/ 551 w 552"/>
                <a:gd name="T17" fmla="*/ 1 h 740"/>
                <a:gd name="T18" fmla="*/ 549 w 552"/>
                <a:gd name="T19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2" h="740">
                  <a:moveTo>
                    <a:pt x="549" y="0"/>
                  </a:moveTo>
                  <a:lnTo>
                    <a:pt x="2" y="730"/>
                  </a:lnTo>
                  <a:lnTo>
                    <a:pt x="0" y="740"/>
                  </a:lnTo>
                  <a:lnTo>
                    <a:pt x="3" y="735"/>
                  </a:lnTo>
                  <a:lnTo>
                    <a:pt x="3" y="735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2" y="4"/>
                  </a:lnTo>
                  <a:lnTo>
                    <a:pt x="551" y="1"/>
                  </a:lnTo>
                  <a:lnTo>
                    <a:pt x="54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1" name="Freeform 261">
              <a:extLst>
                <a:ext uri="{FF2B5EF4-FFF2-40B4-BE49-F238E27FC236}">
                  <a16:creationId xmlns:a16="http://schemas.microsoft.com/office/drawing/2014/main" id="{526CD28B-B079-AD2B-26A7-A9A4EC276648}"/>
                </a:ext>
              </a:extLst>
            </p:cNvPr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2" name="Freeform 262">
              <a:extLst>
                <a:ext uri="{FF2B5EF4-FFF2-40B4-BE49-F238E27FC236}">
                  <a16:creationId xmlns:a16="http://schemas.microsoft.com/office/drawing/2014/main" id="{6B6D8147-65E5-F798-F193-CC3647D61073}"/>
                </a:ext>
              </a:extLst>
            </p:cNvPr>
            <p:cNvSpPr/>
            <p:nvPr/>
          </p:nvSpPr>
          <p:spPr bwMode="auto">
            <a:xfrm flipV="1">
              <a:off x="13509261" y="9568844"/>
              <a:ext cx="3175" cy="317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1 w 2"/>
                <a:gd name="T7" fmla="*/ 1 h 2"/>
                <a:gd name="T8" fmla="*/ 1 w 2"/>
                <a:gd name="T9" fmla="*/ 1 h 2"/>
                <a:gd name="T10" fmla="*/ 1 w 2"/>
                <a:gd name="T11" fmla="*/ 1 h 2"/>
                <a:gd name="T12" fmla="*/ 1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3" name="Freeform 263">
              <a:extLst>
                <a:ext uri="{FF2B5EF4-FFF2-40B4-BE49-F238E27FC236}">
                  <a16:creationId xmlns:a16="http://schemas.microsoft.com/office/drawing/2014/main" id="{929121BC-E65B-619E-6BE3-AB5AEE2A7B9C}"/>
                </a:ext>
              </a:extLst>
            </p:cNvPr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4" name="Freeform 264">
              <a:extLst>
                <a:ext uri="{FF2B5EF4-FFF2-40B4-BE49-F238E27FC236}">
                  <a16:creationId xmlns:a16="http://schemas.microsoft.com/office/drawing/2014/main" id="{D24FDFED-5F8F-DF23-77B7-B1D951CAC664}"/>
                </a:ext>
              </a:extLst>
            </p:cNvPr>
            <p:cNvSpPr/>
            <p:nvPr/>
          </p:nvSpPr>
          <p:spPr bwMode="auto">
            <a:xfrm flipV="1">
              <a:off x="13890261" y="8668731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1 w 4"/>
                <a:gd name="T5" fmla="*/ 1 h 1"/>
                <a:gd name="T6" fmla="*/ 4 w 4"/>
                <a:gd name="T7" fmla="*/ 0 h 1"/>
                <a:gd name="T8" fmla="*/ 4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5" name="Freeform 265">
              <a:extLst>
                <a:ext uri="{FF2B5EF4-FFF2-40B4-BE49-F238E27FC236}">
                  <a16:creationId xmlns:a16="http://schemas.microsoft.com/office/drawing/2014/main" id="{8397F7F3-9E03-301D-4134-BDAD4CAE9B15}"/>
                </a:ext>
              </a:extLst>
            </p:cNvPr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6" name="Freeform 266">
              <a:extLst>
                <a:ext uri="{FF2B5EF4-FFF2-40B4-BE49-F238E27FC236}">
                  <a16:creationId xmlns:a16="http://schemas.microsoft.com/office/drawing/2014/main" id="{52057280-72C9-BC46-AC2B-79C7F7165D4C}"/>
                </a:ext>
              </a:extLst>
            </p:cNvPr>
            <p:cNvSpPr/>
            <p:nvPr/>
          </p:nvSpPr>
          <p:spPr bwMode="auto">
            <a:xfrm flipV="1">
              <a:off x="13874386" y="8663969"/>
              <a:ext cx="22225" cy="4763"/>
            </a:xfrm>
            <a:custGeom>
              <a:avLst/>
              <a:gdLst>
                <a:gd name="T0" fmla="*/ 11 w 14"/>
                <a:gd name="T1" fmla="*/ 0 h 3"/>
                <a:gd name="T2" fmla="*/ 0 w 14"/>
                <a:gd name="T3" fmla="*/ 3 h 3"/>
                <a:gd name="T4" fmla="*/ 14 w 14"/>
                <a:gd name="T5" fmla="*/ 3 h 3"/>
                <a:gd name="T6" fmla="*/ 14 w 14"/>
                <a:gd name="T7" fmla="*/ 2 h 3"/>
                <a:gd name="T8" fmla="*/ 11 w 1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">
                  <a:moveTo>
                    <a:pt x="11" y="0"/>
                  </a:moveTo>
                  <a:lnTo>
                    <a:pt x="0" y="3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7" name="Freeform 267">
              <a:extLst>
                <a:ext uri="{FF2B5EF4-FFF2-40B4-BE49-F238E27FC236}">
                  <a16:creationId xmlns:a16="http://schemas.microsoft.com/office/drawing/2014/main" id="{60CF8A87-AC6E-06E5-69BF-32D5A727E8AE}"/>
                </a:ext>
              </a:extLst>
            </p:cNvPr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8" name="Freeform 268">
              <a:extLst>
                <a:ext uri="{FF2B5EF4-FFF2-40B4-BE49-F238E27FC236}">
                  <a16:creationId xmlns:a16="http://schemas.microsoft.com/office/drawing/2014/main" id="{F8792EBA-A7C9-7C65-9A7F-81824A68CDB3}"/>
                </a:ext>
              </a:extLst>
            </p:cNvPr>
            <p:cNvSpPr/>
            <p:nvPr/>
          </p:nvSpPr>
          <p:spPr bwMode="auto">
            <a:xfrm flipV="1">
              <a:off x="13891850" y="8665556"/>
              <a:ext cx="6350" cy="47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1 h 3"/>
                <a:gd name="T4" fmla="*/ 3 w 4"/>
                <a:gd name="T5" fmla="*/ 3 h 3"/>
                <a:gd name="T6" fmla="*/ 4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9" name="Freeform 269">
              <a:extLst>
                <a:ext uri="{FF2B5EF4-FFF2-40B4-BE49-F238E27FC236}">
                  <a16:creationId xmlns:a16="http://schemas.microsoft.com/office/drawing/2014/main" id="{355CB3D4-6D87-F92D-7A46-CA933D448BBE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0" name="Freeform 270">
              <a:extLst>
                <a:ext uri="{FF2B5EF4-FFF2-40B4-BE49-F238E27FC236}">
                  <a16:creationId xmlns:a16="http://schemas.microsoft.com/office/drawing/2014/main" id="{7D21F5E1-D7E9-77E0-1BD7-506EFAD1EA7E}"/>
                </a:ext>
              </a:extLst>
            </p:cNvPr>
            <p:cNvSpPr/>
            <p:nvPr/>
          </p:nvSpPr>
          <p:spPr bwMode="auto">
            <a:xfrm flipV="1">
              <a:off x="13895025" y="8662381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2 w 2"/>
                <a:gd name="T7" fmla="*/ 0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1" name="Rectangle 271">
              <a:extLst>
                <a:ext uri="{FF2B5EF4-FFF2-40B4-BE49-F238E27FC236}">
                  <a16:creationId xmlns:a16="http://schemas.microsoft.com/office/drawing/2014/main" id="{4755D448-03C6-D5BB-97D4-2825F400A59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2" name="Rectangle 272">
              <a:extLst>
                <a:ext uri="{FF2B5EF4-FFF2-40B4-BE49-F238E27FC236}">
                  <a16:creationId xmlns:a16="http://schemas.microsoft.com/office/drawing/2014/main" id="{88185B70-1F48-DFBE-C28D-62B4EA25C0D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6611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3" name="Freeform 273">
              <a:extLst>
                <a:ext uri="{FF2B5EF4-FFF2-40B4-BE49-F238E27FC236}">
                  <a16:creationId xmlns:a16="http://schemas.microsoft.com/office/drawing/2014/main" id="{2C7A3895-0894-DDD6-46A9-69F94F47AC73}"/>
                </a:ext>
              </a:extLst>
            </p:cNvPr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4" name="Freeform 274">
              <a:extLst>
                <a:ext uri="{FF2B5EF4-FFF2-40B4-BE49-F238E27FC236}">
                  <a16:creationId xmlns:a16="http://schemas.microsoft.com/office/drawing/2014/main" id="{7DF12B51-AB9C-A6F7-71A8-6C78EB04A018}"/>
                </a:ext>
              </a:extLst>
            </p:cNvPr>
            <p:cNvSpPr/>
            <p:nvPr/>
          </p:nvSpPr>
          <p:spPr bwMode="auto">
            <a:xfrm flipV="1">
              <a:off x="13896611" y="8665557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5" name="Freeform 275">
              <a:extLst>
                <a:ext uri="{FF2B5EF4-FFF2-40B4-BE49-F238E27FC236}">
                  <a16:creationId xmlns:a16="http://schemas.microsoft.com/office/drawing/2014/main" id="{50D5ABA4-297F-D439-5E50-D4615BF030B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close/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6" name="Freeform 276">
              <a:extLst>
                <a:ext uri="{FF2B5EF4-FFF2-40B4-BE49-F238E27FC236}">
                  <a16:creationId xmlns:a16="http://schemas.microsoft.com/office/drawing/2014/main" id="{4D6D3DBE-7CB3-EFE5-05C5-1DEBCA0BEAB3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5024" y="8392506"/>
              <a:ext cx="1270000" cy="668338"/>
            </a:xfrm>
            <a:custGeom>
              <a:avLst/>
              <a:gdLst>
                <a:gd name="T0" fmla="*/ 3 w 800"/>
                <a:gd name="T1" fmla="*/ 418 h 421"/>
                <a:gd name="T2" fmla="*/ 0 w 800"/>
                <a:gd name="T3" fmla="*/ 421 h 421"/>
                <a:gd name="T4" fmla="*/ 3 w 800"/>
                <a:gd name="T5" fmla="*/ 421 h 421"/>
                <a:gd name="T6" fmla="*/ 3 w 800"/>
                <a:gd name="T7" fmla="*/ 418 h 421"/>
                <a:gd name="T8" fmla="*/ 3 w 800"/>
                <a:gd name="T9" fmla="*/ 418 h 421"/>
                <a:gd name="T10" fmla="*/ 701 w 800"/>
                <a:gd name="T11" fmla="*/ 0 h 421"/>
                <a:gd name="T12" fmla="*/ 800 w 800"/>
                <a:gd name="T13" fmla="*/ 233 h 421"/>
                <a:gd name="T14" fmla="*/ 701 w 800"/>
                <a:gd name="T1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0" h="421">
                  <a:moveTo>
                    <a:pt x="3" y="418"/>
                  </a:moveTo>
                  <a:lnTo>
                    <a:pt x="0" y="421"/>
                  </a:lnTo>
                  <a:lnTo>
                    <a:pt x="3" y="421"/>
                  </a:lnTo>
                  <a:lnTo>
                    <a:pt x="3" y="418"/>
                  </a:lnTo>
                  <a:lnTo>
                    <a:pt x="3" y="418"/>
                  </a:lnTo>
                  <a:moveTo>
                    <a:pt x="701" y="0"/>
                  </a:moveTo>
                  <a:lnTo>
                    <a:pt x="800" y="233"/>
                  </a:lnTo>
                  <a:lnTo>
                    <a:pt x="70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7" name="Freeform 277">
              <a:extLst>
                <a:ext uri="{FF2B5EF4-FFF2-40B4-BE49-F238E27FC236}">
                  <a16:creationId xmlns:a16="http://schemas.microsoft.com/office/drawing/2014/main" id="{759CA923-760A-9A60-EEA4-A945C2DAE5DD}"/>
                </a:ext>
              </a:extLst>
            </p:cNvPr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" name="Freeform 278">
              <a:extLst>
                <a:ext uri="{FF2B5EF4-FFF2-40B4-BE49-F238E27FC236}">
                  <a16:creationId xmlns:a16="http://schemas.microsoft.com/office/drawing/2014/main" id="{3F3BC133-5689-EF83-65D5-FE5F5A5CC1D3}"/>
                </a:ext>
              </a:extLst>
            </p:cNvPr>
            <p:cNvSpPr/>
            <p:nvPr/>
          </p:nvSpPr>
          <p:spPr bwMode="auto">
            <a:xfrm flipV="1">
              <a:off x="12629786" y="8392506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2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" name="Freeform 279">
              <a:extLst>
                <a:ext uri="{FF2B5EF4-FFF2-40B4-BE49-F238E27FC236}">
                  <a16:creationId xmlns:a16="http://schemas.microsoft.com/office/drawing/2014/main" id="{259EB117-C2CB-5C28-8FC9-191C8548F81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" name="Freeform 280">
              <a:extLst>
                <a:ext uri="{FF2B5EF4-FFF2-40B4-BE49-F238E27FC236}">
                  <a16:creationId xmlns:a16="http://schemas.microsoft.com/office/drawing/2014/main" id="{84E3567C-D7A6-2182-E694-8857002BE4DF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8671907"/>
              <a:ext cx="384175" cy="904875"/>
            </a:xfrm>
            <a:custGeom>
              <a:avLst/>
              <a:gdLst>
                <a:gd name="T0" fmla="*/ 1 w 242"/>
                <a:gd name="T1" fmla="*/ 6 h 570"/>
                <a:gd name="T2" fmla="*/ 0 w 242"/>
                <a:gd name="T3" fmla="*/ 8 h 570"/>
                <a:gd name="T4" fmla="*/ 57 w 242"/>
                <a:gd name="T5" fmla="*/ 141 h 570"/>
                <a:gd name="T6" fmla="*/ 241 w 242"/>
                <a:gd name="T7" fmla="*/ 570 h 570"/>
                <a:gd name="T8" fmla="*/ 242 w 242"/>
                <a:gd name="T9" fmla="*/ 570 h 570"/>
                <a:gd name="T10" fmla="*/ 240 w 242"/>
                <a:gd name="T11" fmla="*/ 558 h 570"/>
                <a:gd name="T12" fmla="*/ 240 w 242"/>
                <a:gd name="T13" fmla="*/ 558 h 570"/>
                <a:gd name="T14" fmla="*/ 240 w 242"/>
                <a:gd name="T15" fmla="*/ 558 h 570"/>
                <a:gd name="T16" fmla="*/ 141 w 242"/>
                <a:gd name="T17" fmla="*/ 325 h 570"/>
                <a:gd name="T18" fmla="*/ 5 w 242"/>
                <a:gd name="T19" fmla="*/ 7 h 570"/>
                <a:gd name="T20" fmla="*/ 1 w 242"/>
                <a:gd name="T21" fmla="*/ 6 h 570"/>
                <a:gd name="T22" fmla="*/ 0 w 242"/>
                <a:gd name="T23" fmla="*/ 0 h 570"/>
                <a:gd name="T24" fmla="*/ 0 w 242"/>
                <a:gd name="T25" fmla="*/ 1 h 570"/>
                <a:gd name="T26" fmla="*/ 0 w 242"/>
                <a:gd name="T27" fmla="*/ 1 h 570"/>
                <a:gd name="T28" fmla="*/ 1 w 242"/>
                <a:gd name="T29" fmla="*/ 1 h 570"/>
                <a:gd name="T30" fmla="*/ 0 w 242"/>
                <a:gd name="T31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570">
                  <a:moveTo>
                    <a:pt x="1" y="6"/>
                  </a:moveTo>
                  <a:lnTo>
                    <a:pt x="0" y="8"/>
                  </a:lnTo>
                  <a:lnTo>
                    <a:pt x="57" y="141"/>
                  </a:lnTo>
                  <a:lnTo>
                    <a:pt x="241" y="570"/>
                  </a:lnTo>
                  <a:lnTo>
                    <a:pt x="242" y="570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240" y="558"/>
                  </a:lnTo>
                  <a:lnTo>
                    <a:pt x="141" y="325"/>
                  </a:lnTo>
                  <a:lnTo>
                    <a:pt x="5" y="7"/>
                  </a:lnTo>
                  <a:lnTo>
                    <a:pt x="1" y="6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1" name="Freeform 281">
              <a:extLst>
                <a:ext uri="{FF2B5EF4-FFF2-40B4-BE49-F238E27FC236}">
                  <a16:creationId xmlns:a16="http://schemas.microsoft.com/office/drawing/2014/main" id="{44EF4596-8959-81A5-4455-B5B89912330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2" name="Freeform 282">
              <a:extLst>
                <a:ext uri="{FF2B5EF4-FFF2-40B4-BE49-F238E27FC236}">
                  <a16:creationId xmlns:a16="http://schemas.microsoft.com/office/drawing/2014/main" id="{CB43BA0C-59F3-AB2D-9496-A8C264B4082D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4025" y="9565669"/>
              <a:ext cx="7938" cy="9525"/>
            </a:xfrm>
            <a:custGeom>
              <a:avLst/>
              <a:gdLst>
                <a:gd name="T0" fmla="*/ 3 w 5"/>
                <a:gd name="T1" fmla="*/ 3 h 6"/>
                <a:gd name="T2" fmla="*/ 1 w 5"/>
                <a:gd name="T3" fmla="*/ 5 h 6"/>
                <a:gd name="T4" fmla="*/ 5 w 5"/>
                <a:gd name="T5" fmla="*/ 6 h 6"/>
                <a:gd name="T6" fmla="*/ 3 w 5"/>
                <a:gd name="T7" fmla="*/ 3 h 6"/>
                <a:gd name="T8" fmla="*/ 1 w 5"/>
                <a:gd name="T9" fmla="*/ 0 h 6"/>
                <a:gd name="T10" fmla="*/ 0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1 w 5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">
                  <a:moveTo>
                    <a:pt x="3" y="3"/>
                  </a:moveTo>
                  <a:lnTo>
                    <a:pt x="1" y="5"/>
                  </a:lnTo>
                  <a:lnTo>
                    <a:pt x="5" y="6"/>
                  </a:lnTo>
                  <a:lnTo>
                    <a:pt x="3" y="3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3" name="Freeform 283">
              <a:extLst>
                <a:ext uri="{FF2B5EF4-FFF2-40B4-BE49-F238E27FC236}">
                  <a16:creationId xmlns:a16="http://schemas.microsoft.com/office/drawing/2014/main" id="{A8953687-C8EB-1DDE-323F-0B6E647CA27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4" name="Freeform 284">
              <a:extLst>
                <a:ext uri="{FF2B5EF4-FFF2-40B4-BE49-F238E27FC236}">
                  <a16:creationId xmlns:a16="http://schemas.microsoft.com/office/drawing/2014/main" id="{D1E7FFE4-E5DE-9A69-EE6D-12348C9B618D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512436" y="9564081"/>
              <a:ext cx="3175" cy="11113"/>
            </a:xfrm>
            <a:custGeom>
              <a:avLst/>
              <a:gdLst>
                <a:gd name="T0" fmla="*/ 0 w 2"/>
                <a:gd name="T1" fmla="*/ 4 h 7"/>
                <a:gd name="T2" fmla="*/ 1 w 2"/>
                <a:gd name="T3" fmla="*/ 7 h 7"/>
                <a:gd name="T4" fmla="*/ 2 w 2"/>
                <a:gd name="T5" fmla="*/ 5 h 7"/>
                <a:gd name="T6" fmla="*/ 0 w 2"/>
                <a:gd name="T7" fmla="*/ 4 h 7"/>
                <a:gd name="T8" fmla="*/ 1 w 2"/>
                <a:gd name="T9" fmla="*/ 0 h 7"/>
                <a:gd name="T10" fmla="*/ 1 w 2"/>
                <a:gd name="T11" fmla="*/ 0 h 7"/>
                <a:gd name="T12" fmla="*/ 0 w 2"/>
                <a:gd name="T13" fmla="*/ 0 h 7"/>
                <a:gd name="T14" fmla="*/ 1 w 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7">
                  <a:moveTo>
                    <a:pt x="0" y="4"/>
                  </a:moveTo>
                  <a:lnTo>
                    <a:pt x="1" y="7"/>
                  </a:lnTo>
                  <a:lnTo>
                    <a:pt x="2" y="5"/>
                  </a:lnTo>
                  <a:lnTo>
                    <a:pt x="0" y="4"/>
                  </a:lnTo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5" name="Freeform 285">
              <a:extLst>
                <a:ext uri="{FF2B5EF4-FFF2-40B4-BE49-F238E27FC236}">
                  <a16:creationId xmlns:a16="http://schemas.microsoft.com/office/drawing/2014/main" id="{4656F169-DEEF-7FDD-8BD9-B574F0AFCFD4}"/>
                </a:ext>
              </a:extLst>
            </p:cNvPr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6" name="Freeform 286">
              <a:extLst>
                <a:ext uri="{FF2B5EF4-FFF2-40B4-BE49-F238E27FC236}">
                  <a16:creationId xmlns:a16="http://schemas.microsoft.com/office/drawing/2014/main" id="{F06D2A7E-8B51-218B-C0E9-5245CE61A4DC}"/>
                </a:ext>
              </a:extLst>
            </p:cNvPr>
            <p:cNvSpPr/>
            <p:nvPr/>
          </p:nvSpPr>
          <p:spPr bwMode="auto">
            <a:xfrm flipV="1">
              <a:off x="13510850" y="9567256"/>
              <a:ext cx="7938" cy="7938"/>
            </a:xfrm>
            <a:custGeom>
              <a:avLst/>
              <a:gdLst>
                <a:gd name="T0" fmla="*/ 3 w 5"/>
                <a:gd name="T1" fmla="*/ 0 h 5"/>
                <a:gd name="T2" fmla="*/ 3 w 5"/>
                <a:gd name="T3" fmla="*/ 0 h 5"/>
                <a:gd name="T4" fmla="*/ 2 w 5"/>
                <a:gd name="T5" fmla="*/ 0 h 5"/>
                <a:gd name="T6" fmla="*/ 1 w 5"/>
                <a:gd name="T7" fmla="*/ 0 h 5"/>
                <a:gd name="T8" fmla="*/ 1 w 5"/>
                <a:gd name="T9" fmla="*/ 1 h 5"/>
                <a:gd name="T10" fmla="*/ 0 w 5"/>
                <a:gd name="T11" fmla="*/ 2 h 5"/>
                <a:gd name="T12" fmla="*/ 0 w 5"/>
                <a:gd name="T13" fmla="*/ 3 h 5"/>
                <a:gd name="T14" fmla="*/ 3 w 5"/>
                <a:gd name="T15" fmla="*/ 2 h 5"/>
                <a:gd name="T16" fmla="*/ 1 w 5"/>
                <a:gd name="T17" fmla="*/ 1 h 5"/>
                <a:gd name="T18" fmla="*/ 3 w 5"/>
                <a:gd name="T19" fmla="*/ 2 h 5"/>
                <a:gd name="T20" fmla="*/ 0 w 5"/>
                <a:gd name="T21" fmla="*/ 3 h 5"/>
                <a:gd name="T22" fmla="*/ 1 w 5"/>
                <a:gd name="T23" fmla="*/ 4 h 5"/>
                <a:gd name="T24" fmla="*/ 3 w 5"/>
                <a:gd name="T25" fmla="*/ 5 h 5"/>
                <a:gd name="T26" fmla="*/ 5 w 5"/>
                <a:gd name="T27" fmla="*/ 3 h 5"/>
                <a:gd name="T28" fmla="*/ 4 w 5"/>
                <a:gd name="T29" fmla="*/ 1 h 5"/>
                <a:gd name="T30" fmla="*/ 3 w 5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3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5" y="3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7" name="Freeform 287">
              <a:extLst>
                <a:ext uri="{FF2B5EF4-FFF2-40B4-BE49-F238E27FC236}">
                  <a16:creationId xmlns:a16="http://schemas.microsoft.com/office/drawing/2014/main" id="{4F2389A6-79F0-87CA-D552-F6D9FE2F064B}"/>
                </a:ext>
              </a:extLst>
            </p:cNvPr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8" name="Freeform 288">
              <a:extLst>
                <a:ext uri="{FF2B5EF4-FFF2-40B4-BE49-F238E27FC236}">
                  <a16:creationId xmlns:a16="http://schemas.microsoft.com/office/drawing/2014/main" id="{835881FE-90D5-79C4-DDDE-23B141EADEB7}"/>
                </a:ext>
              </a:extLst>
            </p:cNvPr>
            <p:cNvSpPr/>
            <p:nvPr/>
          </p:nvSpPr>
          <p:spPr bwMode="auto">
            <a:xfrm flipV="1">
              <a:off x="13896611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1 h 1"/>
                <a:gd name="T10" fmla="*/ 1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9" name="Freeform 289">
              <a:extLst>
                <a:ext uri="{FF2B5EF4-FFF2-40B4-BE49-F238E27FC236}">
                  <a16:creationId xmlns:a16="http://schemas.microsoft.com/office/drawing/2014/main" id="{EB0C4798-C6D1-CAFF-7123-E7BBE16CED1A}"/>
                </a:ext>
              </a:extLst>
            </p:cNvPr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0" name="Freeform 290">
              <a:extLst>
                <a:ext uri="{FF2B5EF4-FFF2-40B4-BE49-F238E27FC236}">
                  <a16:creationId xmlns:a16="http://schemas.microsoft.com/office/drawing/2014/main" id="{F23D84B8-8048-A81B-7137-479A8219D13C}"/>
                </a:ext>
              </a:extLst>
            </p:cNvPr>
            <p:cNvSpPr/>
            <p:nvPr/>
          </p:nvSpPr>
          <p:spPr bwMode="auto">
            <a:xfrm flipV="1">
              <a:off x="13896611" y="8668731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1" name="Freeform 291">
              <a:extLst>
                <a:ext uri="{FF2B5EF4-FFF2-40B4-BE49-F238E27FC236}">
                  <a16:creationId xmlns:a16="http://schemas.microsoft.com/office/drawing/2014/main" id="{446F1F60-AE74-65D3-B3C2-EDDCB40955DD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2" name="Freeform 292">
              <a:extLst>
                <a:ext uri="{FF2B5EF4-FFF2-40B4-BE49-F238E27FC236}">
                  <a16:creationId xmlns:a16="http://schemas.microsoft.com/office/drawing/2014/main" id="{B6624E17-76B2-A039-F226-D2263DB35B0A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7" name="Freeform 347">
              <a:extLst>
                <a:ext uri="{FF2B5EF4-FFF2-40B4-BE49-F238E27FC236}">
                  <a16:creationId xmlns:a16="http://schemas.microsoft.com/office/drawing/2014/main" id="{8BBF2383-BB39-E497-B26D-F239E0005A0A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close/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8" name="Freeform 348">
              <a:extLst>
                <a:ext uri="{FF2B5EF4-FFF2-40B4-BE49-F238E27FC236}">
                  <a16:creationId xmlns:a16="http://schemas.microsoft.com/office/drawing/2014/main" id="{1EF2A9C2-2F45-F038-B65F-1C15186CC98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9906"/>
              <a:ext cx="631825" cy="392113"/>
            </a:xfrm>
            <a:custGeom>
              <a:avLst/>
              <a:gdLst>
                <a:gd name="T0" fmla="*/ 390 w 398"/>
                <a:gd name="T1" fmla="*/ 5 h 247"/>
                <a:gd name="T2" fmla="*/ 0 w 398"/>
                <a:gd name="T3" fmla="*/ 247 h 247"/>
                <a:gd name="T4" fmla="*/ 0 w 398"/>
                <a:gd name="T5" fmla="*/ 247 h 247"/>
                <a:gd name="T6" fmla="*/ 390 w 398"/>
                <a:gd name="T7" fmla="*/ 5 h 247"/>
                <a:gd name="T8" fmla="*/ 398 w 398"/>
                <a:gd name="T9" fmla="*/ 0 h 247"/>
                <a:gd name="T10" fmla="*/ 395 w 398"/>
                <a:gd name="T11" fmla="*/ 2 h 247"/>
                <a:gd name="T12" fmla="*/ 396 w 398"/>
                <a:gd name="T13" fmla="*/ 2 h 247"/>
                <a:gd name="T14" fmla="*/ 398 w 398"/>
                <a:gd name="T15" fmla="*/ 2 h 247"/>
                <a:gd name="T16" fmla="*/ 398 w 398"/>
                <a:gd name="T1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246">
                  <a:moveTo>
                    <a:pt x="390" y="5"/>
                  </a:moveTo>
                  <a:lnTo>
                    <a:pt x="0" y="247"/>
                  </a:lnTo>
                  <a:lnTo>
                    <a:pt x="0" y="247"/>
                  </a:lnTo>
                  <a:lnTo>
                    <a:pt x="390" y="5"/>
                  </a:lnTo>
                  <a:moveTo>
                    <a:pt x="398" y="0"/>
                  </a:move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39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9" name="Freeform 349">
              <a:extLst>
                <a:ext uri="{FF2B5EF4-FFF2-40B4-BE49-F238E27FC236}">
                  <a16:creationId xmlns:a16="http://schemas.microsoft.com/office/drawing/2014/main" id="{6E6FEF71-E782-7DA9-12C0-BA8EAADD126B}"/>
                </a:ext>
              </a:extLst>
            </p:cNvPr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0" name="Freeform 350">
              <a:extLst>
                <a:ext uri="{FF2B5EF4-FFF2-40B4-BE49-F238E27FC236}">
                  <a16:creationId xmlns:a16="http://schemas.microsoft.com/office/drawing/2014/main" id="{EDA53738-F2FD-E227-56F8-7F9A4D14ACF3}"/>
                </a:ext>
              </a:extLst>
            </p:cNvPr>
            <p:cNvSpPr/>
            <p:nvPr/>
          </p:nvSpPr>
          <p:spPr bwMode="auto">
            <a:xfrm flipV="1">
              <a:off x="12844099" y="9567256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1 h 1"/>
                <a:gd name="T8" fmla="*/ 2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1" name="Freeform 351">
              <a:extLst>
                <a:ext uri="{FF2B5EF4-FFF2-40B4-BE49-F238E27FC236}">
                  <a16:creationId xmlns:a16="http://schemas.microsoft.com/office/drawing/2014/main" id="{8BF867A7-12D0-D78B-023B-BC449D3BC5D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close/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close/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2" name="Freeform 352">
              <a:extLst>
                <a:ext uri="{FF2B5EF4-FFF2-40B4-BE49-F238E27FC236}">
                  <a16:creationId xmlns:a16="http://schemas.microsoft.com/office/drawing/2014/main" id="{75C0C73D-EBF5-5AE0-7D15-9450BAFAEDBD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2274" y="8397269"/>
              <a:ext cx="625475" cy="1160463"/>
            </a:xfrm>
            <a:custGeom>
              <a:avLst/>
              <a:gdLst>
                <a:gd name="T0" fmla="*/ 4 w 394"/>
                <a:gd name="T1" fmla="*/ 243 h 731"/>
                <a:gd name="T2" fmla="*/ 3 w 394"/>
                <a:gd name="T3" fmla="*/ 243 h 731"/>
                <a:gd name="T4" fmla="*/ 4 w 394"/>
                <a:gd name="T5" fmla="*/ 248 h 731"/>
                <a:gd name="T6" fmla="*/ 1 w 394"/>
                <a:gd name="T7" fmla="*/ 245 h 731"/>
                <a:gd name="T8" fmla="*/ 0 w 394"/>
                <a:gd name="T9" fmla="*/ 245 h 731"/>
                <a:gd name="T10" fmla="*/ 263 w 394"/>
                <a:gd name="T11" fmla="*/ 731 h 731"/>
                <a:gd name="T12" fmla="*/ 264 w 394"/>
                <a:gd name="T13" fmla="*/ 730 h 731"/>
                <a:gd name="T14" fmla="*/ 265 w 394"/>
                <a:gd name="T15" fmla="*/ 724 h 731"/>
                <a:gd name="T16" fmla="*/ 4 w 394"/>
                <a:gd name="T17" fmla="*/ 243 h 731"/>
                <a:gd name="T18" fmla="*/ 370 w 394"/>
                <a:gd name="T19" fmla="*/ 161 h 731"/>
                <a:gd name="T20" fmla="*/ 270 w 394"/>
                <a:gd name="T21" fmla="*/ 722 h 731"/>
                <a:gd name="T22" fmla="*/ 370 w 394"/>
                <a:gd name="T23" fmla="*/ 161 h 731"/>
                <a:gd name="T24" fmla="*/ 394 w 394"/>
                <a:gd name="T25" fmla="*/ 0 h 731"/>
                <a:gd name="T26" fmla="*/ 73 w 394"/>
                <a:gd name="T27" fmla="*/ 200 h 731"/>
                <a:gd name="T28" fmla="*/ 394 w 394"/>
                <a:gd name="T29" fmla="*/ 0 h 731"/>
                <a:gd name="T30" fmla="*/ 341 w 394"/>
                <a:gd name="T31" fmla="*/ 295 h 731"/>
                <a:gd name="T32" fmla="*/ 394 w 394"/>
                <a:gd name="T33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731">
                  <a:moveTo>
                    <a:pt x="4" y="243"/>
                  </a:moveTo>
                  <a:lnTo>
                    <a:pt x="3" y="243"/>
                  </a:lnTo>
                  <a:lnTo>
                    <a:pt x="4" y="248"/>
                  </a:lnTo>
                  <a:lnTo>
                    <a:pt x="1" y="245"/>
                  </a:lnTo>
                  <a:lnTo>
                    <a:pt x="0" y="245"/>
                  </a:lnTo>
                  <a:lnTo>
                    <a:pt x="263" y="731"/>
                  </a:lnTo>
                  <a:lnTo>
                    <a:pt x="264" y="730"/>
                  </a:lnTo>
                  <a:lnTo>
                    <a:pt x="265" y="724"/>
                  </a:lnTo>
                  <a:lnTo>
                    <a:pt x="4" y="243"/>
                  </a:lnTo>
                  <a:moveTo>
                    <a:pt x="370" y="161"/>
                  </a:moveTo>
                  <a:lnTo>
                    <a:pt x="270" y="722"/>
                  </a:lnTo>
                  <a:lnTo>
                    <a:pt x="370" y="161"/>
                  </a:lnTo>
                  <a:moveTo>
                    <a:pt x="394" y="0"/>
                  </a:moveTo>
                  <a:lnTo>
                    <a:pt x="73" y="200"/>
                  </a:lnTo>
                  <a:lnTo>
                    <a:pt x="394" y="0"/>
                  </a:lnTo>
                  <a:lnTo>
                    <a:pt x="341" y="295"/>
                  </a:lnTo>
                  <a:lnTo>
                    <a:pt x="39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3" name="Freeform 353">
              <a:extLst>
                <a:ext uri="{FF2B5EF4-FFF2-40B4-BE49-F238E27FC236}">
                  <a16:creationId xmlns:a16="http://schemas.microsoft.com/office/drawing/2014/main" id="{587CE25E-F5BD-5929-7175-6FA85CAF7C87}"/>
                </a:ext>
              </a:extLst>
            </p:cNvPr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4" name="Freeform 354">
              <a:extLst>
                <a:ext uri="{FF2B5EF4-FFF2-40B4-BE49-F238E27FC236}">
                  <a16:creationId xmlns:a16="http://schemas.microsoft.com/office/drawing/2014/main" id="{03D1C6E5-CFFA-253D-0349-01CC7F0C97C4}"/>
                </a:ext>
              </a:extLst>
            </p:cNvPr>
            <p:cNvSpPr/>
            <p:nvPr/>
          </p:nvSpPr>
          <p:spPr bwMode="auto">
            <a:xfrm flipV="1">
              <a:off x="12631374" y="8398856"/>
              <a:ext cx="214313" cy="1163638"/>
            </a:xfrm>
            <a:custGeom>
              <a:avLst/>
              <a:gdLst>
                <a:gd name="T0" fmla="*/ 135 w 135"/>
                <a:gd name="T1" fmla="*/ 0 h 733"/>
                <a:gd name="T2" fmla="*/ 130 w 135"/>
                <a:gd name="T3" fmla="*/ 3 h 733"/>
                <a:gd name="T4" fmla="*/ 77 w 135"/>
                <a:gd name="T5" fmla="*/ 298 h 733"/>
                <a:gd name="T6" fmla="*/ 1 w 135"/>
                <a:gd name="T7" fmla="*/ 727 h 733"/>
                <a:gd name="T8" fmla="*/ 0 w 135"/>
                <a:gd name="T9" fmla="*/ 733 h 733"/>
                <a:gd name="T10" fmla="*/ 6 w 135"/>
                <a:gd name="T11" fmla="*/ 725 h 733"/>
                <a:gd name="T12" fmla="*/ 6 w 135"/>
                <a:gd name="T13" fmla="*/ 725 h 733"/>
                <a:gd name="T14" fmla="*/ 6 w 135"/>
                <a:gd name="T15" fmla="*/ 725 h 733"/>
                <a:gd name="T16" fmla="*/ 106 w 135"/>
                <a:gd name="T17" fmla="*/ 164 h 733"/>
                <a:gd name="T18" fmla="*/ 135 w 135"/>
                <a:gd name="T19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733">
                  <a:moveTo>
                    <a:pt x="135" y="0"/>
                  </a:moveTo>
                  <a:lnTo>
                    <a:pt x="130" y="3"/>
                  </a:lnTo>
                  <a:lnTo>
                    <a:pt x="77" y="298"/>
                  </a:lnTo>
                  <a:lnTo>
                    <a:pt x="1" y="727"/>
                  </a:lnTo>
                  <a:lnTo>
                    <a:pt x="0" y="733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6" y="725"/>
                  </a:lnTo>
                  <a:lnTo>
                    <a:pt x="106" y="164"/>
                  </a:lnTo>
                  <a:lnTo>
                    <a:pt x="13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5" name="Freeform 355">
              <a:extLst>
                <a:ext uri="{FF2B5EF4-FFF2-40B4-BE49-F238E27FC236}">
                  <a16:creationId xmlns:a16="http://schemas.microsoft.com/office/drawing/2014/main" id="{7314FAF8-D6C2-69A5-4243-D1DE051ADD30}"/>
                </a:ext>
              </a:extLst>
            </p:cNvPr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6" name="Freeform 356">
              <a:extLst>
                <a:ext uri="{FF2B5EF4-FFF2-40B4-BE49-F238E27FC236}">
                  <a16:creationId xmlns:a16="http://schemas.microsoft.com/office/drawing/2014/main" id="{EE9AB986-EEC7-AD89-37ED-58F76CB643B7}"/>
                </a:ext>
              </a:extLst>
            </p:cNvPr>
            <p:cNvSpPr/>
            <p:nvPr/>
          </p:nvSpPr>
          <p:spPr bwMode="auto">
            <a:xfrm flipV="1">
              <a:off x="12634549" y="8386156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1 w 2"/>
                <a:gd name="T3" fmla="*/ 0 h 5"/>
                <a:gd name="T4" fmla="*/ 0 w 2"/>
                <a:gd name="T5" fmla="*/ 2 h 5"/>
                <a:gd name="T6" fmla="*/ 1 w 2"/>
                <a:gd name="T7" fmla="*/ 5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7" name="Freeform 357">
              <a:extLst>
                <a:ext uri="{FF2B5EF4-FFF2-40B4-BE49-F238E27FC236}">
                  <a16:creationId xmlns:a16="http://schemas.microsoft.com/office/drawing/2014/main" id="{C89FAA63-FAB1-7362-B619-88D8025E3898}"/>
                </a:ext>
              </a:extLst>
            </p:cNvPr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8" name="Freeform 358">
              <a:extLst>
                <a:ext uri="{FF2B5EF4-FFF2-40B4-BE49-F238E27FC236}">
                  <a16:creationId xmlns:a16="http://schemas.microsoft.com/office/drawing/2014/main" id="{EAC69362-1DCA-C725-5EDE-8F57204708A7}"/>
                </a:ext>
              </a:extLst>
            </p:cNvPr>
            <p:cNvSpPr/>
            <p:nvPr/>
          </p:nvSpPr>
          <p:spPr bwMode="auto">
            <a:xfrm flipV="1">
              <a:off x="12632961" y="8390919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0 h 2"/>
                <a:gd name="T4" fmla="*/ 1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9" name="Freeform 359">
              <a:extLst>
                <a:ext uri="{FF2B5EF4-FFF2-40B4-BE49-F238E27FC236}">
                  <a16:creationId xmlns:a16="http://schemas.microsoft.com/office/drawing/2014/main" id="{CBECC7A6-21A5-59F5-D41D-4806E442A4E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0" name="Freeform 360">
              <a:extLst>
                <a:ext uri="{FF2B5EF4-FFF2-40B4-BE49-F238E27FC236}">
                  <a16:creationId xmlns:a16="http://schemas.microsoft.com/office/drawing/2014/main" id="{D3BA3D30-3166-40C9-2786-3937E37EB1DD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629786" y="8394094"/>
              <a:ext cx="7938" cy="4763"/>
            </a:xfrm>
            <a:custGeom>
              <a:avLst/>
              <a:gdLst>
                <a:gd name="T0" fmla="*/ 5 w 5"/>
                <a:gd name="T1" fmla="*/ 2 h 3"/>
                <a:gd name="T2" fmla="*/ 4 w 5"/>
                <a:gd name="T3" fmla="*/ 3 h 3"/>
                <a:gd name="T4" fmla="*/ 5 w 5"/>
                <a:gd name="T5" fmla="*/ 3 h 3"/>
                <a:gd name="T6" fmla="*/ 5 w 5"/>
                <a:gd name="T7" fmla="*/ 2 h 3"/>
                <a:gd name="T8" fmla="*/ 1 w 5"/>
                <a:gd name="T9" fmla="*/ 0 h 3"/>
                <a:gd name="T10" fmla="*/ 0 w 5"/>
                <a:gd name="T11" fmla="*/ 1 h 3"/>
                <a:gd name="T12" fmla="*/ 0 w 5"/>
                <a:gd name="T13" fmla="*/ 1 h 3"/>
                <a:gd name="T14" fmla="*/ 1 w 5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1" name="Freeform 361">
              <a:extLst>
                <a:ext uri="{FF2B5EF4-FFF2-40B4-BE49-F238E27FC236}">
                  <a16:creationId xmlns:a16="http://schemas.microsoft.com/office/drawing/2014/main" id="{F5C99EAA-82BC-26C7-36BE-167A1DDDBE75}"/>
                </a:ext>
              </a:extLst>
            </p:cNvPr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2" name="Freeform 362">
              <a:extLst>
                <a:ext uri="{FF2B5EF4-FFF2-40B4-BE49-F238E27FC236}">
                  <a16:creationId xmlns:a16="http://schemas.microsoft.com/office/drawing/2014/main" id="{9E8D48F8-5040-2C47-6B14-DED338484048}"/>
                </a:ext>
              </a:extLst>
            </p:cNvPr>
            <p:cNvSpPr/>
            <p:nvPr/>
          </p:nvSpPr>
          <p:spPr bwMode="auto">
            <a:xfrm flipV="1">
              <a:off x="12629786" y="8394094"/>
              <a:ext cx="11113" cy="17463"/>
            </a:xfrm>
            <a:custGeom>
              <a:avLst/>
              <a:gdLst>
                <a:gd name="T0" fmla="*/ 7 w 7"/>
                <a:gd name="T1" fmla="*/ 0 h 11"/>
                <a:gd name="T2" fmla="*/ 1 w 7"/>
                <a:gd name="T3" fmla="*/ 8 h 11"/>
                <a:gd name="T4" fmla="*/ 0 w 7"/>
                <a:gd name="T5" fmla="*/ 9 h 11"/>
                <a:gd name="T6" fmla="*/ 2 w 7"/>
                <a:gd name="T7" fmla="*/ 11 h 11"/>
                <a:gd name="T8" fmla="*/ 4 w 7"/>
                <a:gd name="T9" fmla="*/ 11 h 11"/>
                <a:gd name="T10" fmla="*/ 5 w 7"/>
                <a:gd name="T11" fmla="*/ 10 h 11"/>
                <a:gd name="T12" fmla="*/ 7 w 7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1">
                  <a:moveTo>
                    <a:pt x="7" y="0"/>
                  </a:moveTo>
                  <a:lnTo>
                    <a:pt x="1" y="8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3" name="Freeform 363">
              <a:extLst>
                <a:ext uri="{FF2B5EF4-FFF2-40B4-BE49-F238E27FC236}">
                  <a16:creationId xmlns:a16="http://schemas.microsoft.com/office/drawing/2014/main" id="{44C9F9A5-8278-682B-AA7F-DB20B2F1CC5F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close/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4" name="Freeform 364">
              <a:extLst>
                <a:ext uri="{FF2B5EF4-FFF2-40B4-BE49-F238E27FC236}">
                  <a16:creationId xmlns:a16="http://schemas.microsoft.com/office/drawing/2014/main" id="{8A51164A-5347-E28E-B2E1-9CE228B8F9D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2411" y="9179907"/>
              <a:ext cx="800100" cy="755650"/>
            </a:xfrm>
            <a:custGeom>
              <a:avLst/>
              <a:gdLst>
                <a:gd name="T0" fmla="*/ 6 w 504"/>
                <a:gd name="T1" fmla="*/ 3 h 476"/>
                <a:gd name="T2" fmla="*/ 109 w 504"/>
                <a:gd name="T3" fmla="*/ 476 h 476"/>
                <a:gd name="T4" fmla="*/ 109 w 504"/>
                <a:gd name="T5" fmla="*/ 476 h 476"/>
                <a:gd name="T6" fmla="*/ 7 w 504"/>
                <a:gd name="T7" fmla="*/ 8 h 476"/>
                <a:gd name="T8" fmla="*/ 499 w 504"/>
                <a:gd name="T9" fmla="*/ 234 h 476"/>
                <a:gd name="T10" fmla="*/ 502 w 504"/>
                <a:gd name="T11" fmla="*/ 232 h 476"/>
                <a:gd name="T12" fmla="*/ 502 w 504"/>
                <a:gd name="T13" fmla="*/ 231 h 476"/>
                <a:gd name="T14" fmla="*/ 504 w 504"/>
                <a:gd name="T15" fmla="*/ 231 h 476"/>
                <a:gd name="T16" fmla="*/ 504 w 504"/>
                <a:gd name="T17" fmla="*/ 231 h 476"/>
                <a:gd name="T18" fmla="*/ 6 w 504"/>
                <a:gd name="T19" fmla="*/ 3 h 476"/>
                <a:gd name="T20" fmla="*/ 0 w 504"/>
                <a:gd name="T21" fmla="*/ 0 h 476"/>
                <a:gd name="T22" fmla="*/ 1 w 504"/>
                <a:gd name="T23" fmla="*/ 4 h 476"/>
                <a:gd name="T24" fmla="*/ 3 w 504"/>
                <a:gd name="T25" fmla="*/ 1 h 476"/>
                <a:gd name="T26" fmla="*/ 0 w 504"/>
                <a:gd name="T27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476">
                  <a:moveTo>
                    <a:pt x="6" y="3"/>
                  </a:moveTo>
                  <a:lnTo>
                    <a:pt x="109" y="476"/>
                  </a:lnTo>
                  <a:lnTo>
                    <a:pt x="109" y="476"/>
                  </a:lnTo>
                  <a:lnTo>
                    <a:pt x="7" y="8"/>
                  </a:lnTo>
                  <a:lnTo>
                    <a:pt x="499" y="234"/>
                  </a:lnTo>
                  <a:lnTo>
                    <a:pt x="502" y="232"/>
                  </a:lnTo>
                  <a:lnTo>
                    <a:pt x="502" y="231"/>
                  </a:lnTo>
                  <a:lnTo>
                    <a:pt x="504" y="231"/>
                  </a:lnTo>
                  <a:lnTo>
                    <a:pt x="504" y="231"/>
                  </a:lnTo>
                  <a:lnTo>
                    <a:pt x="6" y="3"/>
                  </a:lnTo>
                  <a:moveTo>
                    <a:pt x="0" y="0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5" name="Freeform 365">
              <a:extLst>
                <a:ext uri="{FF2B5EF4-FFF2-40B4-BE49-F238E27FC236}">
                  <a16:creationId xmlns:a16="http://schemas.microsoft.com/office/drawing/2014/main" id="{D50B8374-F172-2EC3-602A-1D5301FF7ABA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6" name="Freeform 366">
              <a:extLst>
                <a:ext uri="{FF2B5EF4-FFF2-40B4-BE49-F238E27FC236}">
                  <a16:creationId xmlns:a16="http://schemas.microsoft.com/office/drawing/2014/main" id="{C1D134C7-9F83-781A-5AA0-680FD59B8D09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839336" y="9562494"/>
              <a:ext cx="11113" cy="6350"/>
            </a:xfrm>
            <a:custGeom>
              <a:avLst/>
              <a:gdLst>
                <a:gd name="T0" fmla="*/ 5 w 7"/>
                <a:gd name="T1" fmla="*/ 1 h 4"/>
                <a:gd name="T2" fmla="*/ 4 w 7"/>
                <a:gd name="T3" fmla="*/ 4 h 4"/>
                <a:gd name="T4" fmla="*/ 7 w 7"/>
                <a:gd name="T5" fmla="*/ 2 h 4"/>
                <a:gd name="T6" fmla="*/ 5 w 7"/>
                <a:gd name="T7" fmla="*/ 1 h 4"/>
                <a:gd name="T8" fmla="*/ 2 w 7"/>
                <a:gd name="T9" fmla="*/ 0 h 4"/>
                <a:gd name="T10" fmla="*/ 0 w 7"/>
                <a:gd name="T11" fmla="*/ 0 h 4"/>
                <a:gd name="T12" fmla="*/ 0 w 7"/>
                <a:gd name="T13" fmla="*/ 1 h 4"/>
                <a:gd name="T14" fmla="*/ 1 w 7"/>
                <a:gd name="T15" fmla="*/ 1 h 4"/>
                <a:gd name="T16" fmla="*/ 2 w 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lnTo>
                    <a:pt x="4" y="4"/>
                  </a:lnTo>
                  <a:lnTo>
                    <a:pt x="7" y="2"/>
                  </a:lnTo>
                  <a:lnTo>
                    <a:pt x="5" y="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7" name="Freeform 367">
              <a:extLst>
                <a:ext uri="{FF2B5EF4-FFF2-40B4-BE49-F238E27FC236}">
                  <a16:creationId xmlns:a16="http://schemas.microsoft.com/office/drawing/2014/main" id="{EB846930-3D20-BE0D-A633-7F75A9677C7F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close/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8" name="Freeform 368">
              <a:extLst>
                <a:ext uri="{FF2B5EF4-FFF2-40B4-BE49-F238E27FC236}">
                  <a16:creationId xmlns:a16="http://schemas.microsoft.com/office/drawing/2014/main" id="{E42DAFF5-8BFF-16C7-9FEE-1972969AFC7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15449" y="9171969"/>
              <a:ext cx="628650" cy="396875"/>
            </a:xfrm>
            <a:custGeom>
              <a:avLst/>
              <a:gdLst>
                <a:gd name="T0" fmla="*/ 393 w 396"/>
                <a:gd name="T1" fmla="*/ 1 h 250"/>
                <a:gd name="T2" fmla="*/ 390 w 396"/>
                <a:gd name="T3" fmla="*/ 3 h 250"/>
                <a:gd name="T4" fmla="*/ 0 w 396"/>
                <a:gd name="T5" fmla="*/ 245 h 250"/>
                <a:gd name="T6" fmla="*/ 0 w 396"/>
                <a:gd name="T7" fmla="*/ 245 h 250"/>
                <a:gd name="T8" fmla="*/ 1 w 396"/>
                <a:gd name="T9" fmla="*/ 249 h 250"/>
                <a:gd name="T10" fmla="*/ 1 w 396"/>
                <a:gd name="T11" fmla="*/ 250 h 250"/>
                <a:gd name="T12" fmla="*/ 2 w 396"/>
                <a:gd name="T13" fmla="*/ 250 h 250"/>
                <a:gd name="T14" fmla="*/ 2 w 396"/>
                <a:gd name="T15" fmla="*/ 250 h 250"/>
                <a:gd name="T16" fmla="*/ 71 w 396"/>
                <a:gd name="T17" fmla="*/ 207 h 250"/>
                <a:gd name="T18" fmla="*/ 392 w 396"/>
                <a:gd name="T19" fmla="*/ 7 h 250"/>
                <a:gd name="T20" fmla="*/ 393 w 396"/>
                <a:gd name="T21" fmla="*/ 2 h 250"/>
                <a:gd name="T22" fmla="*/ 393 w 396"/>
                <a:gd name="T23" fmla="*/ 2 h 250"/>
                <a:gd name="T24" fmla="*/ 393 w 396"/>
                <a:gd name="T25" fmla="*/ 2 h 250"/>
                <a:gd name="T26" fmla="*/ 393 w 396"/>
                <a:gd name="T27" fmla="*/ 1 h 250"/>
                <a:gd name="T28" fmla="*/ 395 w 396"/>
                <a:gd name="T29" fmla="*/ 0 h 250"/>
                <a:gd name="T30" fmla="*/ 395 w 396"/>
                <a:gd name="T31" fmla="*/ 0 h 250"/>
                <a:gd name="T32" fmla="*/ 396 w 396"/>
                <a:gd name="T33" fmla="*/ 0 h 250"/>
                <a:gd name="T34" fmla="*/ 395 w 396"/>
                <a:gd name="T3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250">
                  <a:moveTo>
                    <a:pt x="393" y="1"/>
                  </a:moveTo>
                  <a:lnTo>
                    <a:pt x="390" y="3"/>
                  </a:lnTo>
                  <a:lnTo>
                    <a:pt x="0" y="245"/>
                  </a:lnTo>
                  <a:lnTo>
                    <a:pt x="0" y="245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2" y="250"/>
                  </a:lnTo>
                  <a:lnTo>
                    <a:pt x="2" y="250"/>
                  </a:lnTo>
                  <a:lnTo>
                    <a:pt x="71" y="207"/>
                  </a:lnTo>
                  <a:lnTo>
                    <a:pt x="392" y="7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2"/>
                  </a:lnTo>
                  <a:lnTo>
                    <a:pt x="393" y="1"/>
                  </a:lnTo>
                  <a:moveTo>
                    <a:pt x="395" y="0"/>
                  </a:moveTo>
                  <a:lnTo>
                    <a:pt x="395" y="0"/>
                  </a:lnTo>
                  <a:lnTo>
                    <a:pt x="396" y="0"/>
                  </a:lnTo>
                  <a:lnTo>
                    <a:pt x="39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9" name="Freeform 369">
              <a:extLst>
                <a:ext uri="{FF2B5EF4-FFF2-40B4-BE49-F238E27FC236}">
                  <a16:creationId xmlns:a16="http://schemas.microsoft.com/office/drawing/2014/main" id="{91682941-C33C-C38B-469C-8379AD85D2BE}"/>
                </a:ext>
              </a:extLst>
            </p:cNvPr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0" name="Freeform 370">
              <a:extLst>
                <a:ext uri="{FF2B5EF4-FFF2-40B4-BE49-F238E27FC236}">
                  <a16:creationId xmlns:a16="http://schemas.microsoft.com/office/drawing/2014/main" id="{035B6EEA-25A3-6F07-1D4C-BF2297F579B7}"/>
                </a:ext>
              </a:extLst>
            </p:cNvPr>
            <p:cNvSpPr/>
            <p:nvPr/>
          </p:nvSpPr>
          <p:spPr bwMode="auto">
            <a:xfrm flipV="1">
              <a:off x="12837749" y="955773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1 h 7"/>
                <a:gd name="T8" fmla="*/ 1 w 6"/>
                <a:gd name="T9" fmla="*/ 2 h 7"/>
                <a:gd name="T10" fmla="*/ 3 w 6"/>
                <a:gd name="T11" fmla="*/ 2 h 7"/>
                <a:gd name="T12" fmla="*/ 1 w 6"/>
                <a:gd name="T13" fmla="*/ 2 h 7"/>
                <a:gd name="T14" fmla="*/ 0 w 6"/>
                <a:gd name="T15" fmla="*/ 7 h 7"/>
                <a:gd name="T16" fmla="*/ 5 w 6"/>
                <a:gd name="T17" fmla="*/ 4 h 7"/>
                <a:gd name="T18" fmla="*/ 6 w 6"/>
                <a:gd name="T19" fmla="*/ 1 h 7"/>
                <a:gd name="T20" fmla="*/ 4 w 6"/>
                <a:gd name="T21" fmla="*/ 0 h 7"/>
                <a:gd name="T22" fmla="*/ 4 w 6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7"/>
                  </a:lnTo>
                  <a:lnTo>
                    <a:pt x="5" y="4"/>
                  </a:lnTo>
                  <a:lnTo>
                    <a:pt x="6" y="1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1" name="Freeform 372">
              <a:extLst>
                <a:ext uri="{FF2B5EF4-FFF2-40B4-BE49-F238E27FC236}">
                  <a16:creationId xmlns:a16="http://schemas.microsoft.com/office/drawing/2014/main" id="{093BC0A3-E399-CC47-C3C6-1EC30B5C057E}"/>
                </a:ext>
              </a:extLst>
            </p:cNvPr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2" name="Freeform 373">
              <a:extLst>
                <a:ext uri="{FF2B5EF4-FFF2-40B4-BE49-F238E27FC236}">
                  <a16:creationId xmlns:a16="http://schemas.microsoft.com/office/drawing/2014/main" id="{7120A314-A5A2-1131-D090-2C434F3297A5}"/>
                </a:ext>
              </a:extLst>
            </p:cNvPr>
            <p:cNvSpPr/>
            <p:nvPr/>
          </p:nvSpPr>
          <p:spPr bwMode="auto">
            <a:xfrm flipV="1">
              <a:off x="12210686" y="9167207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3" name="Freeform 374">
              <a:extLst>
                <a:ext uri="{FF2B5EF4-FFF2-40B4-BE49-F238E27FC236}">
                  <a16:creationId xmlns:a16="http://schemas.microsoft.com/office/drawing/2014/main" id="{349C058E-F2D3-A23D-35F4-74687D2932EF}"/>
                </a:ext>
              </a:extLst>
            </p:cNvPr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4" name="Freeform 375">
              <a:extLst>
                <a:ext uri="{FF2B5EF4-FFF2-40B4-BE49-F238E27FC236}">
                  <a16:creationId xmlns:a16="http://schemas.microsoft.com/office/drawing/2014/main" id="{852844FD-65F5-BBEC-1DB3-5EAF016F9A2B}"/>
                </a:ext>
              </a:extLst>
            </p:cNvPr>
            <p:cNvSpPr/>
            <p:nvPr/>
          </p:nvSpPr>
          <p:spPr bwMode="auto">
            <a:xfrm flipV="1">
              <a:off x="12210686" y="9168794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5" name="Freeform 376">
              <a:extLst>
                <a:ext uri="{FF2B5EF4-FFF2-40B4-BE49-F238E27FC236}">
                  <a16:creationId xmlns:a16="http://schemas.microsoft.com/office/drawing/2014/main" id="{1BE2C62D-71C3-1EA3-3F9F-0685A1B477C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close/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close/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6" name="Freeform 377">
              <a:extLst>
                <a:ext uri="{FF2B5EF4-FFF2-40B4-BE49-F238E27FC236}">
                  <a16:creationId xmlns:a16="http://schemas.microsoft.com/office/drawing/2014/main" id="{78E256D6-83CE-2E99-A5BA-2D1134D5D29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1796349" y="9170382"/>
              <a:ext cx="414337" cy="769938"/>
            </a:xfrm>
            <a:custGeom>
              <a:avLst/>
              <a:gdLst>
                <a:gd name="T0" fmla="*/ 259 w 261"/>
                <a:gd name="T1" fmla="*/ 478 h 485"/>
                <a:gd name="T2" fmla="*/ 7 w 261"/>
                <a:gd name="T3" fmla="*/ 287 h 485"/>
                <a:gd name="T4" fmla="*/ 158 w 261"/>
                <a:gd name="T5" fmla="*/ 13 h 485"/>
                <a:gd name="T6" fmla="*/ 259 w 261"/>
                <a:gd name="T7" fmla="*/ 478 h 485"/>
                <a:gd name="T8" fmla="*/ 156 w 261"/>
                <a:gd name="T9" fmla="*/ 7 h 485"/>
                <a:gd name="T10" fmla="*/ 0 w 261"/>
                <a:gd name="T11" fmla="*/ 288 h 485"/>
                <a:gd name="T12" fmla="*/ 261 w 261"/>
                <a:gd name="T13" fmla="*/ 485 h 485"/>
                <a:gd name="T14" fmla="*/ 261 w 261"/>
                <a:gd name="T15" fmla="*/ 484 h 485"/>
                <a:gd name="T16" fmla="*/ 260 w 261"/>
                <a:gd name="T17" fmla="*/ 482 h 485"/>
                <a:gd name="T18" fmla="*/ 260 w 261"/>
                <a:gd name="T19" fmla="*/ 482 h 485"/>
                <a:gd name="T20" fmla="*/ 156 w 261"/>
                <a:gd name="T21" fmla="*/ 7 h 485"/>
                <a:gd name="T22" fmla="*/ 159 w 261"/>
                <a:gd name="T23" fmla="*/ 0 h 485"/>
                <a:gd name="T24" fmla="*/ 158 w 261"/>
                <a:gd name="T25" fmla="*/ 4 h 485"/>
                <a:gd name="T26" fmla="*/ 161 w 261"/>
                <a:gd name="T27" fmla="*/ 6 h 485"/>
                <a:gd name="T28" fmla="*/ 159 w 261"/>
                <a:gd name="T2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1" h="485">
                  <a:moveTo>
                    <a:pt x="259" y="478"/>
                  </a:moveTo>
                  <a:lnTo>
                    <a:pt x="7" y="287"/>
                  </a:lnTo>
                  <a:lnTo>
                    <a:pt x="158" y="13"/>
                  </a:lnTo>
                  <a:lnTo>
                    <a:pt x="259" y="478"/>
                  </a:lnTo>
                  <a:moveTo>
                    <a:pt x="156" y="7"/>
                  </a:moveTo>
                  <a:lnTo>
                    <a:pt x="0" y="288"/>
                  </a:lnTo>
                  <a:lnTo>
                    <a:pt x="261" y="485"/>
                  </a:lnTo>
                  <a:lnTo>
                    <a:pt x="261" y="484"/>
                  </a:lnTo>
                  <a:lnTo>
                    <a:pt x="260" y="482"/>
                  </a:lnTo>
                  <a:lnTo>
                    <a:pt x="260" y="482"/>
                  </a:lnTo>
                  <a:lnTo>
                    <a:pt x="156" y="7"/>
                  </a:lnTo>
                  <a:moveTo>
                    <a:pt x="159" y="0"/>
                  </a:moveTo>
                  <a:lnTo>
                    <a:pt x="158" y="4"/>
                  </a:lnTo>
                  <a:lnTo>
                    <a:pt x="161" y="6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7" name="Freeform 378">
              <a:extLst>
                <a:ext uri="{FF2B5EF4-FFF2-40B4-BE49-F238E27FC236}">
                  <a16:creationId xmlns:a16="http://schemas.microsoft.com/office/drawing/2014/main" id="{AB058516-8966-36DC-3F9C-A1D3E1AF0D5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8" name="Freeform 379">
              <a:extLst>
                <a:ext uri="{FF2B5EF4-FFF2-40B4-BE49-F238E27FC236}">
                  <a16:creationId xmlns:a16="http://schemas.microsoft.com/office/drawing/2014/main" id="{95D57929-4CDA-8B0D-78A2-6933FE62ABCE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4032"/>
              <a:ext cx="9525" cy="11113"/>
            </a:xfrm>
            <a:custGeom>
              <a:avLst/>
              <a:gdLst>
                <a:gd name="T0" fmla="*/ 5 w 6"/>
                <a:gd name="T1" fmla="*/ 2 h 7"/>
                <a:gd name="T2" fmla="*/ 3 w 6"/>
                <a:gd name="T3" fmla="*/ 4 h 7"/>
                <a:gd name="T4" fmla="*/ 6 w 6"/>
                <a:gd name="T5" fmla="*/ 7 h 7"/>
                <a:gd name="T6" fmla="*/ 5 w 6"/>
                <a:gd name="T7" fmla="*/ 2 h 7"/>
                <a:gd name="T8" fmla="*/ 0 w 6"/>
                <a:gd name="T9" fmla="*/ 0 h 7"/>
                <a:gd name="T10" fmla="*/ 0 w 6"/>
                <a:gd name="T11" fmla="*/ 0 h 7"/>
                <a:gd name="T12" fmla="*/ 1 w 6"/>
                <a:gd name="T13" fmla="*/ 2 h 7"/>
                <a:gd name="T14" fmla="*/ 0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5" y="2"/>
                  </a:moveTo>
                  <a:lnTo>
                    <a:pt x="3" y="4"/>
                  </a:lnTo>
                  <a:lnTo>
                    <a:pt x="6" y="7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9" name="Freeform 380">
              <a:extLst>
                <a:ext uri="{FF2B5EF4-FFF2-40B4-BE49-F238E27FC236}">
                  <a16:creationId xmlns:a16="http://schemas.microsoft.com/office/drawing/2014/main" id="{57E513AB-F5C0-C05A-28ED-78E2CC1CD050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close/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0" name="Freeform 381">
              <a:extLst>
                <a:ext uri="{FF2B5EF4-FFF2-40B4-BE49-F238E27FC236}">
                  <a16:creationId xmlns:a16="http://schemas.microsoft.com/office/drawing/2014/main" id="{05FF816E-BB67-D670-24F4-3B6D75457CB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043999" y="9170382"/>
              <a:ext cx="171450" cy="763588"/>
            </a:xfrm>
            <a:custGeom>
              <a:avLst/>
              <a:gdLst>
                <a:gd name="T0" fmla="*/ 105 w 108"/>
                <a:gd name="T1" fmla="*/ 480 h 481"/>
                <a:gd name="T2" fmla="*/ 105 w 108"/>
                <a:gd name="T3" fmla="*/ 481 h 481"/>
                <a:gd name="T4" fmla="*/ 105 w 108"/>
                <a:gd name="T5" fmla="*/ 481 h 481"/>
                <a:gd name="T6" fmla="*/ 105 w 108"/>
                <a:gd name="T7" fmla="*/ 480 h 481"/>
                <a:gd name="T8" fmla="*/ 2 w 108"/>
                <a:gd name="T9" fmla="*/ 0 h 481"/>
                <a:gd name="T10" fmla="*/ 0 w 108"/>
                <a:gd name="T11" fmla="*/ 3 h 481"/>
                <a:gd name="T12" fmla="*/ 104 w 108"/>
                <a:gd name="T13" fmla="*/ 478 h 481"/>
                <a:gd name="T14" fmla="*/ 108 w 108"/>
                <a:gd name="T15" fmla="*/ 475 h 481"/>
                <a:gd name="T16" fmla="*/ 5 w 108"/>
                <a:gd name="T17" fmla="*/ 2 h 481"/>
                <a:gd name="T18" fmla="*/ 2 w 108"/>
                <a:gd name="T19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81">
                  <a:moveTo>
                    <a:pt x="105" y="480"/>
                  </a:moveTo>
                  <a:lnTo>
                    <a:pt x="105" y="481"/>
                  </a:lnTo>
                  <a:lnTo>
                    <a:pt x="105" y="481"/>
                  </a:lnTo>
                  <a:lnTo>
                    <a:pt x="105" y="480"/>
                  </a:lnTo>
                  <a:moveTo>
                    <a:pt x="2" y="0"/>
                  </a:moveTo>
                  <a:lnTo>
                    <a:pt x="0" y="3"/>
                  </a:lnTo>
                  <a:lnTo>
                    <a:pt x="104" y="478"/>
                  </a:lnTo>
                  <a:lnTo>
                    <a:pt x="108" y="475"/>
                  </a:lnTo>
                  <a:lnTo>
                    <a:pt x="5" y="2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1" name="Freeform 382">
              <a:extLst>
                <a:ext uri="{FF2B5EF4-FFF2-40B4-BE49-F238E27FC236}">
                  <a16:creationId xmlns:a16="http://schemas.microsoft.com/office/drawing/2014/main" id="{94B08424-2505-5D2E-939E-F1DB2A5E740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close/>
                  <a:moveTo>
                    <a:pt x="4" y="2"/>
                  </a:move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6" name="Freeform 383">
              <a:extLst>
                <a:ext uri="{FF2B5EF4-FFF2-40B4-BE49-F238E27FC236}">
                  <a16:creationId xmlns:a16="http://schemas.microsoft.com/office/drawing/2014/main" id="{6F596E63-5253-9DC5-9811-C8D869EACCA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2209099" y="9168794"/>
              <a:ext cx="7937" cy="11113"/>
            </a:xfrm>
            <a:custGeom>
              <a:avLst/>
              <a:gdLst>
                <a:gd name="T0" fmla="*/ 3 w 5"/>
                <a:gd name="T1" fmla="*/ 4 h 7"/>
                <a:gd name="T2" fmla="*/ 4 w 5"/>
                <a:gd name="T3" fmla="*/ 2 h 7"/>
                <a:gd name="T4" fmla="*/ 3 w 5"/>
                <a:gd name="T5" fmla="*/ 4 h 7"/>
                <a:gd name="T6" fmla="*/ 4 w 5"/>
                <a:gd name="T7" fmla="*/ 2 h 7"/>
                <a:gd name="T8" fmla="*/ 4 w 5"/>
                <a:gd name="T9" fmla="*/ 2 h 7"/>
                <a:gd name="T10" fmla="*/ 4 w 5"/>
                <a:gd name="T11" fmla="*/ 0 h 7"/>
                <a:gd name="T12" fmla="*/ 0 w 5"/>
                <a:gd name="T13" fmla="*/ 3 h 7"/>
                <a:gd name="T14" fmla="*/ 1 w 5"/>
                <a:gd name="T15" fmla="*/ 5 h 7"/>
                <a:gd name="T16" fmla="*/ 1 w 5"/>
                <a:gd name="T17" fmla="*/ 6 h 7"/>
                <a:gd name="T18" fmla="*/ 3 w 5"/>
                <a:gd name="T19" fmla="*/ 7 h 7"/>
                <a:gd name="T20" fmla="*/ 5 w 5"/>
                <a:gd name="T21" fmla="*/ 5 h 7"/>
                <a:gd name="T22" fmla="*/ 5 w 5"/>
                <a:gd name="T23" fmla="*/ 4 h 7"/>
                <a:gd name="T24" fmla="*/ 4 w 5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lnTo>
                    <a:pt x="4" y="2"/>
                  </a:lnTo>
                  <a:lnTo>
                    <a:pt x="3" y="4"/>
                  </a:lnTo>
                  <a:moveTo>
                    <a:pt x="4" y="2"/>
                  </a:moveTo>
                  <a:lnTo>
                    <a:pt x="4" y="2"/>
                  </a:lnTo>
                  <a:moveTo>
                    <a:pt x="4" y="0"/>
                  </a:move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3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7" name="Freeform 394">
              <a:extLst>
                <a:ext uri="{FF2B5EF4-FFF2-40B4-BE49-F238E27FC236}">
                  <a16:creationId xmlns:a16="http://schemas.microsoft.com/office/drawing/2014/main" id="{B787025A-89EC-4772-9454-FA1B67157FD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close/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close/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8" name="Freeform 395">
              <a:extLst>
                <a:ext uri="{FF2B5EF4-FFF2-40B4-BE49-F238E27FC236}">
                  <a16:creationId xmlns:a16="http://schemas.microsoft.com/office/drawing/2014/main" id="{9CE0126B-5B97-CC6C-CF6E-A1DBC7E8D42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359295"/>
              <a:ext cx="111125" cy="247650"/>
            </a:xfrm>
            <a:custGeom>
              <a:avLst/>
              <a:gdLst>
                <a:gd name="T0" fmla="*/ 5 w 70"/>
                <a:gd name="T1" fmla="*/ 130 h 156"/>
                <a:gd name="T2" fmla="*/ 5 w 70"/>
                <a:gd name="T3" fmla="*/ 130 h 156"/>
                <a:gd name="T4" fmla="*/ 70 w 70"/>
                <a:gd name="T5" fmla="*/ 156 h 156"/>
                <a:gd name="T6" fmla="*/ 5 w 70"/>
                <a:gd name="T7" fmla="*/ 130 h 156"/>
                <a:gd name="T8" fmla="*/ 0 w 70"/>
                <a:gd name="T9" fmla="*/ 128 h 156"/>
                <a:gd name="T10" fmla="*/ 0 w 70"/>
                <a:gd name="T11" fmla="*/ 128 h 156"/>
                <a:gd name="T12" fmla="*/ 0 w 70"/>
                <a:gd name="T13" fmla="*/ 128 h 156"/>
                <a:gd name="T14" fmla="*/ 1 w 70"/>
                <a:gd name="T15" fmla="*/ 128 h 156"/>
                <a:gd name="T16" fmla="*/ 0 w 70"/>
                <a:gd name="T17" fmla="*/ 128 h 156"/>
                <a:gd name="T18" fmla="*/ 57 w 70"/>
                <a:gd name="T19" fmla="*/ 0 h 156"/>
                <a:gd name="T20" fmla="*/ 2 w 70"/>
                <a:gd name="T21" fmla="*/ 124 h 156"/>
                <a:gd name="T22" fmla="*/ 2 w 70"/>
                <a:gd name="T23" fmla="*/ 124 h 156"/>
                <a:gd name="T24" fmla="*/ 57 w 70"/>
                <a:gd name="T2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56">
                  <a:moveTo>
                    <a:pt x="5" y="130"/>
                  </a:moveTo>
                  <a:lnTo>
                    <a:pt x="5" y="130"/>
                  </a:lnTo>
                  <a:lnTo>
                    <a:pt x="70" y="156"/>
                  </a:lnTo>
                  <a:lnTo>
                    <a:pt x="5" y="130"/>
                  </a:lnTo>
                  <a:moveTo>
                    <a:pt x="0" y="128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1" y="128"/>
                  </a:lnTo>
                  <a:lnTo>
                    <a:pt x="0" y="128"/>
                  </a:lnTo>
                  <a:moveTo>
                    <a:pt x="57" y="0"/>
                  </a:moveTo>
                  <a:lnTo>
                    <a:pt x="2" y="124"/>
                  </a:lnTo>
                  <a:lnTo>
                    <a:pt x="2" y="124"/>
                  </a:lnTo>
                  <a:lnTo>
                    <a:pt x="5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3" name="Rectangle 400">
              <a:extLst>
                <a:ext uri="{FF2B5EF4-FFF2-40B4-BE49-F238E27FC236}">
                  <a16:creationId xmlns:a16="http://schemas.microsoft.com/office/drawing/2014/main" id="{EC04ECC9-F68B-8FCD-6280-3A9485FE6B0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9311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4" name="Freeform 401">
              <a:extLst>
                <a:ext uri="{FF2B5EF4-FFF2-40B4-BE49-F238E27FC236}">
                  <a16:creationId xmlns:a16="http://schemas.microsoft.com/office/drawing/2014/main" id="{2EDAF490-F555-B54A-7E4A-EE741FEF850B}"/>
                </a:ext>
              </a:extLst>
            </p:cNvPr>
            <p:cNvSpPr/>
            <p:nvPr/>
          </p:nvSpPr>
          <p:spPr bwMode="auto">
            <a:xfrm flipH="1" flipV="1">
              <a:off x="13909311" y="86734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7" name="Freeform 404">
              <a:extLst>
                <a:ext uri="{FF2B5EF4-FFF2-40B4-BE49-F238E27FC236}">
                  <a16:creationId xmlns:a16="http://schemas.microsoft.com/office/drawing/2014/main" id="{7D0CBF27-1B0E-A011-58A6-011D59666662}"/>
                </a:ext>
              </a:extLst>
            </p:cNvPr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8" name="Freeform 405">
              <a:extLst>
                <a:ext uri="{FF2B5EF4-FFF2-40B4-BE49-F238E27FC236}">
                  <a16:creationId xmlns:a16="http://schemas.microsoft.com/office/drawing/2014/main" id="{CCC1B482-965E-EB76-8A95-C04120BF0D46}"/>
                </a:ext>
              </a:extLst>
            </p:cNvPr>
            <p:cNvSpPr/>
            <p:nvPr/>
          </p:nvSpPr>
          <p:spPr bwMode="auto">
            <a:xfrm flipV="1">
              <a:off x="13906136" y="8671907"/>
              <a:ext cx="3175" cy="158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" name="Freeform 406">
              <a:extLst>
                <a:ext uri="{FF2B5EF4-FFF2-40B4-BE49-F238E27FC236}">
                  <a16:creationId xmlns:a16="http://schemas.microsoft.com/office/drawing/2014/main" id="{C5EF44BD-A32E-F83C-4B03-AE2BBDB2A327}"/>
                </a:ext>
              </a:extLst>
            </p:cNvPr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" name="Freeform 407">
              <a:extLst>
                <a:ext uri="{FF2B5EF4-FFF2-40B4-BE49-F238E27FC236}">
                  <a16:creationId xmlns:a16="http://schemas.microsoft.com/office/drawing/2014/main" id="{28BAB612-765B-7035-4B14-0E59DDFE750A}"/>
                </a:ext>
              </a:extLst>
            </p:cNvPr>
            <p:cNvSpPr/>
            <p:nvPr/>
          </p:nvSpPr>
          <p:spPr bwMode="auto">
            <a:xfrm flipV="1">
              <a:off x="13906136" y="8670319"/>
              <a:ext cx="1587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5" name="Freeform 412">
              <a:extLst>
                <a:ext uri="{FF2B5EF4-FFF2-40B4-BE49-F238E27FC236}">
                  <a16:creationId xmlns:a16="http://schemas.microsoft.com/office/drawing/2014/main" id="{19E9FB89-7A0A-EDBF-E998-6D06DC326CD9}"/>
                </a:ext>
              </a:extLst>
            </p:cNvPr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6" name="Freeform 413">
              <a:extLst>
                <a:ext uri="{FF2B5EF4-FFF2-40B4-BE49-F238E27FC236}">
                  <a16:creationId xmlns:a16="http://schemas.microsoft.com/office/drawing/2014/main" id="{9C472B39-2A8E-68AD-1D6D-2A2DCD01DF06}"/>
                </a:ext>
              </a:extLst>
            </p:cNvPr>
            <p:cNvSpPr/>
            <p:nvPr/>
          </p:nvSpPr>
          <p:spPr bwMode="auto">
            <a:xfrm flipV="1">
              <a:off x="13899786" y="8719532"/>
              <a:ext cx="11112" cy="312738"/>
            </a:xfrm>
            <a:custGeom>
              <a:avLst/>
              <a:gdLst>
                <a:gd name="T0" fmla="*/ 7 w 7"/>
                <a:gd name="T1" fmla="*/ 0 h 197"/>
                <a:gd name="T2" fmla="*/ 0 w 7"/>
                <a:gd name="T3" fmla="*/ 197 h 197"/>
                <a:gd name="T4" fmla="*/ 0 w 7"/>
                <a:gd name="T5" fmla="*/ 197 h 197"/>
                <a:gd name="T6" fmla="*/ 7 w 7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7">
                  <a:moveTo>
                    <a:pt x="7" y="0"/>
                  </a:moveTo>
                  <a:lnTo>
                    <a:pt x="0" y="197"/>
                  </a:lnTo>
                  <a:lnTo>
                    <a:pt x="0" y="197"/>
                  </a:lnTo>
                  <a:lnTo>
                    <a:pt x="7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7" name="Rectangle 414">
              <a:extLst>
                <a:ext uri="{FF2B5EF4-FFF2-40B4-BE49-F238E27FC236}">
                  <a16:creationId xmlns:a16="http://schemas.microsoft.com/office/drawing/2014/main" id="{C3BD293F-4D49-0E7E-8C6C-EFAAB4BBF44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8" name="Rectangle 415">
              <a:extLst>
                <a:ext uri="{FF2B5EF4-FFF2-40B4-BE49-F238E27FC236}">
                  <a16:creationId xmlns:a16="http://schemas.microsoft.com/office/drawing/2014/main" id="{0E72449C-ABC7-D633-2926-4BEA8EBCFF1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7179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7" name="Freeform 424">
              <a:extLst>
                <a:ext uri="{FF2B5EF4-FFF2-40B4-BE49-F238E27FC236}">
                  <a16:creationId xmlns:a16="http://schemas.microsoft.com/office/drawing/2014/main" id="{AE79CD83-13F5-F5BF-B7C6-2FA62831BDB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close/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8" name="Freeform 425">
              <a:extLst>
                <a:ext uri="{FF2B5EF4-FFF2-40B4-BE49-F238E27FC236}">
                  <a16:creationId xmlns:a16="http://schemas.microsoft.com/office/drawing/2014/main" id="{C794B006-6241-5A39-0A1B-3ABB2A98EA4F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72007"/>
              <a:ext cx="247650" cy="260350"/>
            </a:xfrm>
            <a:custGeom>
              <a:avLst/>
              <a:gdLst>
                <a:gd name="T0" fmla="*/ 156 w 156"/>
                <a:gd name="T1" fmla="*/ 6 h 164"/>
                <a:gd name="T2" fmla="*/ 4 w 156"/>
                <a:gd name="T3" fmla="*/ 164 h 164"/>
                <a:gd name="T4" fmla="*/ 156 w 156"/>
                <a:gd name="T5" fmla="*/ 6 h 164"/>
                <a:gd name="T6" fmla="*/ 124 w 156"/>
                <a:gd name="T7" fmla="*/ 79 h 164"/>
                <a:gd name="T8" fmla="*/ 156 w 156"/>
                <a:gd name="T9" fmla="*/ 6 h 164"/>
                <a:gd name="T10" fmla="*/ 156 w 156"/>
                <a:gd name="T11" fmla="*/ 0 h 164"/>
                <a:gd name="T12" fmla="*/ 156 w 156"/>
                <a:gd name="T13" fmla="*/ 0 h 164"/>
                <a:gd name="T14" fmla="*/ 0 w 156"/>
                <a:gd name="T15" fmla="*/ 162 h 164"/>
                <a:gd name="T16" fmla="*/ 156 w 156"/>
                <a:gd name="T1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164">
                  <a:moveTo>
                    <a:pt x="156" y="6"/>
                  </a:moveTo>
                  <a:lnTo>
                    <a:pt x="4" y="164"/>
                  </a:lnTo>
                  <a:lnTo>
                    <a:pt x="156" y="6"/>
                  </a:lnTo>
                  <a:lnTo>
                    <a:pt x="124" y="79"/>
                  </a:lnTo>
                  <a:lnTo>
                    <a:pt x="156" y="6"/>
                  </a:lnTo>
                  <a:moveTo>
                    <a:pt x="156" y="0"/>
                  </a:moveTo>
                  <a:lnTo>
                    <a:pt x="156" y="0"/>
                  </a:lnTo>
                  <a:lnTo>
                    <a:pt x="0" y="162"/>
                  </a:lnTo>
                  <a:lnTo>
                    <a:pt x="156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1" name="Freeform 428">
              <a:extLst>
                <a:ext uri="{FF2B5EF4-FFF2-40B4-BE49-F238E27FC236}">
                  <a16:creationId xmlns:a16="http://schemas.microsoft.com/office/drawing/2014/main" id="{7C367C92-C40A-0445-61A3-050BEB2D8700}"/>
                </a:ext>
              </a:extLst>
            </p:cNvPr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2" name="Freeform 429">
              <a:extLst>
                <a:ext uri="{FF2B5EF4-FFF2-40B4-BE49-F238E27FC236}">
                  <a16:creationId xmlns:a16="http://schemas.microsoft.com/office/drawing/2014/main" id="{7E4691ED-D146-DC92-3303-748FB929A698}"/>
                </a:ext>
              </a:extLst>
            </p:cNvPr>
            <p:cNvSpPr/>
            <p:nvPr/>
          </p:nvSpPr>
          <p:spPr bwMode="auto">
            <a:xfrm flipV="1">
              <a:off x="13818825" y="947359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9" name="Freeform 436">
              <a:extLst>
                <a:ext uri="{FF2B5EF4-FFF2-40B4-BE49-F238E27FC236}">
                  <a16:creationId xmlns:a16="http://schemas.microsoft.com/office/drawing/2014/main" id="{5EED3D96-3115-588F-4C0E-880894432609}"/>
                </a:ext>
              </a:extLst>
            </p:cNvPr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0" name="Freeform 437">
              <a:extLst>
                <a:ext uri="{FF2B5EF4-FFF2-40B4-BE49-F238E27FC236}">
                  <a16:creationId xmlns:a16="http://schemas.microsoft.com/office/drawing/2014/main" id="{4677D0C8-9BC4-CB60-9FC5-F532D0B6B11C}"/>
                </a:ext>
              </a:extLst>
            </p:cNvPr>
            <p:cNvSpPr/>
            <p:nvPr/>
          </p:nvSpPr>
          <p:spPr bwMode="auto">
            <a:xfrm flipV="1">
              <a:off x="13929950" y="9403744"/>
              <a:ext cx="3175" cy="4763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1 h 3"/>
                <a:gd name="T4" fmla="*/ 1 w 2"/>
                <a:gd name="T5" fmla="*/ 3 h 3"/>
                <a:gd name="T6" fmla="*/ 2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1" name="Freeform 438">
              <a:extLst>
                <a:ext uri="{FF2B5EF4-FFF2-40B4-BE49-F238E27FC236}">
                  <a16:creationId xmlns:a16="http://schemas.microsoft.com/office/drawing/2014/main" id="{AFD7BF1E-FC37-2B1E-B9C9-02D8793EB210}"/>
                </a:ext>
              </a:extLst>
            </p:cNvPr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2" name="Freeform 439">
              <a:extLst>
                <a:ext uri="{FF2B5EF4-FFF2-40B4-BE49-F238E27FC236}">
                  <a16:creationId xmlns:a16="http://schemas.microsoft.com/office/drawing/2014/main" id="{2E6B9BE2-FE0B-C478-E1F6-CFE024679BB7}"/>
                </a:ext>
              </a:extLst>
            </p:cNvPr>
            <p:cNvSpPr/>
            <p:nvPr/>
          </p:nvSpPr>
          <p:spPr bwMode="auto">
            <a:xfrm flipV="1">
              <a:off x="13810886" y="9468832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1 h 2"/>
                <a:gd name="T8" fmla="*/ 2 w 2"/>
                <a:gd name="T9" fmla="*/ 1 h 2"/>
                <a:gd name="T10" fmla="*/ 2 w 2"/>
                <a:gd name="T11" fmla="*/ 1 h 2"/>
                <a:gd name="T12" fmla="*/ 2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1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3" name="Freeform 440">
              <a:extLst>
                <a:ext uri="{FF2B5EF4-FFF2-40B4-BE49-F238E27FC236}">
                  <a16:creationId xmlns:a16="http://schemas.microsoft.com/office/drawing/2014/main" id="{66A7ED4F-F183-C1D9-CF3C-3EC710F8276D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4" name="Freeform 441">
              <a:extLst>
                <a:ext uri="{FF2B5EF4-FFF2-40B4-BE49-F238E27FC236}">
                  <a16:creationId xmlns:a16="http://schemas.microsoft.com/office/drawing/2014/main" id="{3E939775-71BF-2AB1-36F5-214A1D205595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5" name="Freeform 442">
              <a:extLst>
                <a:ext uri="{FF2B5EF4-FFF2-40B4-BE49-F238E27FC236}">
                  <a16:creationId xmlns:a16="http://schemas.microsoft.com/office/drawing/2014/main" id="{616554B3-CC59-3152-FFE7-4199615B37AD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6" name="Freeform 443">
              <a:extLst>
                <a:ext uri="{FF2B5EF4-FFF2-40B4-BE49-F238E27FC236}">
                  <a16:creationId xmlns:a16="http://schemas.microsoft.com/office/drawing/2014/main" id="{5E4DD204-90D4-2796-1F52-4E0BC1D4AED8}"/>
                </a:ext>
              </a:extLst>
            </p:cNvPr>
            <p:cNvSpPr/>
            <p:nvPr/>
          </p:nvSpPr>
          <p:spPr bwMode="auto">
            <a:xfrm flipV="1">
              <a:off x="13812475" y="9475182"/>
              <a:ext cx="4762" cy="1588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3 w 3"/>
                <a:gd name="T5" fmla="*/ 1 h 1"/>
                <a:gd name="T6" fmla="*/ 0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7" name="Freeform 444">
              <a:extLst>
                <a:ext uri="{FF2B5EF4-FFF2-40B4-BE49-F238E27FC236}">
                  <a16:creationId xmlns:a16="http://schemas.microsoft.com/office/drawing/2014/main" id="{82AF7129-B33E-C44E-5524-91AC8EC6A552}"/>
                </a:ext>
              </a:extLst>
            </p:cNvPr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8" name="Freeform 445">
              <a:extLst>
                <a:ext uri="{FF2B5EF4-FFF2-40B4-BE49-F238E27FC236}">
                  <a16:creationId xmlns:a16="http://schemas.microsoft.com/office/drawing/2014/main" id="{6B41180D-3953-1DF8-524E-D69A253531FA}"/>
                </a:ext>
              </a:extLst>
            </p:cNvPr>
            <p:cNvSpPr/>
            <p:nvPr/>
          </p:nvSpPr>
          <p:spPr bwMode="auto">
            <a:xfrm flipV="1">
              <a:off x="13812475" y="9472007"/>
              <a:ext cx="4762" cy="4763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3 h 3"/>
                <a:gd name="T4" fmla="*/ 3 w 3"/>
                <a:gd name="T5" fmla="*/ 1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1" y="3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9" name="Freeform 446">
              <a:extLst>
                <a:ext uri="{FF2B5EF4-FFF2-40B4-BE49-F238E27FC236}">
                  <a16:creationId xmlns:a16="http://schemas.microsoft.com/office/drawing/2014/main" id="{02130BCE-B9E3-2B97-89D7-01DC28AE9C85}"/>
                </a:ext>
              </a:extLst>
            </p:cNvPr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0" name="Freeform 447">
              <a:extLst>
                <a:ext uri="{FF2B5EF4-FFF2-40B4-BE49-F238E27FC236}">
                  <a16:creationId xmlns:a16="http://schemas.microsoft.com/office/drawing/2014/main" id="{1A6D3B2D-0D89-8394-7280-02DE26459D8E}"/>
                </a:ext>
              </a:extLst>
            </p:cNvPr>
            <p:cNvSpPr/>
            <p:nvPr/>
          </p:nvSpPr>
          <p:spPr bwMode="auto">
            <a:xfrm flipV="1">
              <a:off x="13823586" y="9410094"/>
              <a:ext cx="103187" cy="61913"/>
            </a:xfrm>
            <a:custGeom>
              <a:avLst/>
              <a:gdLst>
                <a:gd name="T0" fmla="*/ 0 w 65"/>
                <a:gd name="T1" fmla="*/ 0 h 39"/>
                <a:gd name="T2" fmla="*/ 0 w 65"/>
                <a:gd name="T3" fmla="*/ 0 h 39"/>
                <a:gd name="T4" fmla="*/ 65 w 65"/>
                <a:gd name="T5" fmla="*/ 39 h 39"/>
                <a:gd name="T6" fmla="*/ 65 w 65"/>
                <a:gd name="T7" fmla="*/ 39 h 39"/>
                <a:gd name="T8" fmla="*/ 0 w 6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9">
                  <a:moveTo>
                    <a:pt x="0" y="0"/>
                  </a:moveTo>
                  <a:lnTo>
                    <a:pt x="0" y="0"/>
                  </a:lnTo>
                  <a:lnTo>
                    <a:pt x="65" y="39"/>
                  </a:lnTo>
                  <a:lnTo>
                    <a:pt x="65" y="39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1" name="Rectangle 448">
              <a:extLst>
                <a:ext uri="{FF2B5EF4-FFF2-40B4-BE49-F238E27FC236}">
                  <a16:creationId xmlns:a16="http://schemas.microsoft.com/office/drawing/2014/main" id="{A4631E62-0A38-9559-655C-7EAD1475057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26775" y="94085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2" name="Freeform 449">
              <a:extLst>
                <a:ext uri="{FF2B5EF4-FFF2-40B4-BE49-F238E27FC236}">
                  <a16:creationId xmlns:a16="http://schemas.microsoft.com/office/drawing/2014/main" id="{863437CC-3563-0F27-822D-C86961A4A095}"/>
                </a:ext>
              </a:extLst>
            </p:cNvPr>
            <p:cNvSpPr/>
            <p:nvPr/>
          </p:nvSpPr>
          <p:spPr bwMode="auto">
            <a:xfrm flipH="1" flipV="1">
              <a:off x="13926775" y="941009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3" name="Freeform 450">
              <a:extLst>
                <a:ext uri="{FF2B5EF4-FFF2-40B4-BE49-F238E27FC236}">
                  <a16:creationId xmlns:a16="http://schemas.microsoft.com/office/drawing/2014/main" id="{12EBEFD1-8A2F-3B39-876E-7154FE101844}"/>
                </a:ext>
              </a:extLst>
            </p:cNvPr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4" name="Freeform 451">
              <a:extLst>
                <a:ext uri="{FF2B5EF4-FFF2-40B4-BE49-F238E27FC236}">
                  <a16:creationId xmlns:a16="http://schemas.microsoft.com/office/drawing/2014/main" id="{19BF2C22-F3E9-183F-E718-E300095EB574}"/>
                </a:ext>
              </a:extLst>
            </p:cNvPr>
            <p:cNvSpPr/>
            <p:nvPr/>
          </p:nvSpPr>
          <p:spPr bwMode="auto">
            <a:xfrm flipV="1">
              <a:off x="13822000" y="9403745"/>
              <a:ext cx="101600" cy="60325"/>
            </a:xfrm>
            <a:custGeom>
              <a:avLst/>
              <a:gdLst>
                <a:gd name="T0" fmla="*/ 0 w 64"/>
                <a:gd name="T1" fmla="*/ 0 h 38"/>
                <a:gd name="T2" fmla="*/ 0 w 64"/>
                <a:gd name="T3" fmla="*/ 0 h 38"/>
                <a:gd name="T4" fmla="*/ 64 w 64"/>
                <a:gd name="T5" fmla="*/ 38 h 38"/>
                <a:gd name="T6" fmla="*/ 64 w 64"/>
                <a:gd name="T7" fmla="*/ 38 h 38"/>
                <a:gd name="T8" fmla="*/ 0 w 6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8">
                  <a:moveTo>
                    <a:pt x="0" y="0"/>
                  </a:moveTo>
                  <a:lnTo>
                    <a:pt x="0" y="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5" name="Freeform 452">
              <a:extLst>
                <a:ext uri="{FF2B5EF4-FFF2-40B4-BE49-F238E27FC236}">
                  <a16:creationId xmlns:a16="http://schemas.microsoft.com/office/drawing/2014/main" id="{7FBD66FC-1CBE-FDD7-AC94-F03CEA989B9C}"/>
                </a:ext>
              </a:extLst>
            </p:cNvPr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6" name="Freeform 453">
              <a:extLst>
                <a:ext uri="{FF2B5EF4-FFF2-40B4-BE49-F238E27FC236}">
                  <a16:creationId xmlns:a16="http://schemas.microsoft.com/office/drawing/2014/main" id="{C4C6BDAA-AC6F-6DB3-304A-53302D52C4C7}"/>
                </a:ext>
              </a:extLst>
            </p:cNvPr>
            <p:cNvSpPr/>
            <p:nvPr/>
          </p:nvSpPr>
          <p:spPr bwMode="auto">
            <a:xfrm flipV="1">
              <a:off x="13814061" y="8684607"/>
              <a:ext cx="85725" cy="784225"/>
            </a:xfrm>
            <a:custGeom>
              <a:avLst/>
              <a:gdLst>
                <a:gd name="T0" fmla="*/ 0 w 54"/>
                <a:gd name="T1" fmla="*/ 0 h 494"/>
                <a:gd name="T2" fmla="*/ 51 w 54"/>
                <a:gd name="T3" fmla="*/ 490 h 494"/>
                <a:gd name="T4" fmla="*/ 53 w 54"/>
                <a:gd name="T5" fmla="*/ 494 h 494"/>
                <a:gd name="T6" fmla="*/ 54 w 54"/>
                <a:gd name="T7" fmla="*/ 472 h 494"/>
                <a:gd name="T8" fmla="*/ 5 w 54"/>
                <a:gd name="T9" fmla="*/ 3 h 494"/>
                <a:gd name="T10" fmla="*/ 5 w 54"/>
                <a:gd name="T11" fmla="*/ 3 h 494"/>
                <a:gd name="T12" fmla="*/ 1 w 54"/>
                <a:gd name="T13" fmla="*/ 1 h 494"/>
                <a:gd name="T14" fmla="*/ 0 w 54"/>
                <a:gd name="T1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492">
                  <a:moveTo>
                    <a:pt x="0" y="0"/>
                  </a:moveTo>
                  <a:lnTo>
                    <a:pt x="51" y="490"/>
                  </a:lnTo>
                  <a:lnTo>
                    <a:pt x="53" y="494"/>
                  </a:lnTo>
                  <a:lnTo>
                    <a:pt x="54" y="472"/>
                  </a:lnTo>
                  <a:lnTo>
                    <a:pt x="5" y="3"/>
                  </a:lnTo>
                  <a:lnTo>
                    <a:pt x="5" y="3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7" name="Freeform 454">
              <a:extLst>
                <a:ext uri="{FF2B5EF4-FFF2-40B4-BE49-F238E27FC236}">
                  <a16:creationId xmlns:a16="http://schemas.microsoft.com/office/drawing/2014/main" id="{836FE2B7-537F-40E3-1585-F6E2CBAC5D9D}"/>
                </a:ext>
              </a:extLst>
            </p:cNvPr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8" name="Freeform 455">
              <a:extLst>
                <a:ext uri="{FF2B5EF4-FFF2-40B4-BE49-F238E27FC236}">
                  <a16:creationId xmlns:a16="http://schemas.microsoft.com/office/drawing/2014/main" id="{9ED135B7-ED87-2A2F-FD9A-8FBAFCD82290}"/>
                </a:ext>
              </a:extLst>
            </p:cNvPr>
            <p:cNvSpPr/>
            <p:nvPr/>
          </p:nvSpPr>
          <p:spPr bwMode="auto">
            <a:xfrm flipV="1">
              <a:off x="13814061" y="9467244"/>
              <a:ext cx="1587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9" name="Freeform 456">
              <a:extLst>
                <a:ext uri="{FF2B5EF4-FFF2-40B4-BE49-F238E27FC236}">
                  <a16:creationId xmlns:a16="http://schemas.microsoft.com/office/drawing/2014/main" id="{7190CAC1-0841-9FFB-1C62-199AC96450CC}"/>
                </a:ext>
              </a:extLst>
            </p:cNvPr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0" name="Freeform 457">
              <a:extLst>
                <a:ext uri="{FF2B5EF4-FFF2-40B4-BE49-F238E27FC236}">
                  <a16:creationId xmlns:a16="http://schemas.microsoft.com/office/drawing/2014/main" id="{D3FE9F2C-370A-4769-B349-23E78CA91C05}"/>
                </a:ext>
              </a:extLst>
            </p:cNvPr>
            <p:cNvSpPr/>
            <p:nvPr/>
          </p:nvSpPr>
          <p:spPr bwMode="auto">
            <a:xfrm flipV="1">
              <a:off x="13895025" y="8671907"/>
              <a:ext cx="3175" cy="19050"/>
            </a:xfrm>
            <a:custGeom>
              <a:avLst/>
              <a:gdLst>
                <a:gd name="T0" fmla="*/ 0 w 2"/>
                <a:gd name="T1" fmla="*/ 0 h 12"/>
                <a:gd name="T2" fmla="*/ 2 w 2"/>
                <a:gd name="T3" fmla="*/ 12 h 12"/>
                <a:gd name="T4" fmla="*/ 2 w 2"/>
                <a:gd name="T5" fmla="*/ 12 h 12"/>
                <a:gd name="T6" fmla="*/ 2 w 2"/>
                <a:gd name="T7" fmla="*/ 4 h 12"/>
                <a:gd name="T8" fmla="*/ 0 w 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1" name="Rectangle 458">
              <a:extLst>
                <a:ext uri="{FF2B5EF4-FFF2-40B4-BE49-F238E27FC236}">
                  <a16:creationId xmlns:a16="http://schemas.microsoft.com/office/drawing/2014/main" id="{87058644-64F3-175F-A162-D10B1A7AABA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2" name="Rectangle 459">
              <a:extLst>
                <a:ext uri="{FF2B5EF4-FFF2-40B4-BE49-F238E27FC236}">
                  <a16:creationId xmlns:a16="http://schemas.microsoft.com/office/drawing/2014/main" id="{7D47A272-32D9-08EB-5F2F-583DFE4C215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3" name="Rectangle 460">
              <a:extLst>
                <a:ext uri="{FF2B5EF4-FFF2-40B4-BE49-F238E27FC236}">
                  <a16:creationId xmlns:a16="http://schemas.microsoft.com/office/drawing/2014/main" id="{245D03C8-5A89-6BC4-90A1-CBB521E3DDD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4" name="Rectangle 461">
              <a:extLst>
                <a:ext uri="{FF2B5EF4-FFF2-40B4-BE49-F238E27FC236}">
                  <a16:creationId xmlns:a16="http://schemas.microsoft.com/office/drawing/2014/main" id="{CF66A1AD-9F0E-D236-3E6B-A1A115ADBE2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5" name="Rectangle 462">
              <a:extLst>
                <a:ext uri="{FF2B5EF4-FFF2-40B4-BE49-F238E27FC236}">
                  <a16:creationId xmlns:a16="http://schemas.microsoft.com/office/drawing/2014/main" id="{088FD962-1EEF-16F6-3E4F-07999033DBA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6" name="Rectangle 463">
              <a:extLst>
                <a:ext uri="{FF2B5EF4-FFF2-40B4-BE49-F238E27FC236}">
                  <a16:creationId xmlns:a16="http://schemas.microsoft.com/office/drawing/2014/main" id="{9787EEDF-CD1A-5577-7716-503AD00CB91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7144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7" name="Freeform 464">
              <a:extLst>
                <a:ext uri="{FF2B5EF4-FFF2-40B4-BE49-F238E27FC236}">
                  <a16:creationId xmlns:a16="http://schemas.microsoft.com/office/drawing/2014/main" id="{4F8C4E3A-C115-B020-BB75-3D9A47CB23DA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8" name="Freeform 465">
              <a:extLst>
                <a:ext uri="{FF2B5EF4-FFF2-40B4-BE49-F238E27FC236}">
                  <a16:creationId xmlns:a16="http://schemas.microsoft.com/office/drawing/2014/main" id="{D8429B7E-CA09-7B7E-0280-A886485F69FF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10900" y="9032270"/>
              <a:ext cx="20637" cy="371475"/>
            </a:xfrm>
            <a:custGeom>
              <a:avLst/>
              <a:gdLst>
                <a:gd name="T0" fmla="*/ 13 w 13"/>
                <a:gd name="T1" fmla="*/ 2 h 234"/>
                <a:gd name="T2" fmla="*/ 6 w 13"/>
                <a:gd name="T3" fmla="*/ 208 h 234"/>
                <a:gd name="T4" fmla="*/ 13 w 13"/>
                <a:gd name="T5" fmla="*/ 2 h 234"/>
                <a:gd name="T6" fmla="*/ 13 w 13"/>
                <a:gd name="T7" fmla="*/ 2 h 234"/>
                <a:gd name="T8" fmla="*/ 8 w 13"/>
                <a:gd name="T9" fmla="*/ 0 h 234"/>
                <a:gd name="T10" fmla="*/ 0 w 13"/>
                <a:gd name="T11" fmla="*/ 234 h 234"/>
                <a:gd name="T12" fmla="*/ 8 w 13"/>
                <a:gd name="T13" fmla="*/ 0 h 234"/>
                <a:gd name="T14" fmla="*/ 8 w 13"/>
                <a:gd name="T1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34">
                  <a:moveTo>
                    <a:pt x="13" y="2"/>
                  </a:moveTo>
                  <a:lnTo>
                    <a:pt x="6" y="208"/>
                  </a:lnTo>
                  <a:lnTo>
                    <a:pt x="13" y="2"/>
                  </a:lnTo>
                  <a:lnTo>
                    <a:pt x="13" y="2"/>
                  </a:lnTo>
                  <a:moveTo>
                    <a:pt x="8" y="0"/>
                  </a:moveTo>
                  <a:lnTo>
                    <a:pt x="0" y="234"/>
                  </a:lnTo>
                  <a:lnTo>
                    <a:pt x="8" y="0"/>
                  </a:lnTo>
                  <a:lnTo>
                    <a:pt x="8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9" name="Freeform 466">
              <a:extLst>
                <a:ext uri="{FF2B5EF4-FFF2-40B4-BE49-F238E27FC236}">
                  <a16:creationId xmlns:a16="http://schemas.microsoft.com/office/drawing/2014/main" id="{1339184B-68C2-1195-F4D2-FCEC556C4B68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0" name="Freeform 467">
              <a:extLst>
                <a:ext uri="{FF2B5EF4-FFF2-40B4-BE49-F238E27FC236}">
                  <a16:creationId xmlns:a16="http://schemas.microsoft.com/office/drawing/2014/main" id="{27FD5893-A350-3A7A-792E-13F22A1711A5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5 w 5"/>
                <a:gd name="T1" fmla="*/ 2 h 2"/>
                <a:gd name="T2" fmla="*/ 5 w 5"/>
                <a:gd name="T3" fmla="*/ 2 h 2"/>
                <a:gd name="T4" fmla="*/ 5 w 5"/>
                <a:gd name="T5" fmla="*/ 2 h 2"/>
                <a:gd name="T6" fmla="*/ 5 w 5"/>
                <a:gd name="T7" fmla="*/ 2 h 2"/>
                <a:gd name="T8" fmla="*/ 5 w 5"/>
                <a:gd name="T9" fmla="*/ 2 h 2"/>
                <a:gd name="T10" fmla="*/ 0 w 5"/>
                <a:gd name="T11" fmla="*/ 0 h 2"/>
                <a:gd name="T12" fmla="*/ 0 w 5"/>
                <a:gd name="T13" fmla="*/ 0 h 2"/>
                <a:gd name="T14" fmla="*/ 1 w 5"/>
                <a:gd name="T15" fmla="*/ 0 h 2"/>
                <a:gd name="T16" fmla="*/ 0 w 5"/>
                <a:gd name="T17" fmla="*/ 0 h 2"/>
                <a:gd name="T18" fmla="*/ 0 w 5"/>
                <a:gd name="T19" fmla="*/ 0 h 2"/>
                <a:gd name="T20" fmla="*/ 1 w 5"/>
                <a:gd name="T21" fmla="*/ 0 h 2"/>
                <a:gd name="T22" fmla="*/ 0 w 5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1" name="Freeform 468">
              <a:extLst>
                <a:ext uri="{FF2B5EF4-FFF2-40B4-BE49-F238E27FC236}">
                  <a16:creationId xmlns:a16="http://schemas.microsoft.com/office/drawing/2014/main" id="{0E45076E-8A55-5AE9-6620-19B5551786C1}"/>
                </a:ext>
              </a:extLst>
            </p:cNvPr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2" name="Freeform 469">
              <a:extLst>
                <a:ext uri="{FF2B5EF4-FFF2-40B4-BE49-F238E27FC236}">
                  <a16:creationId xmlns:a16="http://schemas.microsoft.com/office/drawing/2014/main" id="{C4B0494E-8B27-B086-92EA-C8A6D037D7B9}"/>
                </a:ext>
              </a:extLst>
            </p:cNvPr>
            <p:cNvSpPr/>
            <p:nvPr/>
          </p:nvSpPr>
          <p:spPr bwMode="auto">
            <a:xfrm flipV="1">
              <a:off x="13899786" y="8683020"/>
              <a:ext cx="31750" cy="720725"/>
            </a:xfrm>
            <a:custGeom>
              <a:avLst/>
              <a:gdLst>
                <a:gd name="T0" fmla="*/ 15 w 20"/>
                <a:gd name="T1" fmla="*/ 0 h 454"/>
                <a:gd name="T2" fmla="*/ 7 w 20"/>
                <a:gd name="T3" fmla="*/ 234 h 454"/>
                <a:gd name="T4" fmla="*/ 0 w 20"/>
                <a:gd name="T5" fmla="*/ 431 h 454"/>
                <a:gd name="T6" fmla="*/ 3 w 20"/>
                <a:gd name="T7" fmla="*/ 454 h 454"/>
                <a:gd name="T8" fmla="*/ 4 w 20"/>
                <a:gd name="T9" fmla="*/ 452 h 454"/>
                <a:gd name="T10" fmla="*/ 13 w 20"/>
                <a:gd name="T11" fmla="*/ 208 h 454"/>
                <a:gd name="T12" fmla="*/ 20 w 20"/>
                <a:gd name="T13" fmla="*/ 2 h 454"/>
                <a:gd name="T14" fmla="*/ 19 w 20"/>
                <a:gd name="T15" fmla="*/ 2 h 454"/>
                <a:gd name="T16" fmla="*/ 19 w 20"/>
                <a:gd name="T17" fmla="*/ 2 h 454"/>
                <a:gd name="T18" fmla="*/ 17 w 20"/>
                <a:gd name="T19" fmla="*/ 1 h 454"/>
                <a:gd name="T20" fmla="*/ 15 w 20"/>
                <a:gd name="T21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52">
                  <a:moveTo>
                    <a:pt x="15" y="0"/>
                  </a:moveTo>
                  <a:lnTo>
                    <a:pt x="7" y="234"/>
                  </a:lnTo>
                  <a:lnTo>
                    <a:pt x="0" y="431"/>
                  </a:lnTo>
                  <a:lnTo>
                    <a:pt x="3" y="454"/>
                  </a:lnTo>
                  <a:lnTo>
                    <a:pt x="4" y="452"/>
                  </a:lnTo>
                  <a:lnTo>
                    <a:pt x="13" y="208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1"/>
                  </a:lnTo>
                  <a:lnTo>
                    <a:pt x="1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3" name="Freeform 470">
              <a:extLst>
                <a:ext uri="{FF2B5EF4-FFF2-40B4-BE49-F238E27FC236}">
                  <a16:creationId xmlns:a16="http://schemas.microsoft.com/office/drawing/2014/main" id="{6ECE948E-0A8F-9B27-D42A-721D6DDDC923}"/>
                </a:ext>
              </a:extLst>
            </p:cNvPr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4" name="Freeform 471">
              <a:extLst>
                <a:ext uri="{FF2B5EF4-FFF2-40B4-BE49-F238E27FC236}">
                  <a16:creationId xmlns:a16="http://schemas.microsoft.com/office/drawing/2014/main" id="{B78BCD11-9678-0C24-D696-198184E2BD5D}"/>
                </a:ext>
              </a:extLst>
            </p:cNvPr>
            <p:cNvSpPr/>
            <p:nvPr/>
          </p:nvSpPr>
          <p:spPr bwMode="auto">
            <a:xfrm flipV="1">
              <a:off x="13904550" y="8673495"/>
              <a:ext cx="1587" cy="12700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2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8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5" name="Rectangle 472">
              <a:extLst>
                <a:ext uri="{FF2B5EF4-FFF2-40B4-BE49-F238E27FC236}">
                  <a16:creationId xmlns:a16="http://schemas.microsoft.com/office/drawing/2014/main" id="{465E1E66-B069-3C9E-D37D-47959FCDE7E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6" name="Rectangle 473">
              <a:extLst>
                <a:ext uri="{FF2B5EF4-FFF2-40B4-BE49-F238E27FC236}">
                  <a16:creationId xmlns:a16="http://schemas.microsoft.com/office/drawing/2014/main" id="{72535069-2A79-F114-9858-2D9A79D56D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1907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7" name="Rectangle 474">
              <a:extLst>
                <a:ext uri="{FF2B5EF4-FFF2-40B4-BE49-F238E27FC236}">
                  <a16:creationId xmlns:a16="http://schemas.microsoft.com/office/drawing/2014/main" id="{19B32612-D0CE-BF61-9EB5-0043BE7CD51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8" name="Rectangle 475">
              <a:extLst>
                <a:ext uri="{FF2B5EF4-FFF2-40B4-BE49-F238E27FC236}">
                  <a16:creationId xmlns:a16="http://schemas.microsoft.com/office/drawing/2014/main" id="{85EE18D3-1673-5790-2B60-F70CB057453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9" name="Freeform 476">
              <a:extLst>
                <a:ext uri="{FF2B5EF4-FFF2-40B4-BE49-F238E27FC236}">
                  <a16:creationId xmlns:a16="http://schemas.microsoft.com/office/drawing/2014/main" id="{09F21EC2-3EED-3C4C-9B1C-97B2916C324C}"/>
                </a:ext>
              </a:extLst>
            </p:cNvPr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0" name="Freeform 477">
              <a:extLst>
                <a:ext uri="{FF2B5EF4-FFF2-40B4-BE49-F238E27FC236}">
                  <a16:creationId xmlns:a16="http://schemas.microsoft.com/office/drawing/2014/main" id="{A238BFE8-4300-C36A-736C-ACE61164C184}"/>
                </a:ext>
              </a:extLst>
            </p:cNvPr>
            <p:cNvSpPr/>
            <p:nvPr/>
          </p:nvSpPr>
          <p:spPr bwMode="auto">
            <a:xfrm flipV="1">
              <a:off x="13898200" y="8676669"/>
              <a:ext cx="6350" cy="42863"/>
            </a:xfrm>
            <a:custGeom>
              <a:avLst/>
              <a:gdLst>
                <a:gd name="T0" fmla="*/ 1 w 4"/>
                <a:gd name="T1" fmla="*/ 0 h 27"/>
                <a:gd name="T2" fmla="*/ 1 w 4"/>
                <a:gd name="T3" fmla="*/ 0 h 27"/>
                <a:gd name="T4" fmla="*/ 1 w 4"/>
                <a:gd name="T5" fmla="*/ 0 h 27"/>
                <a:gd name="T6" fmla="*/ 0 w 4"/>
                <a:gd name="T7" fmla="*/ 22 h 27"/>
                <a:gd name="T8" fmla="*/ 3 w 4"/>
                <a:gd name="T9" fmla="*/ 27 h 27"/>
                <a:gd name="T10" fmla="*/ 4 w 4"/>
                <a:gd name="T11" fmla="*/ 23 h 27"/>
                <a:gd name="T12" fmla="*/ 1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22"/>
                  </a:lnTo>
                  <a:lnTo>
                    <a:pt x="3" y="27"/>
                  </a:lnTo>
                  <a:lnTo>
                    <a:pt x="4" y="2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1" name="Freeform 478">
              <a:extLst>
                <a:ext uri="{FF2B5EF4-FFF2-40B4-BE49-F238E27FC236}">
                  <a16:creationId xmlns:a16="http://schemas.microsoft.com/office/drawing/2014/main" id="{DAAC2694-7EE0-5764-7F22-DE16A23C9656}"/>
                </a:ext>
              </a:extLst>
            </p:cNvPr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2" name="Freeform 479">
              <a:extLst>
                <a:ext uri="{FF2B5EF4-FFF2-40B4-BE49-F238E27FC236}">
                  <a16:creationId xmlns:a16="http://schemas.microsoft.com/office/drawing/2014/main" id="{2AE35EC3-0759-59BE-FEC7-4AB5352647F8}"/>
                </a:ext>
              </a:extLst>
            </p:cNvPr>
            <p:cNvSpPr/>
            <p:nvPr/>
          </p:nvSpPr>
          <p:spPr bwMode="auto">
            <a:xfrm flipV="1">
              <a:off x="13902961" y="8671907"/>
              <a:ext cx="1587" cy="11113"/>
            </a:xfrm>
            <a:custGeom>
              <a:avLst/>
              <a:gdLst>
                <a:gd name="T0" fmla="*/ 1 w 1"/>
                <a:gd name="T1" fmla="*/ 0 h 7"/>
                <a:gd name="T2" fmla="*/ 0 w 1"/>
                <a:gd name="T3" fmla="*/ 4 h 7"/>
                <a:gd name="T4" fmla="*/ 1 w 1"/>
                <a:gd name="T5" fmla="*/ 7 h 7"/>
                <a:gd name="T6" fmla="*/ 1 w 1"/>
                <a:gd name="T7" fmla="*/ 6 h 7"/>
                <a:gd name="T8" fmla="*/ 1 w 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4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3" name="Freeform 480">
              <a:extLst>
                <a:ext uri="{FF2B5EF4-FFF2-40B4-BE49-F238E27FC236}">
                  <a16:creationId xmlns:a16="http://schemas.microsoft.com/office/drawing/2014/main" id="{FB1C4C77-FF02-7B0F-54FA-8529524E2693}"/>
                </a:ext>
              </a:extLst>
            </p:cNvPr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4" name="Freeform 481">
              <a:extLst>
                <a:ext uri="{FF2B5EF4-FFF2-40B4-BE49-F238E27FC236}">
                  <a16:creationId xmlns:a16="http://schemas.microsoft.com/office/drawing/2014/main" id="{D54E7B18-19C1-3D77-73BB-7910BC6E9FEC}"/>
                </a:ext>
              </a:extLst>
            </p:cNvPr>
            <p:cNvSpPr/>
            <p:nvPr/>
          </p:nvSpPr>
          <p:spPr bwMode="auto">
            <a:xfrm flipH="1" flipV="1">
              <a:off x="13904550" y="8671907"/>
              <a:ext cx="0" cy="158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5" name="Rectangle 482">
              <a:extLst>
                <a:ext uri="{FF2B5EF4-FFF2-40B4-BE49-F238E27FC236}">
                  <a16:creationId xmlns:a16="http://schemas.microsoft.com/office/drawing/2014/main" id="{28C1DFA3-8648-1616-1F16-42927CC8F45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6" name="Rectangle 483">
              <a:extLst>
                <a:ext uri="{FF2B5EF4-FFF2-40B4-BE49-F238E27FC236}">
                  <a16:creationId xmlns:a16="http://schemas.microsoft.com/office/drawing/2014/main" id="{AEFD2BB3-EBE0-5A4D-8DE8-61F8F4F547D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455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7" name="Freeform 484">
              <a:extLst>
                <a:ext uri="{FF2B5EF4-FFF2-40B4-BE49-F238E27FC236}">
                  <a16:creationId xmlns:a16="http://schemas.microsoft.com/office/drawing/2014/main" id="{CABF8266-DA42-0942-8FA9-E1645DC5E93B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8" name="Freeform 485">
              <a:extLst>
                <a:ext uri="{FF2B5EF4-FFF2-40B4-BE49-F238E27FC236}">
                  <a16:creationId xmlns:a16="http://schemas.microsoft.com/office/drawing/2014/main" id="{90173D0D-591F-1148-D9D4-49CE005CB19D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4762" cy="12700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8 h 8"/>
                <a:gd name="T4" fmla="*/ 0 w 3"/>
                <a:gd name="T5" fmla="*/ 8 h 8"/>
                <a:gd name="T6" fmla="*/ 1 w 3"/>
                <a:gd name="T7" fmla="*/ 7 h 8"/>
                <a:gd name="T8" fmla="*/ 1 w 3"/>
                <a:gd name="T9" fmla="*/ 7 h 8"/>
                <a:gd name="T10" fmla="*/ 3 w 3"/>
                <a:gd name="T11" fmla="*/ 5 h 8"/>
                <a:gd name="T12" fmla="*/ 0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3" y="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9" name="Rectangle 486">
              <a:extLst>
                <a:ext uri="{FF2B5EF4-FFF2-40B4-BE49-F238E27FC236}">
                  <a16:creationId xmlns:a16="http://schemas.microsoft.com/office/drawing/2014/main" id="{7FA5A473-BED8-699C-FE6D-483CDDF0E2B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0" name="Rectangle 487">
              <a:extLst>
                <a:ext uri="{FF2B5EF4-FFF2-40B4-BE49-F238E27FC236}">
                  <a16:creationId xmlns:a16="http://schemas.microsoft.com/office/drawing/2014/main" id="{0CB70DFA-8383-CB41-9E20-D6C38EEC96B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1" name="Rectangle 488">
              <a:extLst>
                <a:ext uri="{FF2B5EF4-FFF2-40B4-BE49-F238E27FC236}">
                  <a16:creationId xmlns:a16="http://schemas.microsoft.com/office/drawing/2014/main" id="{B4AD0C09-980E-19A5-555D-E3B65B13765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2" name="Rectangle 489">
              <a:extLst>
                <a:ext uri="{FF2B5EF4-FFF2-40B4-BE49-F238E27FC236}">
                  <a16:creationId xmlns:a16="http://schemas.microsoft.com/office/drawing/2014/main" id="{BDAD6E22-F4BF-F9C4-3F65-68AE534DC01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8732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3" name="Freeform 490">
              <a:extLst>
                <a:ext uri="{FF2B5EF4-FFF2-40B4-BE49-F238E27FC236}">
                  <a16:creationId xmlns:a16="http://schemas.microsoft.com/office/drawing/2014/main" id="{C9A6EDB9-69B8-34DF-591D-50A79411ECBA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4" name="Freeform 491">
              <a:extLst>
                <a:ext uri="{FF2B5EF4-FFF2-40B4-BE49-F238E27FC236}">
                  <a16:creationId xmlns:a16="http://schemas.microsoft.com/office/drawing/2014/main" id="{F09CB56B-8831-7475-7B21-D3316CFE6AE9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4762" cy="4763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3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5" name="Rectangle 492">
              <a:extLst>
                <a:ext uri="{FF2B5EF4-FFF2-40B4-BE49-F238E27FC236}">
                  <a16:creationId xmlns:a16="http://schemas.microsoft.com/office/drawing/2014/main" id="{BF015CDE-BF66-2A42-26DC-19D2B2A1257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6" name="Rectangle 493">
              <a:extLst>
                <a:ext uri="{FF2B5EF4-FFF2-40B4-BE49-F238E27FC236}">
                  <a16:creationId xmlns:a16="http://schemas.microsoft.com/office/drawing/2014/main" id="{8342E475-4841-D585-8443-6C8A86A6B78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70319"/>
              <a:ext cx="1587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7" name="Freeform 494">
              <a:extLst>
                <a:ext uri="{FF2B5EF4-FFF2-40B4-BE49-F238E27FC236}">
                  <a16:creationId xmlns:a16="http://schemas.microsoft.com/office/drawing/2014/main" id="{E5098921-2053-EDB1-7C1B-50D526B267A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8" name="Freeform 495">
              <a:extLst>
                <a:ext uri="{FF2B5EF4-FFF2-40B4-BE49-F238E27FC236}">
                  <a16:creationId xmlns:a16="http://schemas.microsoft.com/office/drawing/2014/main" id="{AF536B40-BC18-3B75-2131-47CFAB6E2EAE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8732"/>
              <a:ext cx="6350" cy="3175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4 w 4"/>
                <a:gd name="T9" fmla="*/ 0 h 2"/>
                <a:gd name="T10" fmla="*/ 3 w 4"/>
                <a:gd name="T11" fmla="*/ 0 h 2"/>
                <a:gd name="T12" fmla="*/ 4 w 4"/>
                <a:gd name="T13" fmla="*/ 1 h 2"/>
                <a:gd name="T14" fmla="*/ 4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moveTo>
                    <a:pt x="4" y="0"/>
                  </a:moveTo>
                  <a:lnTo>
                    <a:pt x="3" y="0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9" name="Freeform 496">
              <a:extLst>
                <a:ext uri="{FF2B5EF4-FFF2-40B4-BE49-F238E27FC236}">
                  <a16:creationId xmlns:a16="http://schemas.microsoft.com/office/drawing/2014/main" id="{C9FA44AF-303D-1717-A3E0-740BDDDD2A1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0" name="Freeform 497">
              <a:extLst>
                <a:ext uri="{FF2B5EF4-FFF2-40B4-BE49-F238E27FC236}">
                  <a16:creationId xmlns:a16="http://schemas.microsoft.com/office/drawing/2014/main" id="{DEAF473C-20B3-BEAF-0625-2B836851E72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0570"/>
              <a:ext cx="7937" cy="3175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2 w 5"/>
                <a:gd name="T5" fmla="*/ 1 h 2"/>
                <a:gd name="T6" fmla="*/ 1 w 5"/>
                <a:gd name="T7" fmla="*/ 0 h 2"/>
                <a:gd name="T8" fmla="*/ 5 w 5"/>
                <a:gd name="T9" fmla="*/ 0 h 2"/>
                <a:gd name="T10" fmla="*/ 4 w 5"/>
                <a:gd name="T11" fmla="*/ 2 h 2"/>
                <a:gd name="T12" fmla="*/ 5 w 5"/>
                <a:gd name="T13" fmla="*/ 2 h 2"/>
                <a:gd name="T14" fmla="*/ 5 w 5"/>
                <a:gd name="T15" fmla="*/ 2 h 2"/>
                <a:gd name="T16" fmla="*/ 5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1" y="0"/>
                  </a:lnTo>
                  <a:moveTo>
                    <a:pt x="5" y="0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1" name="Freeform 498">
              <a:extLst>
                <a:ext uri="{FF2B5EF4-FFF2-40B4-BE49-F238E27FC236}">
                  <a16:creationId xmlns:a16="http://schemas.microsoft.com/office/drawing/2014/main" id="{E11A4462-EC40-79A3-4FD4-41ECFB72A99A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2" name="Freeform 499">
              <a:extLst>
                <a:ext uri="{FF2B5EF4-FFF2-40B4-BE49-F238E27FC236}">
                  <a16:creationId xmlns:a16="http://schemas.microsoft.com/office/drawing/2014/main" id="{BB8C7250-5EC8-8390-825F-C3BD7BD4E18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7236" y="9403744"/>
              <a:ext cx="109537" cy="71438"/>
            </a:xfrm>
            <a:custGeom>
              <a:avLst/>
              <a:gdLst>
                <a:gd name="T0" fmla="*/ 4 w 69"/>
                <a:gd name="T1" fmla="*/ 2 h 45"/>
                <a:gd name="T2" fmla="*/ 2 w 69"/>
                <a:gd name="T3" fmla="*/ 3 h 45"/>
                <a:gd name="T4" fmla="*/ 3 w 69"/>
                <a:gd name="T5" fmla="*/ 7 h 45"/>
                <a:gd name="T6" fmla="*/ 67 w 69"/>
                <a:gd name="T7" fmla="*/ 45 h 45"/>
                <a:gd name="T8" fmla="*/ 68 w 69"/>
                <a:gd name="T9" fmla="*/ 44 h 45"/>
                <a:gd name="T10" fmla="*/ 68 w 69"/>
                <a:gd name="T11" fmla="*/ 41 h 45"/>
                <a:gd name="T12" fmla="*/ 69 w 69"/>
                <a:gd name="T13" fmla="*/ 41 h 45"/>
                <a:gd name="T14" fmla="*/ 69 w 69"/>
                <a:gd name="T15" fmla="*/ 41 h 45"/>
                <a:gd name="T16" fmla="*/ 4 w 69"/>
                <a:gd name="T17" fmla="*/ 2 h 45"/>
                <a:gd name="T18" fmla="*/ 0 w 69"/>
                <a:gd name="T19" fmla="*/ 0 h 45"/>
                <a:gd name="T20" fmla="*/ 0 w 69"/>
                <a:gd name="T21" fmla="*/ 0 h 45"/>
                <a:gd name="T22" fmla="*/ 0 w 69"/>
                <a:gd name="T2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45">
                  <a:moveTo>
                    <a:pt x="4" y="2"/>
                  </a:moveTo>
                  <a:lnTo>
                    <a:pt x="2" y="3"/>
                  </a:lnTo>
                  <a:lnTo>
                    <a:pt x="3" y="7"/>
                  </a:lnTo>
                  <a:lnTo>
                    <a:pt x="67" y="45"/>
                  </a:lnTo>
                  <a:lnTo>
                    <a:pt x="68" y="44"/>
                  </a:lnTo>
                  <a:lnTo>
                    <a:pt x="68" y="41"/>
                  </a:lnTo>
                  <a:lnTo>
                    <a:pt x="69" y="41"/>
                  </a:lnTo>
                  <a:lnTo>
                    <a:pt x="69" y="41"/>
                  </a:lnTo>
                  <a:lnTo>
                    <a:pt x="4" y="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3" name="Freeform 500">
              <a:extLst>
                <a:ext uri="{FF2B5EF4-FFF2-40B4-BE49-F238E27FC236}">
                  <a16:creationId xmlns:a16="http://schemas.microsoft.com/office/drawing/2014/main" id="{FDB71E7D-60FF-FC52-0D94-A9412DC08D0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4" name="Freeform 501">
              <a:extLst>
                <a:ext uri="{FF2B5EF4-FFF2-40B4-BE49-F238E27FC236}">
                  <a16:creationId xmlns:a16="http://schemas.microsoft.com/office/drawing/2014/main" id="{681D40F3-BBC3-DC8D-9760-D3610209221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70419"/>
              <a:ext cx="9525" cy="4763"/>
            </a:xfrm>
            <a:custGeom>
              <a:avLst/>
              <a:gdLst>
                <a:gd name="T0" fmla="*/ 4 w 6"/>
                <a:gd name="T1" fmla="*/ 1 h 3"/>
                <a:gd name="T2" fmla="*/ 4 w 6"/>
                <a:gd name="T3" fmla="*/ 3 h 3"/>
                <a:gd name="T4" fmla="*/ 6 w 6"/>
                <a:gd name="T5" fmla="*/ 2 h 3"/>
                <a:gd name="T6" fmla="*/ 4 w 6"/>
                <a:gd name="T7" fmla="*/ 1 h 3"/>
                <a:gd name="T8" fmla="*/ 2 w 6"/>
                <a:gd name="T9" fmla="*/ 0 h 3"/>
                <a:gd name="T10" fmla="*/ 2 w 6"/>
                <a:gd name="T11" fmla="*/ 0 h 3"/>
                <a:gd name="T12" fmla="*/ 3 w 6"/>
                <a:gd name="T13" fmla="*/ 0 h 3"/>
                <a:gd name="T14" fmla="*/ 2 w 6"/>
                <a:gd name="T15" fmla="*/ 3 h 3"/>
                <a:gd name="T16" fmla="*/ 0 w 6"/>
                <a:gd name="T17" fmla="*/ 3 h 3"/>
                <a:gd name="T18" fmla="*/ 2 w 6"/>
                <a:gd name="T19" fmla="*/ 3 h 3"/>
                <a:gd name="T20" fmla="*/ 3 w 6"/>
                <a:gd name="T21" fmla="*/ 0 h 3"/>
                <a:gd name="T22" fmla="*/ 3 w 6"/>
                <a:gd name="T23" fmla="*/ 0 h 3"/>
                <a:gd name="T24" fmla="*/ 2 w 6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lnTo>
                    <a:pt x="4" y="3"/>
                  </a:lnTo>
                  <a:lnTo>
                    <a:pt x="6" y="2"/>
                  </a:lnTo>
                  <a:lnTo>
                    <a:pt x="4" y="1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5" name="Freeform 502">
              <a:extLst>
                <a:ext uri="{FF2B5EF4-FFF2-40B4-BE49-F238E27FC236}">
                  <a16:creationId xmlns:a16="http://schemas.microsoft.com/office/drawing/2014/main" id="{CAFC3F82-B276-6180-293A-12B2B61246AE}"/>
                </a:ext>
              </a:extLst>
            </p:cNvPr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6" name="Freeform 503">
              <a:extLst>
                <a:ext uri="{FF2B5EF4-FFF2-40B4-BE49-F238E27FC236}">
                  <a16:creationId xmlns:a16="http://schemas.microsoft.com/office/drawing/2014/main" id="{5A8E0F66-20B7-99E5-0877-B2B2B8FD0A93}"/>
                </a:ext>
              </a:extLst>
            </p:cNvPr>
            <p:cNvSpPr/>
            <p:nvPr/>
          </p:nvSpPr>
          <p:spPr bwMode="auto">
            <a:xfrm flipV="1">
              <a:off x="13815650" y="9464070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1 h 4"/>
                <a:gd name="T4" fmla="*/ 2 w 4"/>
                <a:gd name="T5" fmla="*/ 2 h 4"/>
                <a:gd name="T6" fmla="*/ 0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7" name="Freeform 504">
              <a:extLst>
                <a:ext uri="{FF2B5EF4-FFF2-40B4-BE49-F238E27FC236}">
                  <a16:creationId xmlns:a16="http://schemas.microsoft.com/office/drawing/2014/main" id="{9EFC0ADF-BE05-1736-EE21-9F0E45920C1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8" name="Freeform 505">
              <a:extLst>
                <a:ext uri="{FF2B5EF4-FFF2-40B4-BE49-F238E27FC236}">
                  <a16:creationId xmlns:a16="http://schemas.microsoft.com/office/drawing/2014/main" id="{15DD0D7B-DCA0-ADEF-F0AF-9A47FFFE0BE8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14061" y="9467244"/>
              <a:ext cx="6350" cy="7938"/>
            </a:xfrm>
            <a:custGeom>
              <a:avLst/>
              <a:gdLst>
                <a:gd name="T0" fmla="*/ 3 w 4"/>
                <a:gd name="T1" fmla="*/ 0 h 5"/>
                <a:gd name="T2" fmla="*/ 2 w 4"/>
                <a:gd name="T3" fmla="*/ 3 h 5"/>
                <a:gd name="T4" fmla="*/ 0 w 4"/>
                <a:gd name="T5" fmla="*/ 3 h 5"/>
                <a:gd name="T6" fmla="*/ 0 w 4"/>
                <a:gd name="T7" fmla="*/ 4 h 5"/>
                <a:gd name="T8" fmla="*/ 1 w 4"/>
                <a:gd name="T9" fmla="*/ 5 h 5"/>
                <a:gd name="T10" fmla="*/ 3 w 4"/>
                <a:gd name="T11" fmla="*/ 5 h 5"/>
                <a:gd name="T12" fmla="*/ 4 w 4"/>
                <a:gd name="T13" fmla="*/ 4 h 5"/>
                <a:gd name="T14" fmla="*/ 4 w 4"/>
                <a:gd name="T15" fmla="*/ 3 h 5"/>
                <a:gd name="T16" fmla="*/ 4 w 4"/>
                <a:gd name="T17" fmla="*/ 1 h 5"/>
                <a:gd name="T18" fmla="*/ 3 w 4"/>
                <a:gd name="T19" fmla="*/ 0 h 5"/>
                <a:gd name="T20" fmla="*/ 3 w 4"/>
                <a:gd name="T21" fmla="*/ 0 h 5"/>
                <a:gd name="T22" fmla="*/ 2 w 4"/>
                <a:gd name="T23" fmla="*/ 0 h 5"/>
                <a:gd name="T24" fmla="*/ 0 w 4"/>
                <a:gd name="T25" fmla="*/ 2 h 5"/>
                <a:gd name="T26" fmla="*/ 0 w 4"/>
                <a:gd name="T27" fmla="*/ 3 h 5"/>
                <a:gd name="T28" fmla="*/ 2 w 4"/>
                <a:gd name="T29" fmla="*/ 3 h 5"/>
                <a:gd name="T30" fmla="*/ 3 w 4"/>
                <a:gd name="T31" fmla="*/ 0 h 5"/>
                <a:gd name="T32" fmla="*/ 2 w 4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9" name="Freeform 506">
              <a:extLst>
                <a:ext uri="{FF2B5EF4-FFF2-40B4-BE49-F238E27FC236}">
                  <a16:creationId xmlns:a16="http://schemas.microsoft.com/office/drawing/2014/main" id="{B297BE5E-3BE7-C429-ECC5-2458C22E4DF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0" name="Freeform 507">
              <a:extLst>
                <a:ext uri="{FF2B5EF4-FFF2-40B4-BE49-F238E27FC236}">
                  <a16:creationId xmlns:a16="http://schemas.microsoft.com/office/drawing/2014/main" id="{4E7655D4-E286-A53D-3280-23006BEF4095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3600" y="9403745"/>
              <a:ext cx="6350" cy="6350"/>
            </a:xfrm>
            <a:custGeom>
              <a:avLst/>
              <a:gdLst>
                <a:gd name="T0" fmla="*/ 1 w 4"/>
                <a:gd name="T1" fmla="*/ 3 h 4"/>
                <a:gd name="T2" fmla="*/ 0 w 4"/>
                <a:gd name="T3" fmla="*/ 4 h 4"/>
                <a:gd name="T4" fmla="*/ 1 w 4"/>
                <a:gd name="T5" fmla="*/ 4 h 4"/>
                <a:gd name="T6" fmla="*/ 1 w 4"/>
                <a:gd name="T7" fmla="*/ 3 h 4"/>
                <a:gd name="T8" fmla="*/ 2 w 4"/>
                <a:gd name="T9" fmla="*/ 0 h 4"/>
                <a:gd name="T10" fmla="*/ 2 w 4"/>
                <a:gd name="T11" fmla="*/ 0 h 4"/>
                <a:gd name="T12" fmla="*/ 4 w 4"/>
                <a:gd name="T13" fmla="*/ 1 h 4"/>
                <a:gd name="T14" fmla="*/ 2 w 4"/>
                <a:gd name="T15" fmla="*/ 0 h 4"/>
                <a:gd name="T16" fmla="*/ 2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3"/>
                  </a:lnTo>
                  <a:moveTo>
                    <a:pt x="2" y="0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1" name="Freeform 508">
              <a:extLst>
                <a:ext uri="{FF2B5EF4-FFF2-40B4-BE49-F238E27FC236}">
                  <a16:creationId xmlns:a16="http://schemas.microsoft.com/office/drawing/2014/main" id="{EB916ACA-3C7B-3375-E3FE-034B2C09898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close/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2" name="Freeform 509">
              <a:extLst>
                <a:ext uri="{FF2B5EF4-FFF2-40B4-BE49-F238E27FC236}">
                  <a16:creationId xmlns:a16="http://schemas.microsoft.com/office/drawing/2014/main" id="{4A8A14E2-8E1F-1E73-9659-C4FE74BA841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925186" y="9400570"/>
              <a:ext cx="4762" cy="9525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6 h 6"/>
                <a:gd name="T4" fmla="*/ 3 w 3"/>
                <a:gd name="T5" fmla="*/ 6 h 6"/>
                <a:gd name="T6" fmla="*/ 1 w 3"/>
                <a:gd name="T7" fmla="*/ 5 h 6"/>
                <a:gd name="T8" fmla="*/ 0 w 3"/>
                <a:gd name="T9" fmla="*/ 0 h 6"/>
                <a:gd name="T10" fmla="*/ 0 w 3"/>
                <a:gd name="T11" fmla="*/ 3 h 6"/>
                <a:gd name="T12" fmla="*/ 1 w 3"/>
                <a:gd name="T13" fmla="*/ 0 h 6"/>
                <a:gd name="T14" fmla="*/ 0 w 3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1" y="5"/>
                  </a:lnTo>
                  <a:moveTo>
                    <a:pt x="0" y="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3" name="Freeform 510">
              <a:extLst>
                <a:ext uri="{FF2B5EF4-FFF2-40B4-BE49-F238E27FC236}">
                  <a16:creationId xmlns:a16="http://schemas.microsoft.com/office/drawing/2014/main" id="{CFF61217-62F4-8FE7-C8FC-B410A09EB34F}"/>
                </a:ext>
              </a:extLst>
            </p:cNvPr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4" name="Freeform 511">
              <a:extLst>
                <a:ext uri="{FF2B5EF4-FFF2-40B4-BE49-F238E27FC236}">
                  <a16:creationId xmlns:a16="http://schemas.microsoft.com/office/drawing/2014/main" id="{CF82FDA6-2163-38D7-3F48-C1DE77C37D29}"/>
                </a:ext>
              </a:extLst>
            </p:cNvPr>
            <p:cNvSpPr/>
            <p:nvPr/>
          </p:nvSpPr>
          <p:spPr bwMode="auto">
            <a:xfrm flipV="1">
              <a:off x="13925186" y="9400570"/>
              <a:ext cx="6350" cy="9525"/>
            </a:xfrm>
            <a:custGeom>
              <a:avLst/>
              <a:gdLst>
                <a:gd name="T0" fmla="*/ 1 w 4"/>
                <a:gd name="T1" fmla="*/ 0 h 6"/>
                <a:gd name="T2" fmla="*/ 0 w 4"/>
                <a:gd name="T3" fmla="*/ 3 h 6"/>
                <a:gd name="T4" fmla="*/ 0 w 4"/>
                <a:gd name="T5" fmla="*/ 4 h 6"/>
                <a:gd name="T6" fmla="*/ 1 w 4"/>
                <a:gd name="T7" fmla="*/ 5 h 6"/>
                <a:gd name="T8" fmla="*/ 3 w 4"/>
                <a:gd name="T9" fmla="*/ 6 h 6"/>
                <a:gd name="T10" fmla="*/ 4 w 4"/>
                <a:gd name="T11" fmla="*/ 4 h 6"/>
                <a:gd name="T12" fmla="*/ 4 w 4"/>
                <a:gd name="T13" fmla="*/ 2 h 6"/>
                <a:gd name="T14" fmla="*/ 3 w 4"/>
                <a:gd name="T15" fmla="*/ 1 h 6"/>
                <a:gd name="T16" fmla="*/ 1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5" name="Freeform 643">
              <a:extLst>
                <a:ext uri="{FF2B5EF4-FFF2-40B4-BE49-F238E27FC236}">
                  <a16:creationId xmlns:a16="http://schemas.microsoft.com/office/drawing/2014/main" id="{94C2F587-2705-3CEB-10C0-D224BDE77264}"/>
                </a:ext>
              </a:extLst>
            </p:cNvPr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6" name="Freeform 644">
              <a:extLst>
                <a:ext uri="{FF2B5EF4-FFF2-40B4-BE49-F238E27FC236}">
                  <a16:creationId xmlns:a16="http://schemas.microsoft.com/office/drawing/2014/main" id="{67FA2E4F-63AC-6D0C-AE4C-5FAF9825D1F2}"/>
                </a:ext>
              </a:extLst>
            </p:cNvPr>
            <p:cNvSpPr/>
            <p:nvPr/>
          </p:nvSpPr>
          <p:spPr bwMode="auto">
            <a:xfrm flipV="1">
              <a:off x="13906136" y="8663970"/>
              <a:ext cx="12700" cy="3175"/>
            </a:xfrm>
            <a:custGeom>
              <a:avLst/>
              <a:gdLst>
                <a:gd name="T0" fmla="*/ 4 w 8"/>
                <a:gd name="T1" fmla="*/ 0 h 2"/>
                <a:gd name="T2" fmla="*/ 0 w 8"/>
                <a:gd name="T3" fmla="*/ 1 h 2"/>
                <a:gd name="T4" fmla="*/ 0 w 8"/>
                <a:gd name="T5" fmla="*/ 1 h 2"/>
                <a:gd name="T6" fmla="*/ 0 w 8"/>
                <a:gd name="T7" fmla="*/ 1 h 2"/>
                <a:gd name="T8" fmla="*/ 0 w 8"/>
                <a:gd name="T9" fmla="*/ 2 h 2"/>
                <a:gd name="T10" fmla="*/ 8 w 8"/>
                <a:gd name="T11" fmla="*/ 2 h 2"/>
                <a:gd name="T12" fmla="*/ 8 w 8"/>
                <a:gd name="T13" fmla="*/ 2 h 2"/>
                <a:gd name="T14" fmla="*/ 4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4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7" name="Rectangle 645">
              <a:extLst>
                <a:ext uri="{FF2B5EF4-FFF2-40B4-BE49-F238E27FC236}">
                  <a16:creationId xmlns:a16="http://schemas.microsoft.com/office/drawing/2014/main" id="{E490B056-FBA3-D5C3-F7A8-ED2D8803079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8" name="Rectangle 646">
              <a:extLst>
                <a:ext uri="{FF2B5EF4-FFF2-40B4-BE49-F238E27FC236}">
                  <a16:creationId xmlns:a16="http://schemas.microsoft.com/office/drawing/2014/main" id="{73AC02ED-614D-131D-7D3B-B6D73080172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9" name="Freeform 647">
              <a:extLst>
                <a:ext uri="{FF2B5EF4-FFF2-40B4-BE49-F238E27FC236}">
                  <a16:creationId xmlns:a16="http://schemas.microsoft.com/office/drawing/2014/main" id="{A11F842E-7ECD-7630-0006-BD640AF66534}"/>
                </a:ext>
              </a:extLst>
            </p:cNvPr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0" name="Freeform 648">
              <a:extLst>
                <a:ext uri="{FF2B5EF4-FFF2-40B4-BE49-F238E27FC236}">
                  <a16:creationId xmlns:a16="http://schemas.microsoft.com/office/drawing/2014/main" id="{8AE808EE-9FD7-89FB-255E-DF07A113C64B}"/>
                </a:ext>
              </a:extLst>
            </p:cNvPr>
            <p:cNvSpPr/>
            <p:nvPr/>
          </p:nvSpPr>
          <p:spPr bwMode="auto">
            <a:xfrm flipV="1">
              <a:off x="13906136" y="8665557"/>
              <a:ext cx="6350" cy="4763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0 w 4"/>
                <a:gd name="T5" fmla="*/ 3 h 3"/>
                <a:gd name="T6" fmla="*/ 4 w 4"/>
                <a:gd name="T7" fmla="*/ 2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4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1" name="Freeform 649">
              <a:extLst>
                <a:ext uri="{FF2B5EF4-FFF2-40B4-BE49-F238E27FC236}">
                  <a16:creationId xmlns:a16="http://schemas.microsoft.com/office/drawing/2014/main" id="{656203B8-3B64-627F-F8DC-A7E9189BDAE4}"/>
                </a:ext>
              </a:extLst>
            </p:cNvPr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2" name="Freeform 650">
              <a:extLst>
                <a:ext uri="{FF2B5EF4-FFF2-40B4-BE49-F238E27FC236}">
                  <a16:creationId xmlns:a16="http://schemas.microsoft.com/office/drawing/2014/main" id="{BFA66CD9-FB1D-A4EC-9BD0-D2DDAC7854D3}"/>
                </a:ext>
              </a:extLst>
            </p:cNvPr>
            <p:cNvSpPr/>
            <p:nvPr/>
          </p:nvSpPr>
          <p:spPr bwMode="auto">
            <a:xfrm flipV="1">
              <a:off x="13901375" y="8654445"/>
              <a:ext cx="4763" cy="9525"/>
            </a:xfrm>
            <a:custGeom>
              <a:avLst/>
              <a:gdLst>
                <a:gd name="T0" fmla="*/ 2 w 3"/>
                <a:gd name="T1" fmla="*/ 0 h 6"/>
                <a:gd name="T2" fmla="*/ 0 w 3"/>
                <a:gd name="T3" fmla="*/ 3 h 6"/>
                <a:gd name="T4" fmla="*/ 1 w 3"/>
                <a:gd name="T5" fmla="*/ 6 h 6"/>
                <a:gd name="T6" fmla="*/ 2 w 3"/>
                <a:gd name="T7" fmla="*/ 1 h 6"/>
                <a:gd name="T8" fmla="*/ 3 w 3"/>
                <a:gd name="T9" fmla="*/ 1 h 6"/>
                <a:gd name="T10" fmla="*/ 3 w 3"/>
                <a:gd name="T11" fmla="*/ 1 h 6"/>
                <a:gd name="T12" fmla="*/ 2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3" name="Freeform 651">
              <a:extLst>
                <a:ext uri="{FF2B5EF4-FFF2-40B4-BE49-F238E27FC236}">
                  <a16:creationId xmlns:a16="http://schemas.microsoft.com/office/drawing/2014/main" id="{5860210E-4C6C-5388-C862-EC51A428F2D9}"/>
                </a:ext>
              </a:extLst>
            </p:cNvPr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4" name="Freeform 652">
              <a:extLst>
                <a:ext uri="{FF2B5EF4-FFF2-40B4-BE49-F238E27FC236}">
                  <a16:creationId xmlns:a16="http://schemas.microsoft.com/office/drawing/2014/main" id="{8C320F8E-31F6-DCC2-7D6D-FDA77B7CCC45}"/>
                </a:ext>
              </a:extLst>
            </p:cNvPr>
            <p:cNvSpPr/>
            <p:nvPr/>
          </p:nvSpPr>
          <p:spPr bwMode="auto">
            <a:xfrm flipV="1">
              <a:off x="1390455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5" name="Freeform 653">
              <a:extLst>
                <a:ext uri="{FF2B5EF4-FFF2-40B4-BE49-F238E27FC236}">
                  <a16:creationId xmlns:a16="http://schemas.microsoft.com/office/drawing/2014/main" id="{2BE26890-A368-5198-3147-B2B5C80F9744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6" name="Freeform 654">
              <a:extLst>
                <a:ext uri="{FF2B5EF4-FFF2-40B4-BE49-F238E27FC236}">
                  <a16:creationId xmlns:a16="http://schemas.microsoft.com/office/drawing/2014/main" id="{F6523FFB-F562-E7A7-F3A0-412CA9C279E2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7" name="Rectangle 655">
              <a:extLst>
                <a:ext uri="{FF2B5EF4-FFF2-40B4-BE49-F238E27FC236}">
                  <a16:creationId xmlns:a16="http://schemas.microsoft.com/office/drawing/2014/main" id="{2E07C22A-49A7-5802-FB29-F4C433E05A8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8" name="Rectangle 656">
              <a:extLst>
                <a:ext uri="{FF2B5EF4-FFF2-40B4-BE49-F238E27FC236}">
                  <a16:creationId xmlns:a16="http://schemas.microsoft.com/office/drawing/2014/main" id="{C0D73C0F-D6AD-3683-2420-8A4E6F50189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9" name="Rectangle 657">
              <a:extLst>
                <a:ext uri="{FF2B5EF4-FFF2-40B4-BE49-F238E27FC236}">
                  <a16:creationId xmlns:a16="http://schemas.microsoft.com/office/drawing/2014/main" id="{D0FDB34D-11B8-75D8-4DF1-818AC1FE2E1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0" name="Rectangle 658">
              <a:extLst>
                <a:ext uri="{FF2B5EF4-FFF2-40B4-BE49-F238E27FC236}">
                  <a16:creationId xmlns:a16="http://schemas.microsoft.com/office/drawing/2014/main" id="{EB280545-17C9-46C9-BEE7-793C1F82177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1" name="Rectangle 659">
              <a:extLst>
                <a:ext uri="{FF2B5EF4-FFF2-40B4-BE49-F238E27FC236}">
                  <a16:creationId xmlns:a16="http://schemas.microsoft.com/office/drawing/2014/main" id="{4A8AA5CB-5A44-34A8-DDD5-B0A15F1E1B5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2" name="Rectangle 660">
              <a:extLst>
                <a:ext uri="{FF2B5EF4-FFF2-40B4-BE49-F238E27FC236}">
                  <a16:creationId xmlns:a16="http://schemas.microsoft.com/office/drawing/2014/main" id="{7DAD6411-5358-22A0-DE5E-D1FD950AE43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5557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3" name="Rectangle 661">
              <a:extLst>
                <a:ext uri="{FF2B5EF4-FFF2-40B4-BE49-F238E27FC236}">
                  <a16:creationId xmlns:a16="http://schemas.microsoft.com/office/drawing/2014/main" id="{4EAE4D67-BE1D-994E-D292-DC2453A14B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4" name="Rectangle 662">
              <a:extLst>
                <a:ext uri="{FF2B5EF4-FFF2-40B4-BE49-F238E27FC236}">
                  <a16:creationId xmlns:a16="http://schemas.microsoft.com/office/drawing/2014/main" id="{9341AECF-5FF6-42A5-0A2E-E31F7D9ED1F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5" name="Freeform 663">
              <a:extLst>
                <a:ext uri="{FF2B5EF4-FFF2-40B4-BE49-F238E27FC236}">
                  <a16:creationId xmlns:a16="http://schemas.microsoft.com/office/drawing/2014/main" id="{FDFCCA6D-8973-681B-3996-DECA24AB8C50}"/>
                </a:ext>
              </a:extLst>
            </p:cNvPr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6" name="Freeform 664">
              <a:extLst>
                <a:ext uri="{FF2B5EF4-FFF2-40B4-BE49-F238E27FC236}">
                  <a16:creationId xmlns:a16="http://schemas.microsoft.com/office/drawing/2014/main" id="{1421F9B7-E47A-D37F-D2D2-B727D7293616}"/>
                </a:ext>
              </a:extLst>
            </p:cNvPr>
            <p:cNvSpPr/>
            <p:nvPr/>
          </p:nvSpPr>
          <p:spPr bwMode="auto">
            <a:xfrm flipH="1" flipV="1">
              <a:off x="13906136" y="8665557"/>
              <a:ext cx="0" cy="3175"/>
            </a:xfrm>
            <a:custGeom>
              <a:avLst/>
              <a:gdLst>
                <a:gd name="T0" fmla="*/ 0 h 2"/>
                <a:gd name="T1" fmla="*/ 1 h 2"/>
                <a:gd name="T2" fmla="*/ 2 h 2"/>
                <a:gd name="T3" fmla="*/ 2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7" name="Freeform 665">
              <a:extLst>
                <a:ext uri="{FF2B5EF4-FFF2-40B4-BE49-F238E27FC236}">
                  <a16:creationId xmlns:a16="http://schemas.microsoft.com/office/drawing/2014/main" id="{EDA78602-5B5D-76E1-C334-E94373FE1756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8" name="Freeform 666">
              <a:extLst>
                <a:ext uri="{FF2B5EF4-FFF2-40B4-BE49-F238E27FC236}">
                  <a16:creationId xmlns:a16="http://schemas.microsoft.com/office/drawing/2014/main" id="{1E49B8DB-701C-205D-A4BB-EFC2A666A9A2}"/>
                </a:ext>
              </a:extLst>
            </p:cNvPr>
            <p:cNvSpPr/>
            <p:nvPr/>
          </p:nvSpPr>
          <p:spPr bwMode="auto">
            <a:xfrm flipV="1">
              <a:off x="13904550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9" name="Freeform 667">
              <a:extLst>
                <a:ext uri="{FF2B5EF4-FFF2-40B4-BE49-F238E27FC236}">
                  <a16:creationId xmlns:a16="http://schemas.microsoft.com/office/drawing/2014/main" id="{25389D03-D740-511A-3204-1C44ED9B0B7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close/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0" name="Freeform 668">
              <a:extLst>
                <a:ext uri="{FF2B5EF4-FFF2-40B4-BE49-F238E27FC236}">
                  <a16:creationId xmlns:a16="http://schemas.microsoft.com/office/drawing/2014/main" id="{9555EEAD-5F4E-DF71-916C-F2E838561A1F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13898200" y="8665557"/>
              <a:ext cx="7938" cy="3175"/>
            </a:xfrm>
            <a:custGeom>
              <a:avLst/>
              <a:gdLst>
                <a:gd name="T0" fmla="*/ 5 w 5"/>
                <a:gd name="T1" fmla="*/ 1 h 2"/>
                <a:gd name="T2" fmla="*/ 4 w 5"/>
                <a:gd name="T3" fmla="*/ 2 h 2"/>
                <a:gd name="T4" fmla="*/ 5 w 5"/>
                <a:gd name="T5" fmla="*/ 2 h 2"/>
                <a:gd name="T6" fmla="*/ 5 w 5"/>
                <a:gd name="T7" fmla="*/ 1 h 2"/>
                <a:gd name="T8" fmla="*/ 0 w 5"/>
                <a:gd name="T9" fmla="*/ 0 h 2"/>
                <a:gd name="T10" fmla="*/ 0 w 5"/>
                <a:gd name="T11" fmla="*/ 1 h 2"/>
                <a:gd name="T12" fmla="*/ 0 w 5"/>
                <a:gd name="T13" fmla="*/ 1 h 2"/>
                <a:gd name="T14" fmla="*/ 0 w 5"/>
                <a:gd name="T15" fmla="*/ 1 h 2"/>
                <a:gd name="T16" fmla="*/ 0 w 5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7" name="Freeform 675">
              <a:extLst>
                <a:ext uri="{FF2B5EF4-FFF2-40B4-BE49-F238E27FC236}">
                  <a16:creationId xmlns:a16="http://schemas.microsoft.com/office/drawing/2014/main" id="{1059E93B-6008-7BAF-70DA-97376B5D949F}"/>
                </a:ext>
              </a:extLst>
            </p:cNvPr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8" name="Freeform 676">
              <a:extLst>
                <a:ext uri="{FF2B5EF4-FFF2-40B4-BE49-F238E27FC236}">
                  <a16:creationId xmlns:a16="http://schemas.microsoft.com/office/drawing/2014/main" id="{270FC4C1-B66A-1EED-9461-DA282A4943A7}"/>
                </a:ext>
              </a:extLst>
            </p:cNvPr>
            <p:cNvSpPr/>
            <p:nvPr/>
          </p:nvSpPr>
          <p:spPr bwMode="auto">
            <a:xfrm flipV="1">
              <a:off x="13898200" y="8649682"/>
              <a:ext cx="3175" cy="14288"/>
            </a:xfrm>
            <a:custGeom>
              <a:avLst/>
              <a:gdLst>
                <a:gd name="T0" fmla="*/ 1 w 2"/>
                <a:gd name="T1" fmla="*/ 0 h 9"/>
                <a:gd name="T2" fmla="*/ 0 w 2"/>
                <a:gd name="T3" fmla="*/ 1 h 9"/>
                <a:gd name="T4" fmla="*/ 0 w 2"/>
                <a:gd name="T5" fmla="*/ 9 h 9"/>
                <a:gd name="T6" fmla="*/ 2 w 2"/>
                <a:gd name="T7" fmla="*/ 3 h 9"/>
                <a:gd name="T8" fmla="*/ 1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1" y="0"/>
                  </a:moveTo>
                  <a:lnTo>
                    <a:pt x="0" y="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9" name="Freeform 677">
              <a:extLst>
                <a:ext uri="{FF2B5EF4-FFF2-40B4-BE49-F238E27FC236}">
                  <a16:creationId xmlns:a16="http://schemas.microsoft.com/office/drawing/2014/main" id="{1CB01FA2-08BB-2ECD-8EF9-705DC46FA748}"/>
                </a:ext>
              </a:extLst>
            </p:cNvPr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0" name="Freeform 678">
              <a:extLst>
                <a:ext uri="{FF2B5EF4-FFF2-40B4-BE49-F238E27FC236}">
                  <a16:creationId xmlns:a16="http://schemas.microsoft.com/office/drawing/2014/main" id="{5C497C12-FEF3-8876-9E62-22B6F8508485}"/>
                </a:ext>
              </a:extLst>
            </p:cNvPr>
            <p:cNvSpPr/>
            <p:nvPr/>
          </p:nvSpPr>
          <p:spPr bwMode="auto">
            <a:xfrm flipV="1">
              <a:off x="13898200" y="8662382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1" name="Rectangle 679">
              <a:extLst>
                <a:ext uri="{FF2B5EF4-FFF2-40B4-BE49-F238E27FC236}">
                  <a16:creationId xmlns:a16="http://schemas.microsoft.com/office/drawing/2014/main" id="{CFC3990E-3779-D27D-179B-6112B70FB4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2" name="Rectangle 680">
              <a:extLst>
                <a:ext uri="{FF2B5EF4-FFF2-40B4-BE49-F238E27FC236}">
                  <a16:creationId xmlns:a16="http://schemas.microsoft.com/office/drawing/2014/main" id="{DA265F29-3A05-75E2-67E5-0B5B4FFE18D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873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3" name="Freeform 681">
              <a:extLst>
                <a:ext uri="{FF2B5EF4-FFF2-40B4-BE49-F238E27FC236}">
                  <a16:creationId xmlns:a16="http://schemas.microsoft.com/office/drawing/2014/main" id="{3FBF2B48-65FF-C2B5-1A9B-ADF2F76B5C01}"/>
                </a:ext>
              </a:extLst>
            </p:cNvPr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4" name="Freeform 682">
              <a:extLst>
                <a:ext uri="{FF2B5EF4-FFF2-40B4-BE49-F238E27FC236}">
                  <a16:creationId xmlns:a16="http://schemas.microsoft.com/office/drawing/2014/main" id="{334BA328-D139-2D7A-E187-21EC72A966CC}"/>
                </a:ext>
              </a:extLst>
            </p:cNvPr>
            <p:cNvSpPr/>
            <p:nvPr/>
          </p:nvSpPr>
          <p:spPr bwMode="auto">
            <a:xfrm flipV="1">
              <a:off x="13899786" y="8659207"/>
              <a:ext cx="4763" cy="4763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1 w 3"/>
                <a:gd name="T5" fmla="*/ 3 h 3"/>
                <a:gd name="T6" fmla="*/ 3 w 3"/>
                <a:gd name="T7" fmla="*/ 0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5" name="Freeform 683">
              <a:extLst>
                <a:ext uri="{FF2B5EF4-FFF2-40B4-BE49-F238E27FC236}">
                  <a16:creationId xmlns:a16="http://schemas.microsoft.com/office/drawing/2014/main" id="{D0E1FD1E-F5CD-19E5-356E-DC82C9CECC74}"/>
                </a:ext>
              </a:extLst>
            </p:cNvPr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6" name="Freeform 684">
              <a:extLst>
                <a:ext uri="{FF2B5EF4-FFF2-40B4-BE49-F238E27FC236}">
                  <a16:creationId xmlns:a16="http://schemas.microsoft.com/office/drawing/2014/main" id="{06F3521E-CA9C-A393-09A4-9AFF35EADE89}"/>
                </a:ext>
              </a:extLst>
            </p:cNvPr>
            <p:cNvSpPr/>
            <p:nvPr/>
          </p:nvSpPr>
          <p:spPr bwMode="auto">
            <a:xfrm flipV="1">
              <a:off x="13901375" y="8663970"/>
              <a:ext cx="3175" cy="0"/>
            </a:xfrm>
            <a:custGeom>
              <a:avLst/>
              <a:gdLst>
                <a:gd name="T0" fmla="*/ 2 w 2"/>
                <a:gd name="T1" fmla="*/ 1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7" name="Rectangle 685">
              <a:extLst>
                <a:ext uri="{FF2B5EF4-FFF2-40B4-BE49-F238E27FC236}">
                  <a16:creationId xmlns:a16="http://schemas.microsoft.com/office/drawing/2014/main" id="{F2B4F090-A9FA-D1EA-9813-1260C1C2BDE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8" name="Rectangle 686">
              <a:extLst>
                <a:ext uri="{FF2B5EF4-FFF2-40B4-BE49-F238E27FC236}">
                  <a16:creationId xmlns:a16="http://schemas.microsoft.com/office/drawing/2014/main" id="{4E802987-3B35-F336-15E9-0569CBE7FA8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9" name="Rectangle 687">
              <a:extLst>
                <a:ext uri="{FF2B5EF4-FFF2-40B4-BE49-F238E27FC236}">
                  <a16:creationId xmlns:a16="http://schemas.microsoft.com/office/drawing/2014/main" id="{9FCAB0AD-AA97-C92C-8B8A-95AA581F909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0" name="Rectangle 688">
              <a:extLst>
                <a:ext uri="{FF2B5EF4-FFF2-40B4-BE49-F238E27FC236}">
                  <a16:creationId xmlns:a16="http://schemas.microsoft.com/office/drawing/2014/main" id="{6A1A231A-826F-0B28-ED16-8FD52FA6A4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1" name="Rectangle 689">
              <a:extLst>
                <a:ext uri="{FF2B5EF4-FFF2-40B4-BE49-F238E27FC236}">
                  <a16:creationId xmlns:a16="http://schemas.microsoft.com/office/drawing/2014/main" id="{DCD4609B-6E4F-0169-0C20-4C9870FB619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2" name="Rectangle 690">
              <a:extLst>
                <a:ext uri="{FF2B5EF4-FFF2-40B4-BE49-F238E27FC236}">
                  <a16:creationId xmlns:a16="http://schemas.microsoft.com/office/drawing/2014/main" id="{272E7FFC-4FDA-6A91-9331-7724488D57B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3" name="Rectangle 691">
              <a:extLst>
                <a:ext uri="{FF2B5EF4-FFF2-40B4-BE49-F238E27FC236}">
                  <a16:creationId xmlns:a16="http://schemas.microsoft.com/office/drawing/2014/main" id="{888B381C-75C4-191E-1199-D7073BFA5F7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2961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4" name="Freeform 692">
              <a:extLst>
                <a:ext uri="{FF2B5EF4-FFF2-40B4-BE49-F238E27FC236}">
                  <a16:creationId xmlns:a16="http://schemas.microsoft.com/office/drawing/2014/main" id="{9685A5F4-E45B-6950-6C27-17DE0DA9C118}"/>
                </a:ext>
              </a:extLst>
            </p:cNvPr>
            <p:cNvSpPr/>
            <p:nvPr/>
          </p:nvSpPr>
          <p:spPr bwMode="auto">
            <a:xfrm flipH="1" flipV="1">
              <a:off x="13902961" y="866397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5" name="Rectangle 693">
              <a:extLst>
                <a:ext uri="{FF2B5EF4-FFF2-40B4-BE49-F238E27FC236}">
                  <a16:creationId xmlns:a16="http://schemas.microsoft.com/office/drawing/2014/main" id="{520DC238-B3E8-14FE-0C7D-AF3A6AB42CE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6" name="Rectangle 694">
              <a:extLst>
                <a:ext uri="{FF2B5EF4-FFF2-40B4-BE49-F238E27FC236}">
                  <a16:creationId xmlns:a16="http://schemas.microsoft.com/office/drawing/2014/main" id="{827EF6C7-FAB5-0D77-1EA0-CB3C864EBD8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7" name="Rectangle 695">
              <a:extLst>
                <a:ext uri="{FF2B5EF4-FFF2-40B4-BE49-F238E27FC236}">
                  <a16:creationId xmlns:a16="http://schemas.microsoft.com/office/drawing/2014/main" id="{B20BC95A-43F9-92D2-85A7-386C7EE3150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8" name="Rectangle 696">
              <a:extLst>
                <a:ext uri="{FF2B5EF4-FFF2-40B4-BE49-F238E27FC236}">
                  <a16:creationId xmlns:a16="http://schemas.microsoft.com/office/drawing/2014/main" id="{182A6F48-82D1-3BC0-5ED4-5C2A39021D2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8200" y="866396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9" name="Freeform 697">
              <a:extLst>
                <a:ext uri="{FF2B5EF4-FFF2-40B4-BE49-F238E27FC236}">
                  <a16:creationId xmlns:a16="http://schemas.microsoft.com/office/drawing/2014/main" id="{91BBEDB7-CFC2-07D9-C29C-8CA68AFE984F}"/>
                </a:ext>
              </a:extLst>
            </p:cNvPr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0" name="Freeform 698">
              <a:extLst>
                <a:ext uri="{FF2B5EF4-FFF2-40B4-BE49-F238E27FC236}">
                  <a16:creationId xmlns:a16="http://schemas.microsoft.com/office/drawing/2014/main" id="{70965969-8222-42EE-C693-8AD7AA405E00}"/>
                </a:ext>
              </a:extLst>
            </p:cNvPr>
            <p:cNvSpPr/>
            <p:nvPr/>
          </p:nvSpPr>
          <p:spPr bwMode="auto">
            <a:xfrm flipV="1">
              <a:off x="13898200" y="8665557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1" name="Freeform 699">
              <a:extLst>
                <a:ext uri="{FF2B5EF4-FFF2-40B4-BE49-F238E27FC236}">
                  <a16:creationId xmlns:a16="http://schemas.microsoft.com/office/drawing/2014/main" id="{5CE56051-9A06-6079-788F-796A56DEF478}"/>
                </a:ext>
              </a:extLst>
            </p:cNvPr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2" name="Freeform 700">
              <a:extLst>
                <a:ext uri="{FF2B5EF4-FFF2-40B4-BE49-F238E27FC236}">
                  <a16:creationId xmlns:a16="http://schemas.microsoft.com/office/drawing/2014/main" id="{4B64B892-1B3B-D168-12EA-9F756C8C9107}"/>
                </a:ext>
              </a:extLst>
            </p:cNvPr>
            <p:cNvSpPr/>
            <p:nvPr/>
          </p:nvSpPr>
          <p:spPr bwMode="auto">
            <a:xfrm flipH="1" flipV="1">
              <a:off x="13906136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3" name="Freeform 701">
              <a:extLst>
                <a:ext uri="{FF2B5EF4-FFF2-40B4-BE49-F238E27FC236}">
                  <a16:creationId xmlns:a16="http://schemas.microsoft.com/office/drawing/2014/main" id="{9FFECCDD-7D64-539A-7807-D7D98C932B32}"/>
                </a:ext>
              </a:extLst>
            </p:cNvPr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4" name="Freeform 702">
              <a:extLst>
                <a:ext uri="{FF2B5EF4-FFF2-40B4-BE49-F238E27FC236}">
                  <a16:creationId xmlns:a16="http://schemas.microsoft.com/office/drawing/2014/main" id="{896E5FE5-C3B1-5A0B-9AAC-4730ED8268FC}"/>
                </a:ext>
              </a:extLst>
            </p:cNvPr>
            <p:cNvSpPr/>
            <p:nvPr/>
          </p:nvSpPr>
          <p:spPr bwMode="auto">
            <a:xfrm flipV="1">
              <a:off x="13902961" y="866396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5" name="Rectangle 703">
              <a:extLst>
                <a:ext uri="{FF2B5EF4-FFF2-40B4-BE49-F238E27FC236}">
                  <a16:creationId xmlns:a16="http://schemas.microsoft.com/office/drawing/2014/main" id="{AD68AC3C-C8BB-572A-45D0-5BE70CA0CCA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6" name="Rectangle 704">
              <a:extLst>
                <a:ext uri="{FF2B5EF4-FFF2-40B4-BE49-F238E27FC236}">
                  <a16:creationId xmlns:a16="http://schemas.microsoft.com/office/drawing/2014/main" id="{E1F4B526-4EE3-4241-4504-CEE709CE5EB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7" name="Rectangle 705">
              <a:extLst>
                <a:ext uri="{FF2B5EF4-FFF2-40B4-BE49-F238E27FC236}">
                  <a16:creationId xmlns:a16="http://schemas.microsoft.com/office/drawing/2014/main" id="{7B2E6771-5549-574C-A953-2BB6E532F01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1375" y="8662382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8" name="Freeform 706">
              <a:extLst>
                <a:ext uri="{FF2B5EF4-FFF2-40B4-BE49-F238E27FC236}">
                  <a16:creationId xmlns:a16="http://schemas.microsoft.com/office/drawing/2014/main" id="{D46FAAE7-658F-C2B7-DF32-86D008526A34}"/>
                </a:ext>
              </a:extLst>
            </p:cNvPr>
            <p:cNvSpPr/>
            <p:nvPr/>
          </p:nvSpPr>
          <p:spPr bwMode="auto">
            <a:xfrm flipV="1">
              <a:off x="13901375" y="866397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9" name="Freeform 707">
              <a:extLst>
                <a:ext uri="{FF2B5EF4-FFF2-40B4-BE49-F238E27FC236}">
                  <a16:creationId xmlns:a16="http://schemas.microsoft.com/office/drawing/2014/main" id="{6F80AFE2-F0CA-0FA7-4C90-80E63E818EE6}"/>
                </a:ext>
              </a:extLst>
            </p:cNvPr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0" name="Freeform 708">
              <a:extLst>
                <a:ext uri="{FF2B5EF4-FFF2-40B4-BE49-F238E27FC236}">
                  <a16:creationId xmlns:a16="http://schemas.microsoft.com/office/drawing/2014/main" id="{56657055-F5C0-B60B-F4E2-FBA01F148D33}"/>
                </a:ext>
              </a:extLst>
            </p:cNvPr>
            <p:cNvSpPr/>
            <p:nvPr/>
          </p:nvSpPr>
          <p:spPr bwMode="auto">
            <a:xfrm flipV="1">
              <a:off x="13899786" y="866396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1" name="Freeform 709">
              <a:extLst>
                <a:ext uri="{FF2B5EF4-FFF2-40B4-BE49-F238E27FC236}">
                  <a16:creationId xmlns:a16="http://schemas.microsoft.com/office/drawing/2014/main" id="{FE060742-BFCA-4352-1917-60F8861784B3}"/>
                </a:ext>
              </a:extLst>
            </p:cNvPr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2" name="Freeform 710">
              <a:extLst>
                <a:ext uri="{FF2B5EF4-FFF2-40B4-BE49-F238E27FC236}">
                  <a16:creationId xmlns:a16="http://schemas.microsoft.com/office/drawing/2014/main" id="{63BECA27-A09A-578B-D498-9B16F75A8303}"/>
                </a:ext>
              </a:extLst>
            </p:cNvPr>
            <p:cNvSpPr/>
            <p:nvPr/>
          </p:nvSpPr>
          <p:spPr bwMode="auto">
            <a:xfrm flipV="1">
              <a:off x="13898200" y="8663969"/>
              <a:ext cx="7938" cy="476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1 h 3"/>
                <a:gd name="T4" fmla="*/ 0 w 5"/>
                <a:gd name="T5" fmla="*/ 1 h 3"/>
                <a:gd name="T6" fmla="*/ 0 w 5"/>
                <a:gd name="T7" fmla="*/ 1 h 3"/>
                <a:gd name="T8" fmla="*/ 0 w 5"/>
                <a:gd name="T9" fmla="*/ 1 h 3"/>
                <a:gd name="T10" fmla="*/ 1 w 5"/>
                <a:gd name="T11" fmla="*/ 2 h 3"/>
                <a:gd name="T12" fmla="*/ 2 w 5"/>
                <a:gd name="T13" fmla="*/ 3 h 3"/>
                <a:gd name="T14" fmla="*/ 3 w 5"/>
                <a:gd name="T15" fmla="*/ 3 h 3"/>
                <a:gd name="T16" fmla="*/ 3 w 5"/>
                <a:gd name="T17" fmla="*/ 3 h 3"/>
                <a:gd name="T18" fmla="*/ 4 w 5"/>
                <a:gd name="T19" fmla="*/ 2 h 3"/>
                <a:gd name="T20" fmla="*/ 5 w 5"/>
                <a:gd name="T21" fmla="*/ 1 h 3"/>
                <a:gd name="T22" fmla="*/ 5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3" name="Freeform 711">
              <a:extLst>
                <a:ext uri="{FF2B5EF4-FFF2-40B4-BE49-F238E27FC236}">
                  <a16:creationId xmlns:a16="http://schemas.microsoft.com/office/drawing/2014/main" id="{329401E4-7874-74F6-3FFD-2C9309A94F7F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4" name="Freeform 712">
              <a:extLst>
                <a:ext uri="{FF2B5EF4-FFF2-40B4-BE49-F238E27FC236}">
                  <a16:creationId xmlns:a16="http://schemas.microsoft.com/office/drawing/2014/main" id="{8C6B4E2A-6C31-BABE-4466-EC3C84E7FE21}"/>
                </a:ext>
              </a:extLst>
            </p:cNvPr>
            <p:cNvSpPr/>
            <p:nvPr/>
          </p:nvSpPr>
          <p:spPr bwMode="auto">
            <a:xfrm flipH="1" flipV="1">
              <a:off x="13898200" y="8667144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5" name="Freeform 713">
              <a:extLst>
                <a:ext uri="{FF2B5EF4-FFF2-40B4-BE49-F238E27FC236}">
                  <a16:creationId xmlns:a16="http://schemas.microsoft.com/office/drawing/2014/main" id="{62EC18DA-38F2-AEBD-EDCD-7C9E0C5969F8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6" name="Freeform 714">
              <a:extLst>
                <a:ext uri="{FF2B5EF4-FFF2-40B4-BE49-F238E27FC236}">
                  <a16:creationId xmlns:a16="http://schemas.microsoft.com/office/drawing/2014/main" id="{83A0C0B2-C33E-BCF0-E30B-D55061FC97D6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7" name="Freeform 715">
              <a:extLst>
                <a:ext uri="{FF2B5EF4-FFF2-40B4-BE49-F238E27FC236}">
                  <a16:creationId xmlns:a16="http://schemas.microsoft.com/office/drawing/2014/main" id="{9E4917D9-6465-FBE3-EF59-E13708EFC964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8" name="Freeform 716">
              <a:extLst>
                <a:ext uri="{FF2B5EF4-FFF2-40B4-BE49-F238E27FC236}">
                  <a16:creationId xmlns:a16="http://schemas.microsoft.com/office/drawing/2014/main" id="{862CAA91-7C00-43F5-40D0-989DE90B69AD}"/>
                </a:ext>
              </a:extLst>
            </p:cNvPr>
            <p:cNvSpPr/>
            <p:nvPr/>
          </p:nvSpPr>
          <p:spPr bwMode="auto">
            <a:xfrm flipV="1">
              <a:off x="13904550" y="8668732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9" name="Rectangle 717">
              <a:extLst>
                <a:ext uri="{FF2B5EF4-FFF2-40B4-BE49-F238E27FC236}">
                  <a16:creationId xmlns:a16="http://schemas.microsoft.com/office/drawing/2014/main" id="{46D9477E-70EC-E53A-1A1C-CCC879F82D8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906136" y="8667144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0" name="Freeform 718">
              <a:extLst>
                <a:ext uri="{FF2B5EF4-FFF2-40B4-BE49-F238E27FC236}">
                  <a16:creationId xmlns:a16="http://schemas.microsoft.com/office/drawing/2014/main" id="{2C6E50C8-C73A-2CEE-1C14-076B89B377C6}"/>
                </a:ext>
              </a:extLst>
            </p:cNvPr>
            <p:cNvSpPr/>
            <p:nvPr/>
          </p:nvSpPr>
          <p:spPr bwMode="auto">
            <a:xfrm flipH="1" flipV="1">
              <a:off x="13906136" y="8668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1" name="Freeform 719">
              <a:extLst>
                <a:ext uri="{FF2B5EF4-FFF2-40B4-BE49-F238E27FC236}">
                  <a16:creationId xmlns:a16="http://schemas.microsoft.com/office/drawing/2014/main" id="{EA12B185-987F-22A7-E970-B9136B9A3C7D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2" name="Freeform 720">
              <a:extLst>
                <a:ext uri="{FF2B5EF4-FFF2-40B4-BE49-F238E27FC236}">
                  <a16:creationId xmlns:a16="http://schemas.microsoft.com/office/drawing/2014/main" id="{DEDA8EC9-C0AC-894C-41E1-B0FC9255DEB8}"/>
                </a:ext>
              </a:extLst>
            </p:cNvPr>
            <p:cNvSpPr/>
            <p:nvPr/>
          </p:nvSpPr>
          <p:spPr bwMode="auto">
            <a:xfrm flipV="1">
              <a:off x="13898200" y="8671907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3" name="Freeform 721">
              <a:extLst>
                <a:ext uri="{FF2B5EF4-FFF2-40B4-BE49-F238E27FC236}">
                  <a16:creationId xmlns:a16="http://schemas.microsoft.com/office/drawing/2014/main" id="{06603BA0-285E-6ECC-7F92-5F3CF019ADA7}"/>
                </a:ext>
              </a:extLst>
            </p:cNvPr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4" name="Freeform 722">
              <a:extLst>
                <a:ext uri="{FF2B5EF4-FFF2-40B4-BE49-F238E27FC236}">
                  <a16:creationId xmlns:a16="http://schemas.microsoft.com/office/drawing/2014/main" id="{7322C76A-F4D4-339A-2754-C709531AB8FD}"/>
                </a:ext>
              </a:extLst>
            </p:cNvPr>
            <p:cNvSpPr/>
            <p:nvPr/>
          </p:nvSpPr>
          <p:spPr bwMode="auto">
            <a:xfrm flipV="1">
              <a:off x="13898200" y="8670319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5" name="Freeform 723">
              <a:extLst>
                <a:ext uri="{FF2B5EF4-FFF2-40B4-BE49-F238E27FC236}">
                  <a16:creationId xmlns:a16="http://schemas.microsoft.com/office/drawing/2014/main" id="{67F7C9EC-B1D8-52A1-F4BE-C34ACC36FE16}"/>
                </a:ext>
              </a:extLst>
            </p:cNvPr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6" name="Freeform 724">
              <a:extLst>
                <a:ext uri="{FF2B5EF4-FFF2-40B4-BE49-F238E27FC236}">
                  <a16:creationId xmlns:a16="http://schemas.microsoft.com/office/drawing/2014/main" id="{1214AAD8-FC82-28A2-A0C5-55354340320A}"/>
                </a:ext>
              </a:extLst>
            </p:cNvPr>
            <p:cNvSpPr/>
            <p:nvPr/>
          </p:nvSpPr>
          <p:spPr bwMode="auto">
            <a:xfrm flipV="1">
              <a:off x="13898200" y="8668732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7" name="Freeform 725">
              <a:extLst>
                <a:ext uri="{FF2B5EF4-FFF2-40B4-BE49-F238E27FC236}">
                  <a16:creationId xmlns:a16="http://schemas.microsoft.com/office/drawing/2014/main" id="{6806A0C8-9075-2DDB-A2FB-A02D242E50ED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8" name="Freeform 726">
              <a:extLst>
                <a:ext uri="{FF2B5EF4-FFF2-40B4-BE49-F238E27FC236}">
                  <a16:creationId xmlns:a16="http://schemas.microsoft.com/office/drawing/2014/main" id="{F101D637-3159-27AA-5A5C-BD0C9058F921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3175" cy="1588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9" name="Rectangle 727">
              <a:extLst>
                <a:ext uri="{FF2B5EF4-FFF2-40B4-BE49-F238E27FC236}">
                  <a16:creationId xmlns:a16="http://schemas.microsoft.com/office/drawing/2014/main" id="{34871DB7-CA04-67C0-5E96-1B376E30AAD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899786" y="8670319"/>
              <a:ext cx="1588" cy="1588"/>
            </a:xfrm>
            <a:prstGeom prst="rect">
              <a:avLst/>
            </a:pr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0" name="Freeform 728">
              <a:extLst>
                <a:ext uri="{FF2B5EF4-FFF2-40B4-BE49-F238E27FC236}">
                  <a16:creationId xmlns:a16="http://schemas.microsoft.com/office/drawing/2014/main" id="{A39D00BA-5068-26A9-23AA-CD8176BDCDB2}"/>
                </a:ext>
              </a:extLst>
            </p:cNvPr>
            <p:cNvSpPr/>
            <p:nvPr/>
          </p:nvSpPr>
          <p:spPr bwMode="auto">
            <a:xfrm flipV="1">
              <a:off x="13899786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1" name="Freeform 729">
              <a:extLst>
                <a:ext uri="{FF2B5EF4-FFF2-40B4-BE49-F238E27FC236}">
                  <a16:creationId xmlns:a16="http://schemas.microsoft.com/office/drawing/2014/main" id="{177549C5-5F03-76DA-18F1-25EB57786113}"/>
                </a:ext>
              </a:extLst>
            </p:cNvPr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2" name="Freeform 730">
              <a:extLst>
                <a:ext uri="{FF2B5EF4-FFF2-40B4-BE49-F238E27FC236}">
                  <a16:creationId xmlns:a16="http://schemas.microsoft.com/office/drawing/2014/main" id="{96D0C80D-0F44-DC7B-0212-0363B2E0B992}"/>
                </a:ext>
              </a:extLst>
            </p:cNvPr>
            <p:cNvSpPr/>
            <p:nvPr/>
          </p:nvSpPr>
          <p:spPr bwMode="auto">
            <a:xfrm flipV="1">
              <a:off x="13901375" y="8671907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3" name="Freeform 731">
              <a:extLst>
                <a:ext uri="{FF2B5EF4-FFF2-40B4-BE49-F238E27FC236}">
                  <a16:creationId xmlns:a16="http://schemas.microsoft.com/office/drawing/2014/main" id="{CDCA0568-E215-6691-2B46-A4694BC3D209}"/>
                </a:ext>
              </a:extLst>
            </p:cNvPr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4" name="Freeform 732">
              <a:extLst>
                <a:ext uri="{FF2B5EF4-FFF2-40B4-BE49-F238E27FC236}">
                  <a16:creationId xmlns:a16="http://schemas.microsoft.com/office/drawing/2014/main" id="{95C7E692-4A45-EBA4-E5FD-9E25E1EBA127}"/>
                </a:ext>
              </a:extLst>
            </p:cNvPr>
            <p:cNvSpPr/>
            <p:nvPr/>
          </p:nvSpPr>
          <p:spPr bwMode="auto">
            <a:xfrm flipV="1">
              <a:off x="13898200" y="8667144"/>
              <a:ext cx="7938" cy="4763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0 h 3"/>
                <a:gd name="T6" fmla="*/ 0 w 5"/>
                <a:gd name="T7" fmla="*/ 2 h 3"/>
                <a:gd name="T8" fmla="*/ 0 w 5"/>
                <a:gd name="T9" fmla="*/ 2 h 3"/>
                <a:gd name="T10" fmla="*/ 0 w 5"/>
                <a:gd name="T11" fmla="*/ 3 h 3"/>
                <a:gd name="T12" fmla="*/ 0 w 5"/>
                <a:gd name="T13" fmla="*/ 3 h 3"/>
                <a:gd name="T14" fmla="*/ 5 w 5"/>
                <a:gd name="T15" fmla="*/ 3 h 3"/>
                <a:gd name="T16" fmla="*/ 5 w 5"/>
                <a:gd name="T17" fmla="*/ 2 h 3"/>
                <a:gd name="T18" fmla="*/ 5 w 5"/>
                <a:gd name="T19" fmla="*/ 2 h 3"/>
                <a:gd name="T20" fmla="*/ 4 w 5"/>
                <a:gd name="T21" fmla="*/ 1 h 3"/>
                <a:gd name="T22" fmla="*/ 3 w 5"/>
                <a:gd name="T2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3" y="0"/>
                  </a:lnTo>
                </a:path>
              </a:pathLst>
            </a:custGeom>
            <a:gradFill>
              <a:gsLst>
                <a:gs pos="0">
                  <a:srgbClr val="7211CD"/>
                </a:gs>
                <a:gs pos="86000">
                  <a:srgbClr val="910475"/>
                </a:gs>
                <a:gs pos="39000">
                  <a:srgbClr val="130477"/>
                </a:gs>
              </a:gsLst>
              <a:lin ang="78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5" name="椭圆 184">
            <a:extLst>
              <a:ext uri="{FF2B5EF4-FFF2-40B4-BE49-F238E27FC236}">
                <a16:creationId xmlns:a16="http://schemas.microsoft.com/office/drawing/2014/main" id="{BC18D215-32F8-FCD0-077A-FE1E66AB93FF}"/>
              </a:ext>
            </a:extLst>
          </p:cNvPr>
          <p:cNvSpPr/>
          <p:nvPr/>
        </p:nvSpPr>
        <p:spPr>
          <a:xfrm flipH="1">
            <a:off x="351128" y="48195"/>
            <a:ext cx="3489866" cy="3489866"/>
          </a:xfrm>
          <a:prstGeom prst="ellipse">
            <a:avLst/>
          </a:prstGeom>
          <a:gradFill>
            <a:gsLst>
              <a:gs pos="0">
                <a:srgbClr val="A60279">
                  <a:lumMod val="94000"/>
                  <a:lumOff val="6000"/>
                </a:srgbClr>
              </a:gs>
              <a:gs pos="12000">
                <a:srgbClr val="910475"/>
              </a:gs>
              <a:gs pos="85000">
                <a:srgbClr val="001340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4249F3F4-03CC-BAF5-3CFB-4107DBC3EA16}"/>
              </a:ext>
            </a:extLst>
          </p:cNvPr>
          <p:cNvSpPr/>
          <p:nvPr/>
        </p:nvSpPr>
        <p:spPr>
          <a:xfrm flipH="1" flipV="1">
            <a:off x="5837347" y="3843422"/>
            <a:ext cx="1382708" cy="1382708"/>
          </a:xfrm>
          <a:prstGeom prst="ellipse">
            <a:avLst/>
          </a:prstGeom>
          <a:gradFill>
            <a:gsLst>
              <a:gs pos="0">
                <a:srgbClr val="A60279">
                  <a:lumMod val="94000"/>
                  <a:lumOff val="6000"/>
                </a:srgbClr>
              </a:gs>
              <a:gs pos="12000">
                <a:srgbClr val="910475"/>
              </a:gs>
              <a:gs pos="85000">
                <a:srgbClr val="001340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1" name="文本框 910" descr="演讲标题">
            <a:extLst>
              <a:ext uri="{FF2B5EF4-FFF2-40B4-BE49-F238E27FC236}">
                <a16:creationId xmlns:a16="http://schemas.microsoft.com/office/drawing/2014/main" id="{671774A6-FE2F-AAC8-EEAB-C527E0AC37CF}"/>
              </a:ext>
            </a:extLst>
          </p:cNvPr>
          <p:cNvSpPr txBox="1"/>
          <p:nvPr/>
        </p:nvSpPr>
        <p:spPr>
          <a:xfrm>
            <a:off x="1677281" y="2505396"/>
            <a:ext cx="5849257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00FAFF"/>
                </a:solidFill>
                <a:ea typeface="华文细黑" panose="02010600040101010101" pitchFamily="2" charset="-122"/>
              </a:defRPr>
            </a:lvl1pPr>
          </a:lstStyle>
          <a:p>
            <a:r>
              <a:rPr lang="en-US" altLang="zh-CN" sz="6000" dirty="0">
                <a:solidFill>
                  <a:srgbClr val="FF156E"/>
                </a:solidFill>
                <a:latin typeface="汉仪大宋简" panose="02010609000101010101" charset="-122"/>
                <a:ea typeface="汉仪大宋简" panose="02010609000101010101" charset="-122"/>
              </a:rPr>
              <a:t>Thanks for your watching!</a:t>
            </a:r>
            <a:endParaRPr lang="zh-CN" altLang="en-US" sz="6000" dirty="0">
              <a:solidFill>
                <a:srgbClr val="FF156E"/>
              </a:solidFill>
              <a:latin typeface="汉仪大宋简" panose="02010609000101010101" charset="-122"/>
              <a:ea typeface="汉仪大宋简" panose="02010609000101010101" charset="-122"/>
            </a:endParaRPr>
          </a:p>
        </p:txBody>
      </p:sp>
      <p:sp>
        <p:nvSpPr>
          <p:cNvPr id="914" name="文本框 913" descr="演讲时间">
            <a:extLst>
              <a:ext uri="{FF2B5EF4-FFF2-40B4-BE49-F238E27FC236}">
                <a16:creationId xmlns:a16="http://schemas.microsoft.com/office/drawing/2014/main" id="{5A42871D-85DC-39D3-C467-3CFA55E431B1}"/>
              </a:ext>
            </a:extLst>
          </p:cNvPr>
          <p:cNvSpPr txBox="1"/>
          <p:nvPr/>
        </p:nvSpPr>
        <p:spPr>
          <a:xfrm>
            <a:off x="1712045" y="1959853"/>
            <a:ext cx="8250604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FF156E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2400" dirty="0">
                <a:latin typeface="汉仪大宋简" panose="02010609000101010101" charset="-122"/>
                <a:ea typeface="汉仪大宋简" panose="02010609000101010101" charset="-122"/>
              </a:rPr>
              <a:t>科学夏令营结业科创项目汇报</a:t>
            </a:r>
          </a:p>
        </p:txBody>
      </p:sp>
      <p:sp>
        <p:nvSpPr>
          <p:cNvPr id="913" name="文本框 912" descr="演讲人">
            <a:extLst>
              <a:ext uri="{FF2B5EF4-FFF2-40B4-BE49-F238E27FC236}">
                <a16:creationId xmlns:a16="http://schemas.microsoft.com/office/drawing/2014/main" id="{4558F43C-4B38-08BF-FA6E-149130E6DB41}"/>
              </a:ext>
            </a:extLst>
          </p:cNvPr>
          <p:cNvSpPr txBox="1"/>
          <p:nvPr/>
        </p:nvSpPr>
        <p:spPr>
          <a:xfrm>
            <a:off x="1677281" y="4876087"/>
            <a:ext cx="5849257" cy="3683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汇报人：吴厚润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冯明一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8A407E9B-8465-2E7A-F0D4-3C9B4CD173D1}"/>
              </a:ext>
            </a:extLst>
          </p:cNvPr>
          <p:cNvCxnSpPr/>
          <p:nvPr/>
        </p:nvCxnSpPr>
        <p:spPr>
          <a:xfrm>
            <a:off x="1791606" y="5336373"/>
            <a:ext cx="268264" cy="0"/>
          </a:xfrm>
          <a:prstGeom prst="line">
            <a:avLst/>
          </a:prstGeom>
          <a:ln w="3175">
            <a:gradFill>
              <a:gsLst>
                <a:gs pos="9000">
                  <a:srgbClr val="FA005F"/>
                </a:gs>
                <a:gs pos="41000">
                  <a:srgbClr val="5944C0"/>
                </a:gs>
              </a:gsLst>
              <a:lin ang="0" scaled="0"/>
            </a:gra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" name="矩形 900">
            <a:extLst>
              <a:ext uri="{FF2B5EF4-FFF2-40B4-BE49-F238E27FC236}">
                <a16:creationId xmlns:a16="http://schemas.microsoft.com/office/drawing/2014/main" id="{BAC025A6-539E-8926-CD2D-56B744ED625F}"/>
              </a:ext>
            </a:extLst>
          </p:cNvPr>
          <p:cNvSpPr/>
          <p:nvPr/>
        </p:nvSpPr>
        <p:spPr>
          <a:xfrm>
            <a:off x="10101821" y="597483"/>
            <a:ext cx="1026488" cy="282239"/>
          </a:xfrm>
          <a:prstGeom prst="rect">
            <a:avLst/>
          </a:prstGeom>
          <a:gradFill>
            <a:gsLst>
              <a:gs pos="100000">
                <a:srgbClr val="C211E5"/>
              </a:gs>
              <a:gs pos="24000">
                <a:srgbClr val="00154D">
                  <a:alpha val="4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27" name="椭圆 12626">
            <a:extLst>
              <a:ext uri="{FF2B5EF4-FFF2-40B4-BE49-F238E27FC236}">
                <a16:creationId xmlns:a16="http://schemas.microsoft.com/office/drawing/2014/main" id="{331BC811-028D-33FA-4D0C-3048542B11D6}"/>
              </a:ext>
            </a:extLst>
          </p:cNvPr>
          <p:cNvSpPr>
            <a:spLocks noChangeAspect="1"/>
          </p:cNvSpPr>
          <p:nvPr/>
        </p:nvSpPr>
        <p:spPr>
          <a:xfrm>
            <a:off x="8966200" y="299720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3" name="椭圆 2132">
            <a:extLst>
              <a:ext uri="{FF2B5EF4-FFF2-40B4-BE49-F238E27FC236}">
                <a16:creationId xmlns:a16="http://schemas.microsoft.com/office/drawing/2014/main" id="{ADA22C50-C824-B999-1656-F46D76F96ADD}"/>
              </a:ext>
            </a:extLst>
          </p:cNvPr>
          <p:cNvSpPr>
            <a:spLocks noChangeAspect="1"/>
          </p:cNvSpPr>
          <p:nvPr/>
        </p:nvSpPr>
        <p:spPr>
          <a:xfrm>
            <a:off x="9403402" y="327990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4" name="椭圆 2133">
            <a:extLst>
              <a:ext uri="{FF2B5EF4-FFF2-40B4-BE49-F238E27FC236}">
                <a16:creationId xmlns:a16="http://schemas.microsoft.com/office/drawing/2014/main" id="{429DAC25-751F-359D-9F0C-12328D61806E}"/>
              </a:ext>
            </a:extLst>
          </p:cNvPr>
          <p:cNvSpPr>
            <a:spLocks noChangeAspect="1"/>
          </p:cNvSpPr>
          <p:nvPr/>
        </p:nvSpPr>
        <p:spPr>
          <a:xfrm>
            <a:off x="9927885" y="4123803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5" name="椭圆 2134">
            <a:extLst>
              <a:ext uri="{FF2B5EF4-FFF2-40B4-BE49-F238E27FC236}">
                <a16:creationId xmlns:a16="http://schemas.microsoft.com/office/drawing/2014/main" id="{28CC6D21-8124-B2BA-7082-87CBE7377AF7}"/>
              </a:ext>
            </a:extLst>
          </p:cNvPr>
          <p:cNvSpPr>
            <a:spLocks noChangeAspect="1"/>
          </p:cNvSpPr>
          <p:nvPr/>
        </p:nvSpPr>
        <p:spPr>
          <a:xfrm>
            <a:off x="11315904" y="3503661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7" name="椭圆 2136">
            <a:extLst>
              <a:ext uri="{FF2B5EF4-FFF2-40B4-BE49-F238E27FC236}">
                <a16:creationId xmlns:a16="http://schemas.microsoft.com/office/drawing/2014/main" id="{C6AE2E41-8951-620B-CF56-D0107F25EF3F}"/>
              </a:ext>
            </a:extLst>
          </p:cNvPr>
          <p:cNvSpPr>
            <a:spLocks noChangeAspect="1"/>
          </p:cNvSpPr>
          <p:nvPr/>
        </p:nvSpPr>
        <p:spPr>
          <a:xfrm>
            <a:off x="9335202" y="4791225"/>
            <a:ext cx="36000" cy="36000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9" name="椭圆 2138">
            <a:extLst>
              <a:ext uri="{FF2B5EF4-FFF2-40B4-BE49-F238E27FC236}">
                <a16:creationId xmlns:a16="http://schemas.microsoft.com/office/drawing/2014/main" id="{0BBE6E93-3D99-2D11-605C-49E4C2DE5A97}"/>
              </a:ext>
            </a:extLst>
          </p:cNvPr>
          <p:cNvSpPr>
            <a:spLocks noChangeAspect="1"/>
          </p:cNvSpPr>
          <p:nvPr/>
        </p:nvSpPr>
        <p:spPr>
          <a:xfrm>
            <a:off x="9807235" y="309053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0" name="椭圆 2139">
            <a:extLst>
              <a:ext uri="{FF2B5EF4-FFF2-40B4-BE49-F238E27FC236}">
                <a16:creationId xmlns:a16="http://schemas.microsoft.com/office/drawing/2014/main" id="{AC4FE05B-E504-C7AC-DA9C-FCC6F82A7C42}"/>
              </a:ext>
            </a:extLst>
          </p:cNvPr>
          <p:cNvSpPr>
            <a:spLocks noChangeAspect="1"/>
          </p:cNvSpPr>
          <p:nvPr/>
        </p:nvSpPr>
        <p:spPr>
          <a:xfrm>
            <a:off x="11591274" y="3890105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1" name="椭圆 2140">
            <a:extLst>
              <a:ext uri="{FF2B5EF4-FFF2-40B4-BE49-F238E27FC236}">
                <a16:creationId xmlns:a16="http://schemas.microsoft.com/office/drawing/2014/main" id="{4BC3F3E0-40A5-87D9-EEB5-024F60AE7D0A}"/>
              </a:ext>
            </a:extLst>
          </p:cNvPr>
          <p:cNvSpPr>
            <a:spLocks noChangeAspect="1"/>
          </p:cNvSpPr>
          <p:nvPr/>
        </p:nvSpPr>
        <p:spPr>
          <a:xfrm>
            <a:off x="10478719" y="456761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5" name="椭圆 2144">
            <a:extLst>
              <a:ext uri="{FF2B5EF4-FFF2-40B4-BE49-F238E27FC236}">
                <a16:creationId xmlns:a16="http://schemas.microsoft.com/office/drawing/2014/main" id="{331C0F44-9764-F977-E56B-35AC03C6E0B2}"/>
              </a:ext>
            </a:extLst>
          </p:cNvPr>
          <p:cNvSpPr>
            <a:spLocks noChangeAspect="1"/>
          </p:cNvSpPr>
          <p:nvPr/>
        </p:nvSpPr>
        <p:spPr>
          <a:xfrm>
            <a:off x="9705635" y="3283075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6" name="椭圆 2145">
            <a:extLst>
              <a:ext uri="{FF2B5EF4-FFF2-40B4-BE49-F238E27FC236}">
                <a16:creationId xmlns:a16="http://schemas.microsoft.com/office/drawing/2014/main" id="{58B9CEA0-BE09-2B75-CF7C-1C83E8AF3F64}"/>
              </a:ext>
            </a:extLst>
          </p:cNvPr>
          <p:cNvSpPr>
            <a:spLocks noChangeAspect="1"/>
          </p:cNvSpPr>
          <p:nvPr/>
        </p:nvSpPr>
        <p:spPr>
          <a:xfrm>
            <a:off x="10647022" y="4083030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7" name="椭圆 2146">
            <a:extLst>
              <a:ext uri="{FF2B5EF4-FFF2-40B4-BE49-F238E27FC236}">
                <a16:creationId xmlns:a16="http://schemas.microsoft.com/office/drawing/2014/main" id="{51BA9FB0-1AEF-9365-D2E7-CEE2089B80A4}"/>
              </a:ext>
            </a:extLst>
          </p:cNvPr>
          <p:cNvSpPr>
            <a:spLocks noChangeAspect="1"/>
          </p:cNvSpPr>
          <p:nvPr/>
        </p:nvSpPr>
        <p:spPr>
          <a:xfrm>
            <a:off x="11604304" y="3808587"/>
            <a:ext cx="36000" cy="36000"/>
          </a:xfrm>
          <a:prstGeom prst="ellipse">
            <a:avLst/>
          </a:prstGeom>
          <a:solidFill>
            <a:srgbClr val="270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8" name="椭圆 2147">
            <a:extLst>
              <a:ext uri="{FF2B5EF4-FFF2-40B4-BE49-F238E27FC236}">
                <a16:creationId xmlns:a16="http://schemas.microsoft.com/office/drawing/2014/main" id="{EC42C569-A501-AE31-C0CA-16B8D3429CD6}"/>
              </a:ext>
            </a:extLst>
          </p:cNvPr>
          <p:cNvSpPr>
            <a:spLocks noChangeAspect="1"/>
          </p:cNvSpPr>
          <p:nvPr/>
        </p:nvSpPr>
        <p:spPr>
          <a:xfrm>
            <a:off x="11418151" y="4471166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9" name="椭圆 2148">
            <a:extLst>
              <a:ext uri="{FF2B5EF4-FFF2-40B4-BE49-F238E27FC236}">
                <a16:creationId xmlns:a16="http://schemas.microsoft.com/office/drawing/2014/main" id="{B3B30EEB-BFA8-597F-84CA-32E63045B80C}"/>
              </a:ext>
            </a:extLst>
          </p:cNvPr>
          <p:cNvSpPr>
            <a:spLocks noChangeAspect="1"/>
          </p:cNvSpPr>
          <p:nvPr/>
        </p:nvSpPr>
        <p:spPr>
          <a:xfrm>
            <a:off x="12140729" y="4575881"/>
            <a:ext cx="36000" cy="36000"/>
          </a:xfrm>
          <a:prstGeom prst="ellipse">
            <a:avLst/>
          </a:prstGeom>
          <a:solidFill>
            <a:srgbClr val="410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" name="椭圆 2150">
            <a:extLst>
              <a:ext uri="{FF2B5EF4-FFF2-40B4-BE49-F238E27FC236}">
                <a16:creationId xmlns:a16="http://schemas.microsoft.com/office/drawing/2014/main" id="{5B9ABEDA-C05E-3693-4CC5-3CF9590094AA}"/>
              </a:ext>
            </a:extLst>
          </p:cNvPr>
          <p:cNvSpPr>
            <a:spLocks noChangeAspect="1"/>
          </p:cNvSpPr>
          <p:nvPr/>
        </p:nvSpPr>
        <p:spPr>
          <a:xfrm>
            <a:off x="11128309" y="5389838"/>
            <a:ext cx="36000" cy="36000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3" name="椭圆 2152">
            <a:extLst>
              <a:ext uri="{FF2B5EF4-FFF2-40B4-BE49-F238E27FC236}">
                <a16:creationId xmlns:a16="http://schemas.microsoft.com/office/drawing/2014/main" id="{337F784C-20B9-E9DE-6686-6B796EBDB76D}"/>
              </a:ext>
            </a:extLst>
          </p:cNvPr>
          <p:cNvSpPr>
            <a:spLocks noChangeAspect="1"/>
          </p:cNvSpPr>
          <p:nvPr/>
        </p:nvSpPr>
        <p:spPr>
          <a:xfrm>
            <a:off x="11012156" y="5262592"/>
            <a:ext cx="36000" cy="36000"/>
          </a:xfrm>
          <a:prstGeom prst="ellipse">
            <a:avLst/>
          </a:prstGeom>
          <a:solidFill>
            <a:srgbClr val="6410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5" name="椭圆 2154">
            <a:extLst>
              <a:ext uri="{FF2B5EF4-FFF2-40B4-BE49-F238E27FC236}">
                <a16:creationId xmlns:a16="http://schemas.microsoft.com/office/drawing/2014/main" id="{A182E7B3-BE7E-508E-CF05-0B3C3C6597FC}"/>
              </a:ext>
            </a:extLst>
          </p:cNvPr>
          <p:cNvSpPr>
            <a:spLocks noChangeAspect="1"/>
          </p:cNvSpPr>
          <p:nvPr/>
        </p:nvSpPr>
        <p:spPr>
          <a:xfrm>
            <a:off x="8799900" y="4506590"/>
            <a:ext cx="36000" cy="36000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6" name="椭圆 2155">
            <a:extLst>
              <a:ext uri="{FF2B5EF4-FFF2-40B4-BE49-F238E27FC236}">
                <a16:creationId xmlns:a16="http://schemas.microsoft.com/office/drawing/2014/main" id="{D101CF13-CF0D-9D17-94D1-2F89FD9AAC7F}"/>
              </a:ext>
            </a:extLst>
          </p:cNvPr>
          <p:cNvSpPr>
            <a:spLocks noChangeAspect="1"/>
          </p:cNvSpPr>
          <p:nvPr/>
        </p:nvSpPr>
        <p:spPr>
          <a:xfrm>
            <a:off x="9555076" y="3969019"/>
            <a:ext cx="36000" cy="36000"/>
          </a:xfrm>
          <a:prstGeom prst="ellipse">
            <a:avLst/>
          </a:prstGeom>
          <a:solidFill>
            <a:srgbClr val="4F3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7" name="椭圆 2156">
            <a:extLst>
              <a:ext uri="{FF2B5EF4-FFF2-40B4-BE49-F238E27FC236}">
                <a16:creationId xmlns:a16="http://schemas.microsoft.com/office/drawing/2014/main" id="{26DB6525-10F7-5D19-5AF3-5981B8B02DEB}"/>
              </a:ext>
            </a:extLst>
          </p:cNvPr>
          <p:cNvSpPr>
            <a:spLocks noChangeAspect="1"/>
          </p:cNvSpPr>
          <p:nvPr/>
        </p:nvSpPr>
        <p:spPr>
          <a:xfrm>
            <a:off x="8570511" y="5096301"/>
            <a:ext cx="36000" cy="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9" name="椭圆 2158">
            <a:extLst>
              <a:ext uri="{FF2B5EF4-FFF2-40B4-BE49-F238E27FC236}">
                <a16:creationId xmlns:a16="http://schemas.microsoft.com/office/drawing/2014/main" id="{EC83F5A5-6ADB-3904-B97C-9E6315A03DEB}"/>
              </a:ext>
            </a:extLst>
          </p:cNvPr>
          <p:cNvSpPr>
            <a:spLocks noChangeAspect="1"/>
          </p:cNvSpPr>
          <p:nvPr/>
        </p:nvSpPr>
        <p:spPr>
          <a:xfrm flipV="1">
            <a:off x="10953376" y="898050"/>
            <a:ext cx="14015" cy="14015"/>
          </a:xfrm>
          <a:prstGeom prst="ellipse">
            <a:avLst/>
          </a:prstGeom>
          <a:solidFill>
            <a:srgbClr val="BB3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68" name="椭圆 2167">
            <a:extLst>
              <a:ext uri="{FF2B5EF4-FFF2-40B4-BE49-F238E27FC236}">
                <a16:creationId xmlns:a16="http://schemas.microsoft.com/office/drawing/2014/main" id="{B3B00EA1-7805-C998-7EF7-40AA3C88DCE7}"/>
              </a:ext>
            </a:extLst>
          </p:cNvPr>
          <p:cNvSpPr>
            <a:spLocks noChangeAspect="1"/>
          </p:cNvSpPr>
          <p:nvPr/>
        </p:nvSpPr>
        <p:spPr>
          <a:xfrm flipV="1">
            <a:off x="11197589" y="1063362"/>
            <a:ext cx="14015" cy="14015"/>
          </a:xfrm>
          <a:prstGeom prst="ellipse">
            <a:avLst/>
          </a:prstGeom>
          <a:solidFill>
            <a:srgbClr val="910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630" name="组合 12629">
            <a:extLst>
              <a:ext uri="{FF2B5EF4-FFF2-40B4-BE49-F238E27FC236}">
                <a16:creationId xmlns:a16="http://schemas.microsoft.com/office/drawing/2014/main" id="{6F66D1D7-4759-F688-C8DC-B87088883344}"/>
              </a:ext>
            </a:extLst>
          </p:cNvPr>
          <p:cNvGrpSpPr/>
          <p:nvPr/>
        </p:nvGrpSpPr>
        <p:grpSpPr>
          <a:xfrm rot="21107131">
            <a:off x="9602075" y="416719"/>
            <a:ext cx="997429" cy="1326338"/>
            <a:chOff x="9602075" y="713103"/>
            <a:chExt cx="774543" cy="1029954"/>
          </a:xfrm>
        </p:grpSpPr>
        <p:sp>
          <p:nvSpPr>
            <p:cNvPr id="2160" name="椭圆 2159">
              <a:extLst>
                <a:ext uri="{FF2B5EF4-FFF2-40B4-BE49-F238E27FC236}">
                  <a16:creationId xmlns:a16="http://schemas.microsoft.com/office/drawing/2014/main" id="{4E0D50BC-1701-F137-1FC1-80E4804FDE4C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0362603" y="1257987"/>
              <a:ext cx="14015" cy="14015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2" name="椭圆 2161">
              <a:extLst>
                <a:ext uri="{FF2B5EF4-FFF2-40B4-BE49-F238E27FC236}">
                  <a16:creationId xmlns:a16="http://schemas.microsoft.com/office/drawing/2014/main" id="{DC52ADB4-FF5C-F8DB-3DD9-B4CF64A2F1DF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0030526" y="884035"/>
              <a:ext cx="14015" cy="14015"/>
            </a:xfrm>
            <a:prstGeom prst="ellipse">
              <a:avLst/>
            </a:prstGeom>
            <a:solidFill>
              <a:srgbClr val="4F3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5" name="椭圆 2164">
              <a:extLst>
                <a:ext uri="{FF2B5EF4-FFF2-40B4-BE49-F238E27FC236}">
                  <a16:creationId xmlns:a16="http://schemas.microsoft.com/office/drawing/2014/main" id="{FFC8FFC4-3F21-726D-280E-730F71795385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0238077" y="1729042"/>
              <a:ext cx="14015" cy="14015"/>
            </a:xfrm>
            <a:prstGeom prst="ellipse">
              <a:avLst/>
            </a:prstGeom>
            <a:solidFill>
              <a:srgbClr val="9104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9" name="椭圆 2168">
              <a:extLst>
                <a:ext uri="{FF2B5EF4-FFF2-40B4-BE49-F238E27FC236}">
                  <a16:creationId xmlns:a16="http://schemas.microsoft.com/office/drawing/2014/main" id="{AD8C88FC-1DB9-9865-F595-91F67CF23973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9730600" y="1043514"/>
              <a:ext cx="14015" cy="14015"/>
            </a:xfrm>
            <a:prstGeom prst="ellipse">
              <a:avLst/>
            </a:prstGeom>
            <a:solidFill>
              <a:srgbClr val="BB3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0" name="椭圆 2169">
              <a:extLst>
                <a:ext uri="{FF2B5EF4-FFF2-40B4-BE49-F238E27FC236}">
                  <a16:creationId xmlns:a16="http://schemas.microsoft.com/office/drawing/2014/main" id="{1B41B7AA-0C59-3510-4C38-10F73CBAC5F0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0153720" y="1344712"/>
              <a:ext cx="14015" cy="14015"/>
            </a:xfrm>
            <a:prstGeom prst="ellipse">
              <a:avLst/>
            </a:prstGeom>
            <a:solidFill>
              <a:srgbClr val="4F3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1" name="椭圆 2170">
              <a:extLst>
                <a:ext uri="{FF2B5EF4-FFF2-40B4-BE49-F238E27FC236}">
                  <a16:creationId xmlns:a16="http://schemas.microsoft.com/office/drawing/2014/main" id="{40938A40-CE37-016E-D9C7-8EF883B49638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9602075" y="713103"/>
              <a:ext cx="14015" cy="140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12" name="文本框 911" descr="公司名称">
            <a:extLst>
              <a:ext uri="{FF2B5EF4-FFF2-40B4-BE49-F238E27FC236}">
                <a16:creationId xmlns:a16="http://schemas.microsoft.com/office/drawing/2014/main" id="{30E32B0B-AF35-5C89-BC7E-0F733E4E462F}"/>
              </a:ext>
            </a:extLst>
          </p:cNvPr>
          <p:cNvSpPr txBox="1"/>
          <p:nvPr/>
        </p:nvSpPr>
        <p:spPr>
          <a:xfrm>
            <a:off x="9843235" y="553521"/>
            <a:ext cx="1899075" cy="3683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en-US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713482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2" y="4437112"/>
            <a:ext cx="9025003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9pPr>
          </a:lstStyle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6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2400" kern="0">
              <a:solidFill>
                <a:srgbClr val="005397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40251" y="3097353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可以在下列情况使用</a:t>
            </a:r>
            <a:endParaRPr lang="zh-CN" altLang="en-US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107840" y="3097353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不可以在以下情况使用</a:t>
            </a:r>
            <a:endParaRPr lang="zh-CN" altLang="en-US" sz="1335" b="1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网络转载、线上线下传播。</a:t>
            </a:r>
            <a:endParaRPr lang="zh-CN" altLang="en-GB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47382" y="-404505"/>
            <a:ext cx="7893049" cy="3402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墨迹 6"/>
          <p:cNvPicPr/>
          <p:nvPr/>
        </p:nvPicPr>
        <p:blipFill>
          <a:blip r:embed="rId19"/>
          <a:stretch>
            <a:fillRect/>
          </a:stretch>
        </p:blipFill>
        <p:spPr>
          <a:xfrm>
            <a:off x="-1715569" y="629060"/>
            <a:ext cx="48000" cy="216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11.14"/>
  <p:tag name="AS_TITLE" val="Aspose.Slides for .NET 4.0 Client Profile"/>
  <p:tag name="AS_VERSION" val="2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762992125984,&quot;left&quot;:29.4344094488189,&quot;top&quot;:149.28708661417323,&quot;width&quot;:891.6444094488188}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634094488189,&quot;left&quot;:323.9390551181102,&quot;top&quot;:149.17110236220472,&quot;width&quot;:362.452125984252}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634094488189,&quot;left&quot;:323.9390551181102,&quot;top&quot;:149.17110236220472,&quot;width&quot;:362.452125984252}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634094488189,&quot;left&quot;:323.9390551181102,&quot;top&quot;:149.17110236220472,&quot;width&quot;:362.452125984252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horz" rtlCol="0">
        <a:spAutoFit/>
      </a:bodyPr>
      <a:lstStyle>
        <a:defPPr algn="l">
          <a:defRPr dirty="0" smtClean="0">
            <a:solidFill>
              <a:schemeClr val="bg1"/>
            </a:solidFill>
            <a:latin typeface="方正姚体" panose="02010601030101010101" pitchFamily="2" charset="-122"/>
            <a:ea typeface="方正姚体" panose="02010601030101010101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75</TotalTime>
  <Words>1797</Words>
  <Application>Microsoft Office PowerPoint</Application>
  <PresentationFormat>宽屏</PresentationFormat>
  <Paragraphs>157</Paragraphs>
  <Slides>19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方正姚体</vt:lpstr>
      <vt:lpstr>汉仪大宋简</vt:lpstr>
      <vt:lpstr>思源黑体 CN Light</vt:lpstr>
      <vt:lpstr>微软雅黑</vt:lpstr>
      <vt:lpstr>Arial</vt:lpstr>
      <vt:lpstr>Calibri</vt:lpstr>
      <vt:lpstr>Wingdings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科技感</dc:title>
  <dc:creator>第一PPT</dc:creator>
  <cp:keywords>www.1ppt.com</cp:keywords>
  <dc:description>www.1ppt.com</dc:description>
  <cp:lastModifiedBy>downloading</cp:lastModifiedBy>
  <cp:revision>134</cp:revision>
  <dcterms:created xsi:type="dcterms:W3CDTF">2018-08-06T02:32:00Z</dcterms:created>
  <dcterms:modified xsi:type="dcterms:W3CDTF">2026-08-27T14:33:19Z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F372E3B1CF8E45DB8AC8DCCB2E563FA4_12</vt:lpwstr>
  </property>
  <property fmtid="{D5CDD505-2E9C-101B-9397-08002B2CF9AE}" pid="3" name="KSOProductBuildVer">
    <vt:lpwstr>2052-12.1.0.28043</vt:lpwstr>
  </property>
</Properties>
</file>