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3"/>
  </p:handoutMasterIdLst>
  <p:sldIdLst>
    <p:sldId id="256" r:id="rId4"/>
    <p:sldId id="261" r:id="rId6"/>
    <p:sldId id="283" r:id="rId7"/>
    <p:sldId id="289" r:id="rId8"/>
    <p:sldId id="327" r:id="rId9"/>
    <p:sldId id="328" r:id="rId10"/>
    <p:sldId id="332" r:id="rId11"/>
    <p:sldId id="285" r:id="rId12"/>
    <p:sldId id="259" r:id="rId13"/>
    <p:sldId id="329" r:id="rId14"/>
    <p:sldId id="286" r:id="rId15"/>
    <p:sldId id="280" r:id="rId16"/>
    <p:sldId id="298" r:id="rId17"/>
    <p:sldId id="287" r:id="rId18"/>
    <p:sldId id="279" r:id="rId19"/>
    <p:sldId id="292" r:id="rId20"/>
    <p:sldId id="330" r:id="rId21"/>
    <p:sldId id="331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AC797728-F891-4FAD-A1CC-0CCBF2564A24}">
          <p14:sldIdLst>
            <p14:sldId id="256"/>
          </p14:sldIdLst>
        </p14:section>
        <p14:section name="目录页" id="{A3EB0901-0171-412C-BB0F-8EE8B88F75AF}">
          <p14:sldIdLst>
            <p14:sldId id="261"/>
          </p14:sldIdLst>
        </p14:section>
        <p14:section name="第一部分" id="{7F2B7FD9-10A3-4F08-9A62-B62AAAA5162D}">
          <p14:sldIdLst>
            <p14:sldId id="283"/>
            <p14:sldId id="289"/>
            <p14:sldId id="327"/>
            <p14:sldId id="328"/>
            <p14:sldId id="332"/>
          </p14:sldIdLst>
        </p14:section>
        <p14:section name="第二部分" id="{8FF48E60-9F76-4E3B-AB0A-1F9BD7337D4F}">
          <p14:sldIdLst>
            <p14:sldId id="285"/>
            <p14:sldId id="259"/>
            <p14:sldId id="329"/>
          </p14:sldIdLst>
        </p14:section>
        <p14:section name="第三部分" id="{EFEE0F5F-0AB6-4F75-86A6-98618EF0620C}">
          <p14:sldIdLst>
            <p14:sldId id="286"/>
            <p14:sldId id="280"/>
            <p14:sldId id="298"/>
          </p14:sldIdLst>
        </p14:section>
        <p14:section name="第四部分" id="{44A2B996-A678-417A-83CB-A8386EAE0C8B}">
          <p14:sldIdLst>
            <p14:sldId id="287"/>
            <p14:sldId id="279"/>
            <p14:sldId id="292"/>
          </p14:sldIdLst>
        </p14:section>
        <p14:section name="结束页" id="{448EEC20-DD01-42CD-8542-D3DE94050E02}">
          <p14:sldIdLst>
            <p14:sldId id="330"/>
            <p14:sldId id="331"/>
          </p14:sldIdLst>
        </p14:section>
        <p14:section name="二维码页" id="{8D9B0717-85A3-4F42-AB05-867474C384A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5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15" autoAdjust="0"/>
    <p:restoredTop sz="94291" autoAdjust="0"/>
  </p:normalViewPr>
  <p:slideViewPr>
    <p:cSldViewPr snapToGrid="0" showGuides="1">
      <p:cViewPr>
        <p:scale>
          <a:sx n="75" d="100"/>
          <a:sy n="75" d="100"/>
        </p:scale>
        <p:origin x="520" y="684"/>
      </p:cViewPr>
      <p:guideLst>
        <p:guide orient="horz" pos="15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234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3443DCB-2E9B-453A-A30E-0CCD19DC3B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6D53928-D204-47C6-8ABD-5C70DF1EEC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各位老师好，我们是吴厚润和冯明一。今天汇报的项目是 </a:t>
            </a:r>
            <a:r>
              <a:rPr lang="en-US" altLang="zh-CN" dirty="0"/>
              <a:t>ChatMonitor——</a:t>
            </a:r>
            <a:r>
              <a:rPr lang="zh-CN" altLang="en-US" dirty="0"/>
              <a:t>一个 24 小时内从 0 打造的智能群聊分析助手。下面按目录，从背景到上线分四部分介绍。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汇报分四部分：为什么开发、它的工作原理和完成过程、如何上线成为产品、以及创新点和展望。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先看第一部分——我们为什么开发 </a:t>
            </a:r>
            <a:r>
              <a:rPr lang="en-US" altLang="zh-CN"/>
              <a:t>ChatMonitor。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先讲痛点：一个活跃的群每天几百条消息，重要通知几分钟就被淹没，紧急事件难以及时发现，文件资料也不好整理。而市面上钉钉、微信、</a:t>
            </a:r>
            <a:r>
              <a:rPr lang="en-US" altLang="zh-CN"/>
              <a:t>QQ </a:t>
            </a:r>
            <a:r>
              <a:rPr lang="zh-CN" altLang="en-US"/>
              <a:t>自带的机器人，模型单一、不人性化、没法自定义——这就是市场空缺。所以我们做了 </a:t>
            </a:r>
            <a:r>
              <a:rPr lang="en-US" altLang="zh-CN"/>
              <a:t>ChatMonitor，</a:t>
            </a:r>
            <a:r>
              <a:rPr lang="zh-CN" altLang="en-US"/>
              <a:t>一套低成本、易部署、双平台、智能化的分析工具。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讲架构前先说一个我们的教训：第一版我们让 </a:t>
            </a:r>
            <a:r>
              <a:rPr lang="en-US" altLang="zh-CN"/>
              <a:t>QQ </a:t>
            </a:r>
            <a:r>
              <a:rPr lang="zh-CN" altLang="en-US"/>
              <a:t>监听和 </a:t>
            </a:r>
            <a:r>
              <a:rPr lang="en-US" altLang="zh-CN"/>
              <a:t>Web </a:t>
            </a:r>
            <a:r>
              <a:rPr lang="zh-CN" altLang="en-US"/>
              <a:t>服务跑在同一个进程里，结果 </a:t>
            </a:r>
            <a:r>
              <a:rPr lang="en-US" altLang="zh-CN"/>
              <a:t>QQ </a:t>
            </a:r>
            <a:r>
              <a:rPr lang="zh-CN" altLang="en-US"/>
              <a:t>一断线重连，整个网页都跟着卡死。所以我们重构成了现在这样——</a:t>
            </a:r>
            <a:r>
              <a:rPr lang="en-US" altLang="zh-CN"/>
              <a:t>Web、QQ、</a:t>
            </a:r>
            <a:r>
              <a:rPr lang="zh-CN" altLang="en-US"/>
              <a:t>钉钉三个进程完全隔离，各自独立数据库，通过文件通道解耦通信。这听起来是常识，但它是我们踩坑踩出来的。进程隔离带来的直接收益是：一个平台崩了，其他功能完全不受影响。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双重判定是我们最引以为傲的设计，它回答了一个核心问题：怎么让 </a:t>
            </a:r>
            <a:r>
              <a:rPr lang="en-US" altLang="zh-CN"/>
              <a:t>AI </a:t>
            </a:r>
            <a:r>
              <a:rPr lang="zh-CN" altLang="en-US"/>
              <a:t>聪明，又不让账单爆炸。第一级关键词筛选，把每天几百条消息压到十几条候选；第二级才让大模型做精准判定。你们看这几个例子：着火判定为 </a:t>
            </a:r>
            <a:r>
              <a:rPr lang="en-US" altLang="zh-CN"/>
              <a:t>high </a:t>
            </a:r>
            <a:r>
              <a:rPr lang="zh-CN" altLang="en-US"/>
              <a:t>并直接给出处置建议，考试通知是 </a:t>
            </a:r>
            <a:r>
              <a:rPr lang="en-US" altLang="zh-CN"/>
              <a:t>medium </a:t>
            </a:r>
            <a:r>
              <a:rPr lang="zh-CN" altLang="en-US"/>
              <a:t>提醒跟进，而"食堂难吃"这种闲聊被自动忽略——因为闲聊如果也调大模型，一天的成本能翻几十倍。速度和钱包，我们两个都要。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群里的图片、文件和语音会自动下载保存，多模态 </a:t>
            </a:r>
            <a:r>
              <a:rPr lang="en-US" altLang="zh-CN"/>
              <a:t>AI </a:t>
            </a:r>
            <a:r>
              <a:rPr lang="zh-CN" altLang="en-US"/>
              <a:t>识别内容，重要资料自动标记，形成可检索的班级资料库。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了解了它能做什么，进入第二部分——我们怎么在 24 小时内把它做出来的。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整个项目总开发时长不到 24 小时。我们采用 </a:t>
            </a:r>
            <a:r>
              <a:rPr lang="en-US" altLang="zh-CN"/>
              <a:t>Vibe Coding：</a:t>
            </a:r>
            <a:r>
              <a:rPr lang="zh-CN" altLang="en-US"/>
              <a:t>快速搭建原型、测试、迭代加功能、再做安全测试，整个开发过程高度依赖 </a:t>
            </a:r>
            <a:r>
              <a:rPr lang="en-US" altLang="zh-CN"/>
              <a:t>AI </a:t>
            </a:r>
            <a:r>
              <a:rPr lang="zh-CN" altLang="en-US"/>
              <a:t>辅助。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把想法拆解成清晰的模块，交给 </a:t>
            </a:r>
            <a:r>
              <a:rPr lang="en-US" altLang="zh-CN"/>
              <a:t>WorkBuddy </a:t>
            </a:r>
            <a:r>
              <a:rPr lang="zh-CN" altLang="en-US"/>
              <a:t>全程搭建，我们负责测试和产品迭代。</a:t>
            </a:r>
            <a:r>
              <a:rPr lang="en-US" altLang="zh-CN"/>
              <a:t>AI </a:t>
            </a:r>
            <a:r>
              <a:rPr lang="zh-CN" altLang="en-US"/>
              <a:t>负责实现，我们负责判断，这是这次开发效率高的关键。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做完之后，我们把它真正上线成了产品。进入第三部分。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上线依赖三样：阿里云服务器，托管了三个月服务；</a:t>
            </a:r>
            <a:r>
              <a:rPr lang="en-US" altLang="zh-CN"/>
              <a:t>Spaceship </a:t>
            </a:r>
            <a:r>
              <a:rPr lang="zh-CN" altLang="en-US"/>
              <a:t>域名，保留了一年，访问 </a:t>
            </a:r>
            <a:r>
              <a:rPr lang="en-US" altLang="zh-CN"/>
              <a:t>chatmonitor.space </a:t>
            </a:r>
            <a:r>
              <a:rPr lang="zh-CN" altLang="en-US"/>
              <a:t>即可；加上宝塔面板管理。从项目到产品，第一步就是把这些基础设施搭起来。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上线后我们重点保证三件事：多平台支持，</a:t>
            </a:r>
            <a:r>
              <a:rPr lang="en-US" altLang="zh-CN"/>
              <a:t>QQ、</a:t>
            </a:r>
            <a:r>
              <a:rPr lang="zh-CN" altLang="en-US"/>
              <a:t>钉钉都能接入；多账号数据隔离，每个账号独立空间；</a:t>
            </a:r>
            <a:r>
              <a:rPr lang="en-US" altLang="zh-CN"/>
              <a:t>AI </a:t>
            </a:r>
            <a:r>
              <a:rPr lang="zh-CN" altLang="en-US"/>
              <a:t>服务稳定，不因单个调用失败影响整体。同时完成了公网部署——搭服务器、配环境、配 </a:t>
            </a:r>
            <a:r>
              <a:rPr lang="en-US" altLang="zh-CN"/>
              <a:t>Nginx。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最后是创新与展望。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四个创新点：双重判定，关键词加 </a:t>
            </a:r>
            <a:r>
              <a:rPr lang="en-US" altLang="zh-CN"/>
              <a:t>AI </a:t>
            </a:r>
            <a:r>
              <a:rPr lang="zh-CN" altLang="en-US"/>
              <a:t>两级过滤，兼顾速度与成本；双平台对齐，</a:t>
            </a:r>
            <a:r>
              <a:rPr lang="en-US" altLang="zh-CN"/>
              <a:t>QQ </a:t>
            </a:r>
            <a:r>
              <a:rPr lang="zh-CN" altLang="en-US"/>
              <a:t>和钉钉统一适配器、管线复用；多租户接入，每账号独立绑定与隔离，15 秒自动接入；场景词库，内置 16 类 288 个专属风险词，新账号自动初始化。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展望未来：接入微信、飞书等更多平台；从日报走向周报、月报的趋势分析；文件库支持 </a:t>
            </a:r>
            <a:r>
              <a:rPr lang="en-US" altLang="zh-CN"/>
              <a:t>AI </a:t>
            </a:r>
            <a:r>
              <a:rPr lang="zh-CN" altLang="en-US"/>
              <a:t>问答检索；按班级、社团自定义监控策略。我们的愿景是——让每一句重要的话都不被淹没。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最后宣布：</a:t>
            </a:r>
            <a:r>
              <a:rPr lang="en-US" altLang="zh-CN"/>
              <a:t>ChatMonitor </a:t>
            </a:r>
            <a:r>
              <a:rPr lang="zh-CN" altLang="en-US"/>
              <a:t>已作为独立产品正式上线！可以通过两个渠道体验：我们监听的 </a:t>
            </a:r>
            <a:r>
              <a:rPr lang="en-US" altLang="zh-CN"/>
              <a:t>QQ </a:t>
            </a:r>
            <a:r>
              <a:rPr lang="zh-CN" altLang="en-US"/>
              <a:t>群，以及浏览器访问 </a:t>
            </a:r>
            <a:r>
              <a:rPr lang="en-US" altLang="zh-CN"/>
              <a:t>chatmonitor.space。</a:t>
            </a:r>
            <a:r>
              <a:rPr lang="zh-CN" altLang="en-US"/>
              <a:t>目前由于还没拿到 </a:t>
            </a:r>
            <a:r>
              <a:rPr lang="en-US" altLang="zh-CN"/>
              <a:t>SSL </a:t>
            </a:r>
            <a:r>
              <a:rPr lang="zh-CN" altLang="en-US"/>
              <a:t>证书，暂时只支持 </a:t>
            </a:r>
            <a:r>
              <a:rPr lang="en-US" altLang="zh-CN"/>
              <a:t>http，https </a:t>
            </a:r>
            <a:r>
              <a:rPr lang="zh-CN" altLang="en-US"/>
              <a:t>后续开放。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感谢各位老师</a:t>
            </a:r>
            <a:r>
              <a:rPr lang="zh-CN" altLang="en-US" dirty="0"/>
              <a:t>同学耐心听完。这个项目让我们相信：24 小时、两个人、加上 </a:t>
            </a:r>
            <a:r>
              <a:rPr lang="en-US" altLang="zh-CN" dirty="0"/>
              <a:t>AI </a:t>
            </a:r>
            <a:r>
              <a:rPr lang="zh-CN" altLang="en-US" dirty="0"/>
              <a:t>这个搭档，足够把一个想法变成真实运行的产品。谢谢！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3A0F8BA-187E-4423-AF0D-40747098AD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 charset="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A187B-D468-4B53-886A-7EEB7F234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2D24-EAF9-4C1F-892B-760069F117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7EA187B-D468-4B53-886A-7EEB7F234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7D02D24-EAF9-4C1F-892B-760069F117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99.xml"/><Relationship Id="rId98" Type="http://schemas.openxmlformats.org/officeDocument/2006/relationships/tags" Target="../tags/tag98.xml"/><Relationship Id="rId97" Type="http://schemas.openxmlformats.org/officeDocument/2006/relationships/tags" Target="../tags/tag97.xml"/><Relationship Id="rId96" Type="http://schemas.openxmlformats.org/officeDocument/2006/relationships/tags" Target="../tags/tag96.xml"/><Relationship Id="rId95" Type="http://schemas.openxmlformats.org/officeDocument/2006/relationships/tags" Target="../tags/tag95.xml"/><Relationship Id="rId94" Type="http://schemas.openxmlformats.org/officeDocument/2006/relationships/tags" Target="../tags/tag94.xml"/><Relationship Id="rId93" Type="http://schemas.openxmlformats.org/officeDocument/2006/relationships/tags" Target="../tags/tag93.xml"/><Relationship Id="rId92" Type="http://schemas.openxmlformats.org/officeDocument/2006/relationships/tags" Target="../tags/tag92.xml"/><Relationship Id="rId91" Type="http://schemas.openxmlformats.org/officeDocument/2006/relationships/tags" Target="../tags/tag91.xml"/><Relationship Id="rId90" Type="http://schemas.openxmlformats.org/officeDocument/2006/relationships/tags" Target="../tags/tag90.xml"/><Relationship Id="rId9" Type="http://schemas.openxmlformats.org/officeDocument/2006/relationships/tags" Target="../tags/tag9.xml"/><Relationship Id="rId89" Type="http://schemas.openxmlformats.org/officeDocument/2006/relationships/tags" Target="../tags/tag89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0" Type="http://schemas.openxmlformats.org/officeDocument/2006/relationships/notesSlide" Target="../notesSlides/notesSlide2.xml"/><Relationship Id="rId21" Type="http://schemas.openxmlformats.org/officeDocument/2006/relationships/tags" Target="../tags/tag21.xml"/><Relationship Id="rId209" Type="http://schemas.openxmlformats.org/officeDocument/2006/relationships/slideLayout" Target="../slideLayouts/slideLayout2.xml"/><Relationship Id="rId208" Type="http://schemas.openxmlformats.org/officeDocument/2006/relationships/tags" Target="../tags/tag208.xml"/><Relationship Id="rId207" Type="http://schemas.openxmlformats.org/officeDocument/2006/relationships/tags" Target="../tags/tag207.xml"/><Relationship Id="rId206" Type="http://schemas.openxmlformats.org/officeDocument/2006/relationships/tags" Target="../tags/tag206.xml"/><Relationship Id="rId205" Type="http://schemas.openxmlformats.org/officeDocument/2006/relationships/tags" Target="../tags/tag205.xml"/><Relationship Id="rId204" Type="http://schemas.openxmlformats.org/officeDocument/2006/relationships/tags" Target="../tags/tag204.xml"/><Relationship Id="rId203" Type="http://schemas.openxmlformats.org/officeDocument/2006/relationships/tags" Target="../tags/tag203.xml"/><Relationship Id="rId202" Type="http://schemas.openxmlformats.org/officeDocument/2006/relationships/tags" Target="../tags/tag202.xml"/><Relationship Id="rId201" Type="http://schemas.openxmlformats.org/officeDocument/2006/relationships/tags" Target="../tags/tag201.xml"/><Relationship Id="rId200" Type="http://schemas.openxmlformats.org/officeDocument/2006/relationships/tags" Target="../tags/tag200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9" Type="http://schemas.openxmlformats.org/officeDocument/2006/relationships/tags" Target="../tags/tag199.xml"/><Relationship Id="rId198" Type="http://schemas.openxmlformats.org/officeDocument/2006/relationships/tags" Target="../tags/tag198.xml"/><Relationship Id="rId197" Type="http://schemas.openxmlformats.org/officeDocument/2006/relationships/tags" Target="../tags/tag197.xml"/><Relationship Id="rId196" Type="http://schemas.openxmlformats.org/officeDocument/2006/relationships/tags" Target="../tags/tag196.xml"/><Relationship Id="rId195" Type="http://schemas.openxmlformats.org/officeDocument/2006/relationships/tags" Target="../tags/tag195.xml"/><Relationship Id="rId194" Type="http://schemas.openxmlformats.org/officeDocument/2006/relationships/tags" Target="../tags/tag194.xml"/><Relationship Id="rId193" Type="http://schemas.openxmlformats.org/officeDocument/2006/relationships/tags" Target="../tags/tag193.xml"/><Relationship Id="rId192" Type="http://schemas.openxmlformats.org/officeDocument/2006/relationships/tags" Target="../tags/tag192.xml"/><Relationship Id="rId191" Type="http://schemas.openxmlformats.org/officeDocument/2006/relationships/tags" Target="../tags/tag191.xml"/><Relationship Id="rId190" Type="http://schemas.openxmlformats.org/officeDocument/2006/relationships/tags" Target="../tags/tag190.xml"/><Relationship Id="rId19" Type="http://schemas.openxmlformats.org/officeDocument/2006/relationships/tags" Target="../tags/tag19.xml"/><Relationship Id="rId189" Type="http://schemas.openxmlformats.org/officeDocument/2006/relationships/tags" Target="../tags/tag189.xml"/><Relationship Id="rId188" Type="http://schemas.openxmlformats.org/officeDocument/2006/relationships/tags" Target="../tags/tag188.xml"/><Relationship Id="rId187" Type="http://schemas.openxmlformats.org/officeDocument/2006/relationships/tags" Target="../tags/tag187.xml"/><Relationship Id="rId186" Type="http://schemas.openxmlformats.org/officeDocument/2006/relationships/tags" Target="../tags/tag186.xml"/><Relationship Id="rId185" Type="http://schemas.openxmlformats.org/officeDocument/2006/relationships/tags" Target="../tags/tag185.xml"/><Relationship Id="rId184" Type="http://schemas.openxmlformats.org/officeDocument/2006/relationships/tags" Target="../tags/tag184.xml"/><Relationship Id="rId183" Type="http://schemas.openxmlformats.org/officeDocument/2006/relationships/tags" Target="../tags/tag183.xml"/><Relationship Id="rId182" Type="http://schemas.openxmlformats.org/officeDocument/2006/relationships/tags" Target="../tags/tag182.xml"/><Relationship Id="rId181" Type="http://schemas.openxmlformats.org/officeDocument/2006/relationships/tags" Target="../tags/tag181.xml"/><Relationship Id="rId180" Type="http://schemas.openxmlformats.org/officeDocument/2006/relationships/tags" Target="../tags/tag180.xml"/><Relationship Id="rId18" Type="http://schemas.openxmlformats.org/officeDocument/2006/relationships/tags" Target="../tags/tag18.xml"/><Relationship Id="rId179" Type="http://schemas.openxmlformats.org/officeDocument/2006/relationships/tags" Target="../tags/tag179.xml"/><Relationship Id="rId178" Type="http://schemas.openxmlformats.org/officeDocument/2006/relationships/tags" Target="../tags/tag178.xml"/><Relationship Id="rId177" Type="http://schemas.openxmlformats.org/officeDocument/2006/relationships/tags" Target="../tags/tag177.xml"/><Relationship Id="rId176" Type="http://schemas.openxmlformats.org/officeDocument/2006/relationships/tags" Target="../tags/tag176.xml"/><Relationship Id="rId175" Type="http://schemas.openxmlformats.org/officeDocument/2006/relationships/tags" Target="../tags/tag175.xml"/><Relationship Id="rId174" Type="http://schemas.openxmlformats.org/officeDocument/2006/relationships/tags" Target="../tags/tag174.xml"/><Relationship Id="rId173" Type="http://schemas.openxmlformats.org/officeDocument/2006/relationships/tags" Target="../tags/tag173.xml"/><Relationship Id="rId172" Type="http://schemas.openxmlformats.org/officeDocument/2006/relationships/tags" Target="../tags/tag172.xml"/><Relationship Id="rId171" Type="http://schemas.openxmlformats.org/officeDocument/2006/relationships/tags" Target="../tags/tag171.xml"/><Relationship Id="rId170" Type="http://schemas.openxmlformats.org/officeDocument/2006/relationships/tags" Target="../tags/tag170.xml"/><Relationship Id="rId17" Type="http://schemas.openxmlformats.org/officeDocument/2006/relationships/tags" Target="../tags/tag17.xml"/><Relationship Id="rId169" Type="http://schemas.openxmlformats.org/officeDocument/2006/relationships/tags" Target="../tags/tag169.xml"/><Relationship Id="rId168" Type="http://schemas.openxmlformats.org/officeDocument/2006/relationships/tags" Target="../tags/tag168.xml"/><Relationship Id="rId167" Type="http://schemas.openxmlformats.org/officeDocument/2006/relationships/tags" Target="../tags/tag167.xml"/><Relationship Id="rId166" Type="http://schemas.openxmlformats.org/officeDocument/2006/relationships/tags" Target="../tags/tag166.xml"/><Relationship Id="rId165" Type="http://schemas.openxmlformats.org/officeDocument/2006/relationships/tags" Target="../tags/tag165.xml"/><Relationship Id="rId164" Type="http://schemas.openxmlformats.org/officeDocument/2006/relationships/tags" Target="../tags/tag164.xml"/><Relationship Id="rId163" Type="http://schemas.openxmlformats.org/officeDocument/2006/relationships/tags" Target="../tags/tag163.xml"/><Relationship Id="rId162" Type="http://schemas.openxmlformats.org/officeDocument/2006/relationships/tags" Target="../tags/tag162.xml"/><Relationship Id="rId161" Type="http://schemas.openxmlformats.org/officeDocument/2006/relationships/tags" Target="../tags/tag161.xml"/><Relationship Id="rId160" Type="http://schemas.openxmlformats.org/officeDocument/2006/relationships/tags" Target="../tags/tag160.xml"/><Relationship Id="rId16" Type="http://schemas.openxmlformats.org/officeDocument/2006/relationships/tags" Target="../tags/tag16.xml"/><Relationship Id="rId159" Type="http://schemas.openxmlformats.org/officeDocument/2006/relationships/tags" Target="../tags/tag159.xml"/><Relationship Id="rId158" Type="http://schemas.openxmlformats.org/officeDocument/2006/relationships/tags" Target="../tags/tag158.xml"/><Relationship Id="rId157" Type="http://schemas.openxmlformats.org/officeDocument/2006/relationships/tags" Target="../tags/tag157.xml"/><Relationship Id="rId156" Type="http://schemas.openxmlformats.org/officeDocument/2006/relationships/tags" Target="../tags/tag156.xml"/><Relationship Id="rId155" Type="http://schemas.openxmlformats.org/officeDocument/2006/relationships/tags" Target="../tags/tag155.xml"/><Relationship Id="rId154" Type="http://schemas.openxmlformats.org/officeDocument/2006/relationships/tags" Target="../tags/tag154.xml"/><Relationship Id="rId153" Type="http://schemas.openxmlformats.org/officeDocument/2006/relationships/tags" Target="../tags/tag153.xml"/><Relationship Id="rId152" Type="http://schemas.openxmlformats.org/officeDocument/2006/relationships/tags" Target="../tags/tag152.xml"/><Relationship Id="rId151" Type="http://schemas.openxmlformats.org/officeDocument/2006/relationships/tags" Target="../tags/tag151.xml"/><Relationship Id="rId150" Type="http://schemas.openxmlformats.org/officeDocument/2006/relationships/tags" Target="../tags/tag150.xml"/><Relationship Id="rId15" Type="http://schemas.openxmlformats.org/officeDocument/2006/relationships/tags" Target="../tags/tag15.xml"/><Relationship Id="rId149" Type="http://schemas.openxmlformats.org/officeDocument/2006/relationships/tags" Target="../tags/tag149.xml"/><Relationship Id="rId148" Type="http://schemas.openxmlformats.org/officeDocument/2006/relationships/tags" Target="../tags/tag148.xml"/><Relationship Id="rId147" Type="http://schemas.openxmlformats.org/officeDocument/2006/relationships/tags" Target="../tags/tag147.xml"/><Relationship Id="rId146" Type="http://schemas.openxmlformats.org/officeDocument/2006/relationships/tags" Target="../tags/tag146.xml"/><Relationship Id="rId145" Type="http://schemas.openxmlformats.org/officeDocument/2006/relationships/tags" Target="../tags/tag145.xml"/><Relationship Id="rId144" Type="http://schemas.openxmlformats.org/officeDocument/2006/relationships/tags" Target="../tags/tag144.xml"/><Relationship Id="rId143" Type="http://schemas.openxmlformats.org/officeDocument/2006/relationships/tags" Target="../tags/tag143.xml"/><Relationship Id="rId142" Type="http://schemas.openxmlformats.org/officeDocument/2006/relationships/tags" Target="../tags/tag142.xml"/><Relationship Id="rId141" Type="http://schemas.openxmlformats.org/officeDocument/2006/relationships/tags" Target="../tags/tag141.xml"/><Relationship Id="rId140" Type="http://schemas.openxmlformats.org/officeDocument/2006/relationships/tags" Target="../tags/tag140.xml"/><Relationship Id="rId14" Type="http://schemas.openxmlformats.org/officeDocument/2006/relationships/tags" Target="../tags/tag14.xml"/><Relationship Id="rId139" Type="http://schemas.openxmlformats.org/officeDocument/2006/relationships/tags" Target="../tags/tag139.xml"/><Relationship Id="rId138" Type="http://schemas.openxmlformats.org/officeDocument/2006/relationships/tags" Target="../tags/tag138.xml"/><Relationship Id="rId137" Type="http://schemas.openxmlformats.org/officeDocument/2006/relationships/tags" Target="../tags/tag137.xml"/><Relationship Id="rId136" Type="http://schemas.openxmlformats.org/officeDocument/2006/relationships/tags" Target="../tags/tag136.xml"/><Relationship Id="rId135" Type="http://schemas.openxmlformats.org/officeDocument/2006/relationships/tags" Target="../tags/tag135.xml"/><Relationship Id="rId134" Type="http://schemas.openxmlformats.org/officeDocument/2006/relationships/tags" Target="../tags/tag134.xml"/><Relationship Id="rId133" Type="http://schemas.openxmlformats.org/officeDocument/2006/relationships/tags" Target="../tags/tag133.xml"/><Relationship Id="rId132" Type="http://schemas.openxmlformats.org/officeDocument/2006/relationships/tags" Target="../tags/tag132.xml"/><Relationship Id="rId131" Type="http://schemas.openxmlformats.org/officeDocument/2006/relationships/tags" Target="../tags/tag131.xml"/><Relationship Id="rId130" Type="http://schemas.openxmlformats.org/officeDocument/2006/relationships/tags" Target="../tags/tag130.xml"/><Relationship Id="rId13" Type="http://schemas.openxmlformats.org/officeDocument/2006/relationships/tags" Target="../tags/tag13.xml"/><Relationship Id="rId129" Type="http://schemas.openxmlformats.org/officeDocument/2006/relationships/tags" Target="../tags/tag129.xml"/><Relationship Id="rId128" Type="http://schemas.openxmlformats.org/officeDocument/2006/relationships/tags" Target="../tags/tag128.xml"/><Relationship Id="rId127" Type="http://schemas.openxmlformats.org/officeDocument/2006/relationships/tags" Target="../tags/tag127.xml"/><Relationship Id="rId126" Type="http://schemas.openxmlformats.org/officeDocument/2006/relationships/tags" Target="../tags/tag126.xml"/><Relationship Id="rId125" Type="http://schemas.openxmlformats.org/officeDocument/2006/relationships/tags" Target="../tags/tag125.xml"/><Relationship Id="rId124" Type="http://schemas.openxmlformats.org/officeDocument/2006/relationships/tags" Target="../tags/tag124.xml"/><Relationship Id="rId123" Type="http://schemas.openxmlformats.org/officeDocument/2006/relationships/tags" Target="../tags/tag123.xml"/><Relationship Id="rId122" Type="http://schemas.openxmlformats.org/officeDocument/2006/relationships/tags" Target="../tags/tag122.xml"/><Relationship Id="rId121" Type="http://schemas.openxmlformats.org/officeDocument/2006/relationships/tags" Target="../tags/tag121.xml"/><Relationship Id="rId120" Type="http://schemas.openxmlformats.org/officeDocument/2006/relationships/tags" Target="../tags/tag120.xml"/><Relationship Id="rId12" Type="http://schemas.openxmlformats.org/officeDocument/2006/relationships/tags" Target="../tags/tag12.xml"/><Relationship Id="rId119" Type="http://schemas.openxmlformats.org/officeDocument/2006/relationships/tags" Target="../tags/tag119.xml"/><Relationship Id="rId118" Type="http://schemas.openxmlformats.org/officeDocument/2006/relationships/tags" Target="../tags/tag118.xml"/><Relationship Id="rId117" Type="http://schemas.openxmlformats.org/officeDocument/2006/relationships/tags" Target="../tags/tag117.xml"/><Relationship Id="rId116" Type="http://schemas.openxmlformats.org/officeDocument/2006/relationships/tags" Target="../tags/tag116.xml"/><Relationship Id="rId115" Type="http://schemas.openxmlformats.org/officeDocument/2006/relationships/tags" Target="../tags/tag115.xml"/><Relationship Id="rId114" Type="http://schemas.openxmlformats.org/officeDocument/2006/relationships/tags" Target="../tags/tag114.xml"/><Relationship Id="rId113" Type="http://schemas.openxmlformats.org/officeDocument/2006/relationships/tags" Target="../tags/tag113.xml"/><Relationship Id="rId112" Type="http://schemas.openxmlformats.org/officeDocument/2006/relationships/tags" Target="../tags/tag112.xml"/><Relationship Id="rId111" Type="http://schemas.openxmlformats.org/officeDocument/2006/relationships/tags" Target="../tags/tag111.xml"/><Relationship Id="rId110" Type="http://schemas.openxmlformats.org/officeDocument/2006/relationships/tags" Target="../tags/tag110.xml"/><Relationship Id="rId11" Type="http://schemas.openxmlformats.org/officeDocument/2006/relationships/tags" Target="../tags/tag11.xml"/><Relationship Id="rId109" Type="http://schemas.openxmlformats.org/officeDocument/2006/relationships/tags" Target="../tags/tag109.xml"/><Relationship Id="rId108" Type="http://schemas.openxmlformats.org/officeDocument/2006/relationships/tags" Target="../tags/tag108.xml"/><Relationship Id="rId107" Type="http://schemas.openxmlformats.org/officeDocument/2006/relationships/tags" Target="../tags/tag107.xml"/><Relationship Id="rId106" Type="http://schemas.openxmlformats.org/officeDocument/2006/relationships/tags" Target="../tags/tag106.xml"/><Relationship Id="rId105" Type="http://schemas.openxmlformats.org/officeDocument/2006/relationships/tags" Target="../tags/tag105.xml"/><Relationship Id="rId104" Type="http://schemas.openxmlformats.org/officeDocument/2006/relationships/tags" Target="../tags/tag104.xml"/><Relationship Id="rId103" Type="http://schemas.openxmlformats.org/officeDocument/2006/relationships/tags" Target="../tags/tag103.xml"/><Relationship Id="rId102" Type="http://schemas.openxmlformats.org/officeDocument/2006/relationships/tags" Target="../tags/tag102.xml"/><Relationship Id="rId101" Type="http://schemas.openxmlformats.org/officeDocument/2006/relationships/tags" Target="../tags/tag101.xml"/><Relationship Id="rId100" Type="http://schemas.openxmlformats.org/officeDocument/2006/relationships/tags" Target="../tags/tag100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hyperlink" Target="http://chatmonitor.space/" TargetMode="Externa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4" Type="http://schemas.openxmlformats.org/officeDocument/2006/relationships/notesSlide" Target="../notesSlides/notesSlide15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233.xml"/><Relationship Id="rId21" Type="http://schemas.openxmlformats.org/officeDocument/2006/relationships/tags" Target="../tags/tag232.xml"/><Relationship Id="rId20" Type="http://schemas.openxmlformats.org/officeDocument/2006/relationships/tags" Target="../tags/tag231.xml"/><Relationship Id="rId2" Type="http://schemas.openxmlformats.org/officeDocument/2006/relationships/tags" Target="../tags/tag213.xml"/><Relationship Id="rId19" Type="http://schemas.openxmlformats.org/officeDocument/2006/relationships/tags" Target="../tags/tag230.xml"/><Relationship Id="rId18" Type="http://schemas.openxmlformats.org/officeDocument/2006/relationships/tags" Target="../tags/tag229.xml"/><Relationship Id="rId17" Type="http://schemas.openxmlformats.org/officeDocument/2006/relationships/tags" Target="../tags/tag228.xml"/><Relationship Id="rId16" Type="http://schemas.openxmlformats.org/officeDocument/2006/relationships/tags" Target="../tags/tag227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tags" Target="../tags/tag2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://chatmonitor.space/" TargetMode="Externa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7" name="任意多边形: 形状 12596"/>
          <p:cNvSpPr/>
          <p:nvPr/>
        </p:nvSpPr>
        <p:spPr>
          <a:xfrm flipV="1">
            <a:off x="9102600" y="4516060"/>
            <a:ext cx="1164226" cy="1014780"/>
          </a:xfrm>
          <a:custGeom>
            <a:avLst/>
            <a:gdLst>
              <a:gd name="connsiteX0" fmla="*/ 0 w 1886857"/>
              <a:gd name="connsiteY0" fmla="*/ 1644650 h 1644650"/>
              <a:gd name="connsiteX1" fmla="*/ 1886857 w 1886857"/>
              <a:gd name="connsiteY1" fmla="*/ 512536 h 1644650"/>
              <a:gd name="connsiteX2" fmla="*/ 949778 w 1886857"/>
              <a:gd name="connsiteY2" fmla="*/ 0 h 1644650"/>
              <a:gd name="connsiteX3" fmla="*/ 0 w 1886857"/>
              <a:gd name="connsiteY3" fmla="*/ 1644650 h 164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6856" h="1644650">
                <a:moveTo>
                  <a:pt x="0" y="1644650"/>
                </a:moveTo>
                <a:lnTo>
                  <a:pt x="1886857" y="512536"/>
                </a:lnTo>
                <a:lnTo>
                  <a:pt x="949778" y="0"/>
                </a:lnTo>
                <a:lnTo>
                  <a:pt x="0" y="164465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81" name="组合 12580"/>
          <p:cNvGrpSpPr/>
          <p:nvPr/>
        </p:nvGrpSpPr>
        <p:grpSpPr>
          <a:xfrm flipV="1">
            <a:off x="6890454" y="1777460"/>
            <a:ext cx="6066017" cy="5080540"/>
            <a:chOff x="15939" y="3267112"/>
            <a:chExt cx="4338637" cy="3633788"/>
          </a:xfrm>
        </p:grpSpPr>
        <p:sp>
          <p:nvSpPr>
            <p:cNvPr id="11982" name="Freeform 2105"/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3" name="Freeform 2106"/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4" name="Freeform 2107"/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close/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5" name="Freeform 2108"/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8" name="Freeform 2111"/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9" name="Freeform 2112"/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9" name="Freeform 171"/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close/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close/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close/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0" name="Freeform 172"/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1" name="Freeform 173"/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close/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close/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2" name="Freeform 174"/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3" name="Freeform 175"/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4" name="Freeform 176"/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5" name="Freeform 177"/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6" name="Freeform 178"/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7" name="Freeform 179"/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close/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close/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close/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close/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8" name="Freeform 180"/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9" name="Freeform 181"/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0" name="Freeform 182"/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1" name="Freeform 183"/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close/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close/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2" name="Freeform 184"/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3" name="Freeform 185"/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4" name="Freeform 186"/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5" name="Freeform 187"/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6" name="Freeform 188"/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7" name="Rectangle 189"/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8" name="Rectangle 190"/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9" name="Freeform 191"/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0" name="Freeform 192"/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1" name="Rectangle 193"/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2" name="Rectangle 194"/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3" name="Freeform 195"/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close/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close/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4" name="Freeform 196"/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5" name="Freeform 197"/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6" name="Freeform 198"/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7" name="Freeform 199"/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8" name="Freeform 200"/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9" name="Freeform 201"/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0" name="Freeform 202"/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1" name="Freeform 203"/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2" name="Freeform 204"/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3" name="Freeform 205"/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4" name="Freeform 206"/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5" name="Freeform 207"/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close/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6" name="Freeform 208"/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7" name="Freeform 209"/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8" name="Freeform 210"/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9" name="Freeform 211"/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0" name="Freeform 212"/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1" name="Freeform 213"/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2" name="Freeform 214"/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3" name="Freeform 215"/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4" name="Freeform 216"/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5" name="Freeform 217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6" name="Freeform 218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7" name="Rectangle 219"/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8" name="Rectangle 220"/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9" name="Freeform 221"/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0" name="Freeform 222"/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1" name="Freeform 223"/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2" name="Freeform 224"/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3" name="Freeform 225"/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4" name="Freeform 226"/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5" name="Freeform 227"/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close/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6" name="Freeform 228"/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7" name="Freeform 229"/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8" name="Freeform 230"/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9" name="Freeform 231"/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0" name="Freeform 232"/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1" name="Freeform 233"/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2" name="Freeform 234"/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3" name="Freeform 235"/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4" name="Freeform 236"/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5" name="Freeform 237"/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6" name="Freeform 238"/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7" name="Freeform 239"/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8" name="Freeform 240"/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9" name="Freeform 241"/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0" name="Freeform 242"/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1" name="Freeform 243"/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2" name="Freeform 244"/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3" name="Freeform 245"/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4" name="Freeform 246"/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5" name="Rectangle 247"/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6" name="Rectangle 248"/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7" name="Freeform 249"/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8" name="Freeform 250"/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9" name="Freeform 251"/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0" name="Freeform 252"/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1" name="Freeform 253"/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2" name="Freeform 254"/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3" name="Freeform 255"/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4" name="Freeform 256"/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5" name="Freeform 257"/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6" name="Freeform 258"/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7" name="Freeform 259"/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8" name="Freeform 260"/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9" name="Freeform 261"/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0" name="Freeform 262"/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1" name="Freeform 263"/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2" name="Freeform 264"/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3" name="Freeform 265"/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4" name="Freeform 266"/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5" name="Freeform 267"/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6" name="Freeform 268"/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7" name="Freeform 269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8" name="Freeform 270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9" name="Rectangle 271"/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0" name="Rectangle 272"/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1" name="Freeform 273"/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2" name="Freeform 274"/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3" name="Freeform 275"/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4" name="Freeform 276"/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5" name="Freeform 277"/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6" name="Freeform 278"/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7" name="Freeform 279"/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8" name="Freeform 280"/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9" name="Freeform 281"/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0" name="Freeform 282"/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1" name="Freeform 283"/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2" name="Freeform 284"/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3" name="Freeform 285"/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4" name="Freeform 286"/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5" name="Freeform 287"/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6" name="Freeform 288"/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7" name="Freeform 289"/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8" name="Freeform 290"/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9" name="Freeform 291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0" name="Freeform 292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1" name="Rectangle 293"/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2" name="Rectangle 294"/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3" name="Freeform 295"/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4" name="Freeform 296"/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5" name="Freeform 297"/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6" name="Freeform 298"/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7" name="Freeform 299"/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8" name="Freeform 300"/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9" name="Freeform 301"/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0" name="Freeform 302"/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1" name="Rectangle 303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2" name="Rectangle 304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3" name="Freeform 305"/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4" name="Freeform 306"/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5" name="Freeform 307"/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6" name="Freeform 308"/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7" name="Rectangle 309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8" name="Freeform 310"/>
            <p:cNvSpPr/>
            <p:nvPr/>
          </p:nvSpPr>
          <p:spPr bwMode="auto">
            <a:xfrm flipH="1">
              <a:off x="3036951" y="4502188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9" name="Freeform 311"/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0" name="Freeform 312"/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1" name="Freeform 313"/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2" name="Freeform 314"/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3" name="Freeform 315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4" name="Freeform 316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5" name="Freeform 317"/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6" name="Freeform 318"/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7" name="Freeform 319"/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8" name="Freeform 320"/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9" name="Freeform 321"/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close/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close/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0" name="Freeform 322"/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1" name="Freeform 323"/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2" name="Freeform 324"/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3" name="Freeform 325"/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4" name="Freeform 326"/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5" name="Freeform 327"/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6" name="Freeform 328"/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7" name="Freeform 329"/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8" name="Freeform 330"/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9" name="Rectangle 331"/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0" name="Rectangle 332"/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1" name="Rectangle 333"/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2" name="Rectangle 334"/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3" name="Freeform 335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4" name="Freeform 336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5" name="Freeform 337"/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6" name="Freeform 338"/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7" name="Freeform 339"/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8" name="Freeform 340"/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9" name="Freeform 341"/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0" name="Freeform 342"/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1" name="Freeform 343"/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2" name="Freeform 344"/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3" name="Freeform 345"/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4" name="Freeform 346"/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5" name="Freeform 347"/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6" name="Freeform 348"/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7" name="Freeform 349"/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8" name="Freeform 350"/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9" name="Freeform 351"/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0" name="Freeform 352"/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1" name="Freeform 353"/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2" name="Freeform 354"/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3" name="Freeform 355"/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4" name="Freeform 356"/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5" name="Freeform 357"/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6" name="Freeform 358"/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7" name="Freeform 359"/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8" name="Freeform 360"/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9" name="Freeform 361"/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0" name="Freeform 362"/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1" name="Freeform 363"/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2" name="Freeform 364"/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3" name="Freeform 365"/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4" name="Freeform 366"/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5" name="Freeform 367"/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6" name="Freeform 368"/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7" name="Freeform 369"/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8" name="Freeform 370"/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9" name="Freeform 372"/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0" name="Freeform 373"/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1" name="Freeform 374"/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2" name="Freeform 375"/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3" name="Freeform 376"/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4" name="Freeform 377"/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5" name="Freeform 378"/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6" name="Freeform 379"/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7" name="Freeform 380"/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8" name="Freeform 381"/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9" name="Freeform 382"/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0" name="Freeform 383"/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1" name="Freeform 384"/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2" name="Freeform 385"/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3" name="Freeform 386"/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4" name="Freeform 387"/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5" name="Freeform 388"/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6" name="Freeform 389"/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7" name="Rectangle 390"/>
            <p:cNvSpPr>
              <a:spLocks noChangeArrowheads="1"/>
            </p:cNvSpPr>
            <p:nvPr/>
          </p:nvSpPr>
          <p:spPr bwMode="auto">
            <a:xfrm>
              <a:off x="2300351" y="34671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8" name="Freeform 391"/>
            <p:cNvSpPr/>
            <p:nvPr/>
          </p:nvSpPr>
          <p:spPr bwMode="auto">
            <a:xfrm flipH="1">
              <a:off x="2300351" y="34671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9" name="Freeform 392"/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0" name="Freeform 393"/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1" name="Freeform 394"/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2" name="Freeform 395"/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3" name="Freeform 396"/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4" name="Freeform 397"/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5" name="Freeform 398"/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close/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close/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6" name="Freeform 399"/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7" name="Rectangle 400"/>
            <p:cNvSpPr>
              <a:spLocks noChangeArrowheads="1"/>
            </p:cNvSpPr>
            <p:nvPr/>
          </p:nvSpPr>
          <p:spPr bwMode="auto">
            <a:xfrm>
              <a:off x="2128901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8" name="Freeform 401"/>
            <p:cNvSpPr/>
            <p:nvPr/>
          </p:nvSpPr>
          <p:spPr bwMode="auto">
            <a:xfrm flipH="1">
              <a:off x="2128901" y="45339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9" name="Freeform 402"/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0" name="Freeform 403"/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1" name="Freeform 404"/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2" name="Freeform 405"/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3" name="Freeform 406"/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4" name="Freeform 407"/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5" name="Freeform 408"/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6" name="Freeform 409"/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7" name="Freeform 410"/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8" name="Freeform 411"/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9" name="Freeform 412"/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0" name="Freeform 413"/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1" name="Rectangle 414"/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2" name="Rectangle 415"/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3" name="Freeform 416"/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close/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4" name="Freeform 417"/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5" name="Freeform 418"/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close/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6" name="Freeform 419"/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moveTo>
                    <a:pt x="4" y="1"/>
                  </a:moveTo>
                  <a:lnTo>
                    <a:pt x="4" y="1"/>
                  </a:lnTo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7" name="Freeform 420"/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8" name="Freeform 421"/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9" name="Freeform 422"/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0" name="Freeform 423"/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1" name="Freeform 424"/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2" name="Freeform 425"/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3" name="Freeform 426"/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4" name="Freeform 427"/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5" name="Freeform 428"/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6" name="Freeform 429"/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7" name="Freeform 430"/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8" name="Freeform 431"/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9" name="Freeform 432"/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close/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0" name="Freeform 433"/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1" name="Freeform 434"/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2" name="Freeform 435"/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3" name="Freeform 436"/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4" name="Freeform 437"/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5" name="Freeform 438"/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6" name="Freeform 439"/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7" name="Freeform 440"/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8" name="Freeform 441"/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9" name="Freeform 442"/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0" name="Freeform 443"/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1" name="Freeform 444"/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2" name="Freeform 445"/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3" name="Freeform 446"/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4" name="Freeform 447"/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5" name="Rectangle 448"/>
            <p:cNvSpPr>
              <a:spLocks noChangeArrowheads="1"/>
            </p:cNvSpPr>
            <p:nvPr/>
          </p:nvSpPr>
          <p:spPr bwMode="auto">
            <a:xfrm>
              <a:off x="2146364" y="37973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6" name="Freeform 449"/>
            <p:cNvSpPr/>
            <p:nvPr/>
          </p:nvSpPr>
          <p:spPr bwMode="auto">
            <a:xfrm flipH="1">
              <a:off x="2146364" y="37973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7" name="Freeform 450"/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8" name="Freeform 451"/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9" name="Freeform 452"/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0" name="Freeform 453"/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1" name="Freeform 454"/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2" name="Freeform 455"/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3" name="Freeform 456"/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4" name="Freeform 457"/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5" name="Rectangle 458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6" name="Rectangle 459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7" name="Rectangle 460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8" name="Rectangle 461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9" name="Rectangle 462"/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0" name="Rectangle 463"/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1" name="Freeform 464"/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2" name="Freeform 465"/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3" name="Freeform 466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4" name="Freeform 467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5" name="Freeform 468"/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6" name="Freeform 469"/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7" name="Freeform 470"/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8" name="Freeform 471"/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9" name="Rectangle 472"/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0" name="Rectangle 473"/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1" name="Rectangle 474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2" name="Rectangle 475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3" name="Freeform 476"/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4" name="Freeform 477"/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5" name="Freeform 478"/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6" name="Freeform 479"/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7" name="Freeform 480"/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8" name="Freeform 481"/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9" name="Rectangle 482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0" name="Rectangle 483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1" name="Freeform 484"/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2" name="Freeform 485"/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3" name="Rectangle 486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4" name="Rectangle 487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5" name="Rectangle 488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6" name="Rectangle 489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7" name="Freeform 490"/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8" name="Freeform 491"/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9" name="Rectangle 492"/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0" name="Rectangle 493"/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1" name="Freeform 494"/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2" name="Freeform 495"/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3" name="Freeform 496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4" name="Freeform 497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5" name="Freeform 498"/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6" name="Freeform 499"/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7" name="Freeform 500"/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8" name="Freeform 501"/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9" name="Freeform 502"/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0" name="Freeform 503"/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1" name="Freeform 504"/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2" name="Freeform 505"/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3" name="Freeform 506"/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4" name="Freeform 507"/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5" name="Freeform 508"/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6" name="Freeform 509"/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7" name="Freeform 510"/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8" name="Freeform 511"/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9" name="Freeform 512"/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close/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close/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close/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0" name="Freeform 513"/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1" name="Freeform 514"/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close/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close/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2" name="Freeform 515"/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3" name="Freeform 516"/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4" name="Freeform 517"/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5" name="Freeform 518"/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close/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close/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6" name="Freeform 519"/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7" name="Freeform 520"/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8" name="Freeform 521"/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9" name="Freeform 522"/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0" name="Freeform 523"/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1" name="Freeform 524"/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2" name="Freeform 525"/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3" name="Freeform 526"/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4" name="Freeform 527"/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5" name="Freeform 528"/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close/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6" name="Freeform 529"/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7" name="Freeform 530"/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close/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8" name="Freeform 531"/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9" name="Freeform 532"/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0" name="Freeform 533"/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1" name="Rectangle 534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2" name="Rectangle 535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3" name="Freeform 536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4" name="Freeform 537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5" name="Rectangle 538"/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6" name="Rectangle 539"/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7" name="Rectangle 540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8" name="Rectangle 541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9" name="Rectangle 542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0" name="Rectangle 543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1" name="Freeform 544"/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2" name="Freeform 545"/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3" name="Freeform 546"/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4" name="Freeform 547"/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5" name="Freeform 548"/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6" name="Freeform 549"/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7" name="Freeform 550"/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8" name="Freeform 551"/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9" name="Freeform 552"/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0" name="Freeform 553"/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1" name="Freeform 554"/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close/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2" name="Freeform 555"/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3" name="Freeform 556"/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4" name="Freeform 557"/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5" name="Freeform 558"/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6" name="Freeform 559"/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7" name="Rectangle 560"/>
            <p:cNvSpPr>
              <a:spLocks noChangeArrowheads="1"/>
            </p:cNvSpPr>
            <p:nvPr/>
          </p:nvSpPr>
          <p:spPr bwMode="auto">
            <a:xfrm>
              <a:off x="3090926" y="4778412"/>
              <a:ext cx="1587" cy="4763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8" name="Freeform 561"/>
            <p:cNvSpPr/>
            <p:nvPr/>
          </p:nvSpPr>
          <p:spPr bwMode="auto">
            <a:xfrm flipH="1">
              <a:off x="3090926" y="4778412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9" name="Freeform 562"/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0" name="Freeform 563"/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1" name="Freeform 564"/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2" name="Freeform 565"/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3" name="Freeform 566"/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4" name="Freeform 567"/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5" name="Freeform 568"/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6" name="Freeform 569"/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7" name="Freeform 570"/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close/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8" name="Freeform 571"/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3" name="Freeform 573"/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4" name="Freeform 574"/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5" name="Freeform 575"/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6" name="Freeform 576"/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7" name="Freeform 577"/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8" name="Freeform 578"/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9" name="Freeform 579"/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0" name="Freeform 580"/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1" name="Freeform 581"/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close/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6" name="Freeform 582"/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7" name="Freeform 583"/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0" name="Freeform 584"/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1" name="Freeform 585"/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2" name="Freeform 586"/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3" name="Freeform 587"/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4" name="Freeform 588"/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5" name="Freeform 589"/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6" name="Freeform 590"/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7" name="Rectangle 591"/>
            <p:cNvSpPr>
              <a:spLocks noChangeArrowheads="1"/>
            </p:cNvSpPr>
            <p:nvPr/>
          </p:nvSpPr>
          <p:spPr bwMode="auto">
            <a:xfrm>
              <a:off x="3368739" y="56547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8" name="Freeform 592"/>
            <p:cNvSpPr/>
            <p:nvPr/>
          </p:nvSpPr>
          <p:spPr bwMode="auto">
            <a:xfrm flipH="1">
              <a:off x="3368739" y="56547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9" name="Freeform 593"/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0" name="Freeform 594"/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1" name="Freeform 595"/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2" name="Freeform 596"/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3" name="Freeform 597"/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4" name="Freeform 598"/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5" name="Freeform 599"/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6" name="Freeform 600"/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7" name="Freeform 601"/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8" name="Freeform 602"/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9" name="Freeform 603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0" name="Freeform 604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1" name="Freeform 605"/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2" name="Freeform 606"/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3" name="Freeform 607"/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4" name="Freeform 608"/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5" name="Freeform 609"/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6" name="Freeform 610"/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7" name="Freeform 611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8" name="Freeform 612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9" name="Freeform 613"/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0" name="Freeform 614"/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1" name="Freeform 615"/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2" name="Freeform 616"/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3" name="Freeform 617"/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4" name="Freeform 618"/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5" name="Freeform 619"/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close/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close/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6" name="Freeform 620"/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7" name="Freeform 621"/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8" name="Freeform 622"/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9" name="Freeform 623"/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0" name="Freeform 624"/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1" name="Freeform 625"/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2" name="Freeform 626"/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3" name="Freeform 627"/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close/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4" name="Freeform 628"/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5" name="Freeform 629"/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6" name="Freeform 630"/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7" name="Freeform 631"/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8" name="Freeform 632"/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9" name="Freeform 633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0" name="Freeform 634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1" name="Freeform 635"/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2" name="Freeform 636"/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3" name="Freeform 637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4" name="Freeform 638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5" name="Freeform 639"/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close/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close/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6" name="Freeform 640"/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7" name="Freeform 641"/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8" name="Freeform 642"/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9" name="Freeform 643"/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0" name="Freeform 644"/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1" name="Rectangle 645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2" name="Rectangle 646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3" name="Freeform 647"/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4" name="Freeform 648"/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5" name="Freeform 649"/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6" name="Freeform 650"/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7" name="Freeform 651"/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8" name="Freeform 652"/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9" name="Freeform 653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0" name="Freeform 654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1" name="Rectangle 655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2" name="Rectangle 656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3" name="Rectangle 657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4" name="Rectangle 658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5" name="Rectangle 659"/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6" name="Rectangle 660"/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7" name="Rectangle 661"/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8" name="Rectangle 662"/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9" name="Freeform 663"/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0" name="Freeform 664"/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1" name="Freeform 665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2" name="Freeform 666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3" name="Freeform 667"/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4" name="Freeform 668"/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5" name="Freeform 669"/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6" name="Freeform 670"/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7" name="Freeform 671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8" name="Freeform 672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9" name="Freeform 673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0" name="Freeform 674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1" name="Freeform 675"/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2" name="Freeform 676"/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3" name="Freeform 677"/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4" name="Freeform 678"/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5" name="Rectangle 679"/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6" name="Rectangle 680"/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7" name="Freeform 681"/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8" name="Freeform 682"/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9" name="Freeform 683"/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0" name="Freeform 684"/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1" name="Rectangle 685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2" name="Rectangle 686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3" name="Rectangle 687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4" name="Rectangle 688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5" name="Rectangle 689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6" name="Rectangle 690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7" name="Rectangle 691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8" name="Freeform 692"/>
            <p:cNvSpPr/>
            <p:nvPr/>
          </p:nvSpPr>
          <p:spPr bwMode="auto">
            <a:xfrm flipH="1">
              <a:off x="2122551" y="45434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9" name="Rectangle 693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0" name="Rectangle 694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1" name="Rectangle 695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2" name="Rectangle 696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3" name="Freeform 697"/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4" name="Freeform 698"/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5" name="Freeform 699"/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6" name="Freeform 700"/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7" name="Freeform 701"/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8" name="Freeform 702"/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9" name="Rectangle 703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0" name="Rectangle 704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1" name="Rectangle 705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2" name="Freeform 706"/>
            <p:cNvSpPr/>
            <p:nvPr/>
          </p:nvSpPr>
          <p:spPr bwMode="auto">
            <a:xfrm>
              <a:off x="2120964" y="4543462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3" name="Freeform 707"/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4" name="Freeform 708"/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5" name="Freeform 709"/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6" name="Freeform 710"/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7" name="Freeform 711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8" name="Freeform 712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9" name="Freeform 713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0" name="Freeform 714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1" name="Freeform 715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2" name="Freeform 716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3" name="Rectangle 717"/>
            <p:cNvSpPr>
              <a:spLocks noChangeArrowheads="1"/>
            </p:cNvSpPr>
            <p:nvPr/>
          </p:nvSpPr>
          <p:spPr bwMode="auto">
            <a:xfrm>
              <a:off x="2125726" y="45387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4" name="Freeform 718"/>
            <p:cNvSpPr/>
            <p:nvPr/>
          </p:nvSpPr>
          <p:spPr bwMode="auto">
            <a:xfrm flipH="1">
              <a:off x="2125726" y="453870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5" name="Freeform 719"/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6" name="Freeform 720"/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7" name="Freeform 721"/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8" name="Freeform 722"/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9" name="Freeform 723"/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0" name="Freeform 724"/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1" name="Freeform 725"/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2" name="Freeform 726"/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3" name="Rectangle 727"/>
            <p:cNvSpPr>
              <a:spLocks noChangeArrowheads="1"/>
            </p:cNvSpPr>
            <p:nvPr/>
          </p:nvSpPr>
          <p:spPr bwMode="auto">
            <a:xfrm>
              <a:off x="2119376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4" name="Freeform 728"/>
            <p:cNvSpPr/>
            <p:nvPr/>
          </p:nvSpPr>
          <p:spPr bwMode="auto">
            <a:xfrm>
              <a:off x="2119376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5" name="Freeform 729"/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6" name="Freeform 730"/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7" name="Freeform 731"/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8" name="Freeform 732"/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9" name="Freeform 733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0" name="Freeform 734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1" name="Freeform 735"/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2" name="Freeform 736"/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3" name="Freeform 737"/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4" name="Freeform 738"/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5" name="Rectangle 739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6" name="Rectangle 740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7" name="Rectangle 741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8" name="Freeform 742"/>
            <p:cNvSpPr/>
            <p:nvPr/>
          </p:nvSpPr>
          <p:spPr bwMode="auto">
            <a:xfrm flipH="1">
              <a:off x="2984564" y="49054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9" name="Freeform 743"/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0" name="Freeform 744"/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1" name="Rectangle 745"/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2" name="Rectangle 746"/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3" name="Freeform 747"/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4" name="Freeform 748"/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5" name="Rectangle 749"/>
            <p:cNvSpPr>
              <a:spLocks noChangeArrowheads="1"/>
            </p:cNvSpPr>
            <p:nvPr/>
          </p:nvSpPr>
          <p:spPr bwMode="auto">
            <a:xfrm>
              <a:off x="2982976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6" name="Freeform 750"/>
            <p:cNvSpPr/>
            <p:nvPr/>
          </p:nvSpPr>
          <p:spPr bwMode="auto">
            <a:xfrm flipH="1">
              <a:off x="298297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7" name="Freeform 751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8" name="Freeform 752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9" name="Freeform 753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0" name="Freeform 754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1" name="Freeform 755"/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2" name="Freeform 756"/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3" name="Freeform 757"/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4" name="Freeform 758"/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5" name="Rectangle 759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6" name="Rectangle 760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7" name="Rectangle 761"/>
            <p:cNvSpPr>
              <a:spLocks noChangeArrowheads="1"/>
            </p:cNvSpPr>
            <p:nvPr/>
          </p:nvSpPr>
          <p:spPr bwMode="auto">
            <a:xfrm>
              <a:off x="1889189" y="60420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8" name="Freeform 762"/>
            <p:cNvSpPr/>
            <p:nvPr/>
          </p:nvSpPr>
          <p:spPr bwMode="auto">
            <a:xfrm flipH="1">
              <a:off x="1889189" y="60420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9" name="Freeform 763"/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0" name="Freeform 764"/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1" name="Rectangle 765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2" name="Rectangle 766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3" name="Rectangle 767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4" name="Freeform 768"/>
            <p:cNvSpPr/>
            <p:nvPr/>
          </p:nvSpPr>
          <p:spPr bwMode="auto">
            <a:xfrm flipH="1">
              <a:off x="2976626" y="49022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5" name="Freeform 769"/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6" name="Freeform 770"/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7" name="Freeform 771"/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8" name="Freeform 772"/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774"/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775"/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776"/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777"/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778"/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779"/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780"/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781"/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782"/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783"/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784"/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close/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785"/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786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787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788"/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789"/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790"/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791"/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792"/>
            <p:cNvSpPr>
              <a:spLocks noChangeArrowheads="1"/>
            </p:cNvSpPr>
            <p:nvPr/>
          </p:nvSpPr>
          <p:spPr bwMode="auto">
            <a:xfrm>
              <a:off x="2611501" y="608968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793"/>
            <p:cNvSpPr/>
            <p:nvPr/>
          </p:nvSpPr>
          <p:spPr bwMode="auto">
            <a:xfrm flipH="1">
              <a:off x="2611501" y="608968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794"/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close/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795"/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796"/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797"/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798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799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800"/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801"/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802"/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803"/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804"/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close/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805"/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806"/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807"/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808"/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close/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close/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close/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809"/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810"/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811"/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812"/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close/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813"/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814"/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815"/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816"/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817"/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818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819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820"/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821"/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822"/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823"/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824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825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826"/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827"/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828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829"/>
            <p:cNvSpPr/>
            <p:nvPr/>
          </p:nvSpPr>
          <p:spPr bwMode="auto">
            <a:xfrm flipH="1">
              <a:off x="3400489" y="46180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830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831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832"/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833"/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834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835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836"/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837"/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838"/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839"/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840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841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842"/>
            <p:cNvSpPr>
              <a:spLocks noEditPoints="1"/>
            </p:cNvSpPr>
            <p:nvPr/>
          </p:nvSpPr>
          <p:spPr bwMode="auto">
            <a:xfrm>
              <a:off x="3695764" y="4881600"/>
              <a:ext cx="657225" cy="565150"/>
            </a:xfrm>
            <a:custGeom>
              <a:avLst/>
              <a:gdLst>
                <a:gd name="T0" fmla="*/ 414 w 414"/>
                <a:gd name="T1" fmla="*/ 351 h 356"/>
                <a:gd name="T2" fmla="*/ 411 w 414"/>
                <a:gd name="T3" fmla="*/ 353 h 356"/>
                <a:gd name="T4" fmla="*/ 414 w 414"/>
                <a:gd name="T5" fmla="*/ 356 h 356"/>
                <a:gd name="T6" fmla="*/ 414 w 414"/>
                <a:gd name="T7" fmla="*/ 351 h 356"/>
                <a:gd name="T8" fmla="*/ 0 w 414"/>
                <a:gd name="T9" fmla="*/ 0 h 356"/>
                <a:gd name="T10" fmla="*/ 407 w 414"/>
                <a:gd name="T11" fmla="*/ 350 h 356"/>
                <a:gd name="T12" fmla="*/ 407 w 414"/>
                <a:gd name="T13" fmla="*/ 350 h 356"/>
                <a:gd name="T14" fmla="*/ 0 w 414"/>
                <a:gd name="T15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2" h="356">
                  <a:moveTo>
                    <a:pt x="414" y="351"/>
                  </a:moveTo>
                  <a:lnTo>
                    <a:pt x="411" y="353"/>
                  </a:lnTo>
                  <a:lnTo>
                    <a:pt x="414" y="356"/>
                  </a:lnTo>
                  <a:lnTo>
                    <a:pt x="414" y="351"/>
                  </a:lnTo>
                  <a:close/>
                  <a:moveTo>
                    <a:pt x="0" y="0"/>
                  </a:moveTo>
                  <a:lnTo>
                    <a:pt x="407" y="350"/>
                  </a:lnTo>
                  <a:lnTo>
                    <a:pt x="407" y="35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844"/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845"/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846"/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847"/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848"/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849"/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850"/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851"/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2" name="Freeform 852"/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3" name="Freeform 853"/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4" name="Freeform 854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5" name="Freeform 855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6" name="Freeform 856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7" name="Freeform 857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8" name="Freeform 858"/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9" name="Freeform 859"/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0" name="Rectangle 860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1" name="Rectangle 861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2" name="Rectangle 862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3" name="Rectangle 863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4" name="Freeform 864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5" name="Freeform 865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6" name="Freeform 866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7" name="Freeform 867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8" name="Freeform 868"/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close/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9" name="Freeform 869"/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0" name="Freeform 870"/>
            <p:cNvSpPr/>
            <p:nvPr/>
          </p:nvSpPr>
          <p:spPr bwMode="auto">
            <a:xfrm>
              <a:off x="3403664" y="4629187"/>
              <a:ext cx="708025" cy="968375"/>
            </a:xfrm>
            <a:custGeom>
              <a:avLst/>
              <a:gdLst>
                <a:gd name="T0" fmla="*/ 0 w 446"/>
                <a:gd name="T1" fmla="*/ 0 h 610"/>
                <a:gd name="T2" fmla="*/ 0 w 446"/>
                <a:gd name="T3" fmla="*/ 2 h 610"/>
                <a:gd name="T4" fmla="*/ 441 w 446"/>
                <a:gd name="T5" fmla="*/ 610 h 610"/>
                <a:gd name="T6" fmla="*/ 443 w 446"/>
                <a:gd name="T7" fmla="*/ 610 h 610"/>
                <a:gd name="T8" fmla="*/ 444 w 446"/>
                <a:gd name="T9" fmla="*/ 610 h 610"/>
                <a:gd name="T10" fmla="*/ 446 w 446"/>
                <a:gd name="T11" fmla="*/ 608 h 610"/>
                <a:gd name="T12" fmla="*/ 444 w 446"/>
                <a:gd name="T13" fmla="*/ 607 h 610"/>
                <a:gd name="T14" fmla="*/ 11 w 446"/>
                <a:gd name="T15" fmla="*/ 10 h 610"/>
                <a:gd name="T16" fmla="*/ 0 w 446"/>
                <a:gd name="T17" fmla="*/ 0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6" h="610">
                  <a:moveTo>
                    <a:pt x="0" y="0"/>
                  </a:moveTo>
                  <a:lnTo>
                    <a:pt x="0" y="2"/>
                  </a:lnTo>
                  <a:lnTo>
                    <a:pt x="441" y="610"/>
                  </a:lnTo>
                  <a:lnTo>
                    <a:pt x="443" y="610"/>
                  </a:lnTo>
                  <a:lnTo>
                    <a:pt x="444" y="610"/>
                  </a:lnTo>
                  <a:lnTo>
                    <a:pt x="446" y="608"/>
                  </a:lnTo>
                  <a:lnTo>
                    <a:pt x="444" y="607"/>
                  </a:lnTo>
                  <a:lnTo>
                    <a:pt x="11" y="1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2" name="Freeform 872"/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3" name="Freeform 873"/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4" name="Freeform 874"/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5" name="Freeform 875"/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6" name="Freeform 876"/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" name="Freeform 877"/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8" name="Rectangle 878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9" name="Freeform 879"/>
            <p:cNvSpPr/>
            <p:nvPr/>
          </p:nvSpPr>
          <p:spPr bwMode="auto">
            <a:xfrm flipH="1">
              <a:off x="3397314" y="46244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0" name="Freeform 880"/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close/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1" name="Freeform 881"/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2" name="Rectangle 882"/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3" name="Rectangle 883"/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4" name="Freeform 884"/>
            <p:cNvSpPr/>
            <p:nvPr/>
          </p:nvSpPr>
          <p:spPr bwMode="auto">
            <a:xfrm>
              <a:off x="3410014" y="4629187"/>
              <a:ext cx="942975" cy="812800"/>
            </a:xfrm>
            <a:custGeom>
              <a:avLst/>
              <a:gdLst>
                <a:gd name="T0" fmla="*/ 0 w 594"/>
                <a:gd name="T1" fmla="*/ 0 h 512"/>
                <a:gd name="T2" fmla="*/ 7 w 594"/>
                <a:gd name="T3" fmla="*/ 10 h 512"/>
                <a:gd name="T4" fmla="*/ 180 w 594"/>
                <a:gd name="T5" fmla="*/ 159 h 512"/>
                <a:gd name="T6" fmla="*/ 587 w 594"/>
                <a:gd name="T7" fmla="*/ 509 h 512"/>
                <a:gd name="T8" fmla="*/ 591 w 594"/>
                <a:gd name="T9" fmla="*/ 512 h 512"/>
                <a:gd name="T10" fmla="*/ 594 w 594"/>
                <a:gd name="T11" fmla="*/ 510 h 512"/>
                <a:gd name="T12" fmla="*/ 593 w 594"/>
                <a:gd name="T13" fmla="*/ 508 h 512"/>
                <a:gd name="T14" fmla="*/ 588 w 594"/>
                <a:gd name="T15" fmla="*/ 503 h 512"/>
                <a:gd name="T16" fmla="*/ 588 w 594"/>
                <a:gd name="T17" fmla="*/ 503 h 512"/>
                <a:gd name="T18" fmla="*/ 409 w 594"/>
                <a:gd name="T19" fmla="*/ 349 h 512"/>
                <a:gd name="T20" fmla="*/ 4 w 594"/>
                <a:gd name="T21" fmla="*/ 1 h 512"/>
                <a:gd name="T22" fmla="*/ 0 w 594"/>
                <a:gd name="T2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4" h="512">
                  <a:moveTo>
                    <a:pt x="0" y="0"/>
                  </a:moveTo>
                  <a:lnTo>
                    <a:pt x="7" y="10"/>
                  </a:lnTo>
                  <a:lnTo>
                    <a:pt x="180" y="159"/>
                  </a:lnTo>
                  <a:lnTo>
                    <a:pt x="587" y="509"/>
                  </a:lnTo>
                  <a:lnTo>
                    <a:pt x="591" y="512"/>
                  </a:lnTo>
                  <a:lnTo>
                    <a:pt x="594" y="510"/>
                  </a:lnTo>
                  <a:lnTo>
                    <a:pt x="593" y="508"/>
                  </a:lnTo>
                  <a:lnTo>
                    <a:pt x="588" y="503"/>
                  </a:lnTo>
                  <a:lnTo>
                    <a:pt x="588" y="503"/>
                  </a:lnTo>
                  <a:lnTo>
                    <a:pt x="409" y="349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6" name="Freeform 886"/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" name="Freeform 887"/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" name="Rectangle 888"/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9" name="Rectangle 889"/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0" name="Freeform 890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2" name="Freeform 891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3" name="Freeform 892"/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4" name="Freeform 893"/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5" name="Freeform 894"/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" name="Freeform 895"/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" name="Freeform 896"/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" name="Freeform 897"/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" name="Freeform 898"/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" name="Freeform 899"/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Freeform 900"/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Freeform 901"/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902"/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Freeform 903"/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Freeform 904"/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Freeform 905"/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Freeform 906"/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Freeform 907"/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Rectangle 908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Rectangle 909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Freeform 910"/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Freeform 911"/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Freeform 912"/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Freeform 913"/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Freeform 914"/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8" name="Freeform 915"/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9" name="Freeform 916"/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0" name="Freeform 917"/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1" name="Freeform 918"/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2" name="Freeform 919"/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582" name="组合 12581"/>
          <p:cNvGrpSpPr/>
          <p:nvPr/>
        </p:nvGrpSpPr>
        <p:grpSpPr>
          <a:xfrm flipH="1" flipV="1">
            <a:off x="9937213" y="740157"/>
            <a:ext cx="2268537" cy="1557339"/>
            <a:chOff x="11796349" y="8382981"/>
            <a:chExt cx="2268537" cy="1557339"/>
          </a:xfrm>
        </p:grpSpPr>
        <p:sp>
          <p:nvSpPr>
            <p:cNvPr id="945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6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7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8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7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8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1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2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3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4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5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6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7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8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9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0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1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2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3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4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5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6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7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8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9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0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1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2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3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6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8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2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4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6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8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0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2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4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6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7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8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9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0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1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2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3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4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5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6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8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9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0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1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2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3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4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5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6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7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8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9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0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1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2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3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4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5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6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7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8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9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0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1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8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9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0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1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2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3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4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5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6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7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8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9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1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2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3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4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5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6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7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8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9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0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1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2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3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4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5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6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7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8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9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0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1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2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3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4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5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6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7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8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9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0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1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2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3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4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5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6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7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8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9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0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2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3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4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5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6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7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8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9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0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1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4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5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6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7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8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9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0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1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2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3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4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5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6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7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8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9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0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1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2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3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4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5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6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7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8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9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0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1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2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3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4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5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6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7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8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9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0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7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8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9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0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1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2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3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4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5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6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7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8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9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0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1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2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3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4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5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6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7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8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9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0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1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2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3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4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5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6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8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1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2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3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4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5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6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7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8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9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0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1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2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3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4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5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6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7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8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9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0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1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2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3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4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5" name="椭圆 184"/>
          <p:cNvSpPr/>
          <p:nvPr/>
        </p:nvSpPr>
        <p:spPr>
          <a:xfrm flipH="1">
            <a:off x="351128" y="48195"/>
            <a:ext cx="3489866" cy="3489866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椭圆 185"/>
          <p:cNvSpPr/>
          <p:nvPr/>
        </p:nvSpPr>
        <p:spPr>
          <a:xfrm flipH="1" flipV="1">
            <a:off x="5837347" y="3843422"/>
            <a:ext cx="1382708" cy="1382708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1" name="文本框 910" descr="演讲标题"/>
          <p:cNvSpPr txBox="1"/>
          <p:nvPr/>
        </p:nvSpPr>
        <p:spPr>
          <a:xfrm>
            <a:off x="1677281" y="2505396"/>
            <a:ext cx="5849257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00FAFF"/>
                </a:solidFill>
                <a:ea typeface="华文细黑" panose="02010600040101010101" pitchFamily="2" charset="-122"/>
              </a:defRPr>
            </a:lvl1pPr>
          </a:lstStyle>
          <a:p>
            <a:r>
              <a:rPr lang="en-US" altLang="zh-CN" sz="7200" dirty="0" err="1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endParaRPr lang="en-US" altLang="zh-CN" sz="7200" dirty="0">
              <a:solidFill>
                <a:srgbClr val="FF156E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r>
              <a:rPr lang="zh-CN" altLang="en-US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我们如何在</a:t>
            </a:r>
            <a:r>
              <a:rPr lang="en-US" altLang="zh-CN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24h</a:t>
            </a:r>
            <a:r>
              <a:rPr lang="zh-CN" altLang="en-US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内从</a:t>
            </a:r>
            <a:r>
              <a:rPr lang="en-US" altLang="zh-CN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0</a:t>
            </a:r>
            <a:r>
              <a:rPr lang="zh-CN" altLang="en-US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打造产品</a:t>
            </a:r>
            <a:endParaRPr lang="zh-CN" altLang="en-US" sz="3200" dirty="0">
              <a:solidFill>
                <a:srgbClr val="FF156E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914" name="文本框 913" descr="演讲时间"/>
          <p:cNvSpPr txBox="1"/>
          <p:nvPr/>
        </p:nvSpPr>
        <p:spPr>
          <a:xfrm>
            <a:off x="1712045" y="1959853"/>
            <a:ext cx="825060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2400" dirty="0">
                <a:latin typeface="汉仪大宋简" panose="02010609000101010101" charset="-122"/>
                <a:ea typeface="汉仪大宋简" panose="02010609000101010101" charset="-122"/>
              </a:rPr>
              <a:t>科学夏令营结业科创项目汇报</a:t>
            </a:r>
            <a:endParaRPr lang="zh-CN" altLang="en-US" sz="2400" dirty="0"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913" name="文本框 912" descr="演讲人"/>
          <p:cNvSpPr txBox="1"/>
          <p:nvPr/>
        </p:nvSpPr>
        <p:spPr>
          <a:xfrm>
            <a:off x="1677281" y="4955125"/>
            <a:ext cx="5849257" cy="3683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汇报人：吴厚润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冯明一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4" name="直接连接符 203"/>
          <p:cNvCxnSpPr/>
          <p:nvPr/>
        </p:nvCxnSpPr>
        <p:spPr>
          <a:xfrm>
            <a:off x="1791606" y="5336373"/>
            <a:ext cx="268264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41000">
                  <a:srgbClr val="5944C0"/>
                </a:gs>
              </a:gsLst>
              <a:lin ang="0" scaled="0"/>
            </a:gra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矩形 900"/>
          <p:cNvSpPr/>
          <p:nvPr/>
        </p:nvSpPr>
        <p:spPr>
          <a:xfrm>
            <a:off x="10101821" y="597483"/>
            <a:ext cx="1026488" cy="282239"/>
          </a:xfrm>
          <a:prstGeom prst="rect">
            <a:avLst/>
          </a:prstGeom>
          <a:gradFill>
            <a:gsLst>
              <a:gs pos="100000">
                <a:srgbClr val="C211E5"/>
              </a:gs>
              <a:gs pos="24000">
                <a:srgbClr val="00154D">
                  <a:alpha val="4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27" name="椭圆 12626"/>
          <p:cNvSpPr>
            <a:spLocks noChangeAspect="1"/>
          </p:cNvSpPr>
          <p:nvPr/>
        </p:nvSpPr>
        <p:spPr>
          <a:xfrm>
            <a:off x="8966200" y="29972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3" name="椭圆 2132"/>
          <p:cNvSpPr>
            <a:spLocks noChangeAspect="1"/>
          </p:cNvSpPr>
          <p:nvPr/>
        </p:nvSpPr>
        <p:spPr>
          <a:xfrm>
            <a:off x="9403402" y="32799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4" name="椭圆 2133"/>
          <p:cNvSpPr>
            <a:spLocks noChangeAspect="1"/>
          </p:cNvSpPr>
          <p:nvPr/>
        </p:nvSpPr>
        <p:spPr>
          <a:xfrm>
            <a:off x="9927885" y="4123803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5" name="椭圆 2134"/>
          <p:cNvSpPr>
            <a:spLocks noChangeAspect="1"/>
          </p:cNvSpPr>
          <p:nvPr/>
        </p:nvSpPr>
        <p:spPr>
          <a:xfrm>
            <a:off x="11315904" y="3503661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7" name="椭圆 2136"/>
          <p:cNvSpPr>
            <a:spLocks noChangeAspect="1"/>
          </p:cNvSpPr>
          <p:nvPr/>
        </p:nvSpPr>
        <p:spPr>
          <a:xfrm>
            <a:off x="9335202" y="4791225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9" name="椭圆 2138"/>
          <p:cNvSpPr>
            <a:spLocks noChangeAspect="1"/>
          </p:cNvSpPr>
          <p:nvPr/>
        </p:nvSpPr>
        <p:spPr>
          <a:xfrm>
            <a:off x="9807235" y="309053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0" name="椭圆 2139"/>
          <p:cNvSpPr>
            <a:spLocks noChangeAspect="1"/>
          </p:cNvSpPr>
          <p:nvPr/>
        </p:nvSpPr>
        <p:spPr>
          <a:xfrm>
            <a:off x="11591274" y="3890105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1" name="椭圆 2140"/>
          <p:cNvSpPr>
            <a:spLocks noChangeAspect="1"/>
          </p:cNvSpPr>
          <p:nvPr/>
        </p:nvSpPr>
        <p:spPr>
          <a:xfrm>
            <a:off x="10478719" y="456761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5" name="椭圆 2144"/>
          <p:cNvSpPr>
            <a:spLocks noChangeAspect="1"/>
          </p:cNvSpPr>
          <p:nvPr/>
        </p:nvSpPr>
        <p:spPr>
          <a:xfrm>
            <a:off x="9705635" y="3283075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6" name="椭圆 2145"/>
          <p:cNvSpPr>
            <a:spLocks noChangeAspect="1"/>
          </p:cNvSpPr>
          <p:nvPr/>
        </p:nvSpPr>
        <p:spPr>
          <a:xfrm>
            <a:off x="10647022" y="4083030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7" name="椭圆 2146"/>
          <p:cNvSpPr>
            <a:spLocks noChangeAspect="1"/>
          </p:cNvSpPr>
          <p:nvPr/>
        </p:nvSpPr>
        <p:spPr>
          <a:xfrm>
            <a:off x="11604304" y="3808587"/>
            <a:ext cx="36000" cy="36000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8" name="椭圆 2147"/>
          <p:cNvSpPr>
            <a:spLocks noChangeAspect="1"/>
          </p:cNvSpPr>
          <p:nvPr/>
        </p:nvSpPr>
        <p:spPr>
          <a:xfrm>
            <a:off x="11418151" y="4471166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9" name="椭圆 2148"/>
          <p:cNvSpPr>
            <a:spLocks noChangeAspect="1"/>
          </p:cNvSpPr>
          <p:nvPr/>
        </p:nvSpPr>
        <p:spPr>
          <a:xfrm>
            <a:off x="12140729" y="4575881"/>
            <a:ext cx="36000" cy="36000"/>
          </a:xfrm>
          <a:prstGeom prst="ellipse">
            <a:avLst/>
          </a:prstGeom>
          <a:solidFill>
            <a:srgbClr val="410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" name="椭圆 2150"/>
          <p:cNvSpPr>
            <a:spLocks noChangeAspect="1"/>
          </p:cNvSpPr>
          <p:nvPr/>
        </p:nvSpPr>
        <p:spPr>
          <a:xfrm>
            <a:off x="11128309" y="5389838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3" name="椭圆 2152"/>
          <p:cNvSpPr>
            <a:spLocks noChangeAspect="1"/>
          </p:cNvSpPr>
          <p:nvPr/>
        </p:nvSpPr>
        <p:spPr>
          <a:xfrm>
            <a:off x="11012156" y="5262592"/>
            <a:ext cx="36000" cy="36000"/>
          </a:xfrm>
          <a:prstGeom prst="ellipse">
            <a:avLst/>
          </a:prstGeom>
          <a:solidFill>
            <a:srgbClr val="6410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5" name="椭圆 2154"/>
          <p:cNvSpPr>
            <a:spLocks noChangeAspect="1"/>
          </p:cNvSpPr>
          <p:nvPr/>
        </p:nvSpPr>
        <p:spPr>
          <a:xfrm>
            <a:off x="8799900" y="450659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6" name="椭圆 2155"/>
          <p:cNvSpPr>
            <a:spLocks noChangeAspect="1"/>
          </p:cNvSpPr>
          <p:nvPr/>
        </p:nvSpPr>
        <p:spPr>
          <a:xfrm>
            <a:off x="9555076" y="3969019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7" name="椭圆 2156"/>
          <p:cNvSpPr>
            <a:spLocks noChangeAspect="1"/>
          </p:cNvSpPr>
          <p:nvPr/>
        </p:nvSpPr>
        <p:spPr>
          <a:xfrm>
            <a:off x="8570511" y="509630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9" name="椭圆 2158"/>
          <p:cNvSpPr>
            <a:spLocks noChangeAspect="1"/>
          </p:cNvSpPr>
          <p:nvPr/>
        </p:nvSpPr>
        <p:spPr>
          <a:xfrm flipV="1">
            <a:off x="10953376" y="898050"/>
            <a:ext cx="14015" cy="14015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8" name="椭圆 2167"/>
          <p:cNvSpPr>
            <a:spLocks noChangeAspect="1"/>
          </p:cNvSpPr>
          <p:nvPr/>
        </p:nvSpPr>
        <p:spPr>
          <a:xfrm flipV="1">
            <a:off x="11197589" y="1063362"/>
            <a:ext cx="14015" cy="14015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630" name="组合 12629"/>
          <p:cNvGrpSpPr/>
          <p:nvPr/>
        </p:nvGrpSpPr>
        <p:grpSpPr>
          <a:xfrm rot="21107131">
            <a:off x="9602075" y="416719"/>
            <a:ext cx="997429" cy="1326338"/>
            <a:chOff x="9602075" y="713103"/>
            <a:chExt cx="774543" cy="1029954"/>
          </a:xfrm>
        </p:grpSpPr>
        <p:sp>
          <p:nvSpPr>
            <p:cNvPr id="2160" name="椭圆 2159"/>
            <p:cNvSpPr>
              <a:spLocks noChangeAspect="1"/>
            </p:cNvSpPr>
            <p:nvPr/>
          </p:nvSpPr>
          <p:spPr>
            <a:xfrm flipV="1">
              <a:off x="10362603" y="1257987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2" name="椭圆 2161"/>
            <p:cNvSpPr>
              <a:spLocks noChangeAspect="1"/>
            </p:cNvSpPr>
            <p:nvPr/>
          </p:nvSpPr>
          <p:spPr>
            <a:xfrm flipV="1">
              <a:off x="10030526" y="884035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5" name="椭圆 2164"/>
            <p:cNvSpPr>
              <a:spLocks noChangeAspect="1"/>
            </p:cNvSpPr>
            <p:nvPr/>
          </p:nvSpPr>
          <p:spPr>
            <a:xfrm flipV="1">
              <a:off x="10238077" y="1729042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9" name="椭圆 2168"/>
            <p:cNvSpPr>
              <a:spLocks noChangeAspect="1"/>
            </p:cNvSpPr>
            <p:nvPr/>
          </p:nvSpPr>
          <p:spPr>
            <a:xfrm flipV="1">
              <a:off x="9730600" y="1043514"/>
              <a:ext cx="14015" cy="14015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0" name="椭圆 2169"/>
            <p:cNvSpPr>
              <a:spLocks noChangeAspect="1"/>
            </p:cNvSpPr>
            <p:nvPr/>
          </p:nvSpPr>
          <p:spPr>
            <a:xfrm flipV="1">
              <a:off x="10153720" y="1344712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1" name="椭圆 2170"/>
            <p:cNvSpPr>
              <a:spLocks noChangeAspect="1"/>
            </p:cNvSpPr>
            <p:nvPr/>
          </p:nvSpPr>
          <p:spPr>
            <a:xfrm flipV="1">
              <a:off x="9602075" y="713103"/>
              <a:ext cx="14015" cy="140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2" name="文本框 911" descr="公司名称"/>
          <p:cNvSpPr txBox="1"/>
          <p:nvPr/>
        </p:nvSpPr>
        <p:spPr>
          <a:xfrm>
            <a:off x="9843235" y="553521"/>
            <a:ext cx="1899075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文本框 362"/>
          <p:cNvSpPr txBox="1"/>
          <p:nvPr/>
        </p:nvSpPr>
        <p:spPr>
          <a:xfrm>
            <a:off x="3873526" y="79181"/>
            <a:ext cx="4444949" cy="11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6000" cap="all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Contents</a:t>
            </a:r>
            <a:endParaRPr lang="en-US" altLang="zh-CN" sz="6000" cap="all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cxnSp>
        <p:nvCxnSpPr>
          <p:cNvPr id="364" name="直接连接符 363"/>
          <p:cNvCxnSpPr/>
          <p:nvPr/>
        </p:nvCxnSpPr>
        <p:spPr>
          <a:xfrm rot="5400000" flipH="1">
            <a:off x="6096000" y="658517"/>
            <a:ext cx="0" cy="945077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/>
                </a:gs>
              </a:gsLst>
              <a:lin ang="5400000" scaled="0"/>
            </a:gra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椭圆 367"/>
          <p:cNvSpPr/>
          <p:nvPr/>
        </p:nvSpPr>
        <p:spPr>
          <a:xfrm rot="5400000" flipV="1">
            <a:off x="1955380" y="-1538188"/>
            <a:ext cx="8016250" cy="8016250"/>
          </a:xfrm>
          <a:prstGeom prst="ellipse">
            <a:avLst/>
          </a:prstGeom>
          <a:noFill/>
          <a:ln>
            <a:gradFill>
              <a:gsLst>
                <a:gs pos="98425">
                  <a:srgbClr val="1265BB">
                    <a:alpha val="0"/>
                  </a:srgbClr>
                </a:gs>
                <a:gs pos="91000">
                  <a:srgbClr val="D41366"/>
                </a:gs>
                <a:gs pos="0">
                  <a:srgbClr val="1265BB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373817" y="2100937"/>
            <a:ext cx="3311647" cy="1732545"/>
            <a:chOff x="44997" y="2259600"/>
            <a:chExt cx="3311647" cy="1732545"/>
          </a:xfrm>
        </p:grpSpPr>
        <p:sp>
          <p:nvSpPr>
            <p:cNvPr id="56" name="文本框 55" descr="章节序号1"/>
            <p:cNvSpPr txBox="1"/>
            <p:nvPr>
              <p:custDataLst>
                <p:tags r:id="rId2"/>
              </p:custDataLst>
            </p:nvPr>
          </p:nvSpPr>
          <p:spPr>
            <a:xfrm>
              <a:off x="722989" y="2259600"/>
              <a:ext cx="1762777" cy="64633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3600">
                  <a:solidFill>
                    <a:srgbClr val="4F34F3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01</a:t>
              </a:r>
              <a:endParaRPr lang="zh-CN" altLang="en-US" sz="3600">
                <a:solidFill>
                  <a:srgbClr val="4F34F3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sp>
          <p:nvSpPr>
            <p:cNvPr id="60" name="文本框 59" descr="章节标题1"/>
            <p:cNvSpPr txBox="1"/>
            <p:nvPr>
              <p:custDataLst>
                <p:tags r:id="rId3"/>
              </p:custDataLst>
            </p:nvPr>
          </p:nvSpPr>
          <p:spPr>
            <a:xfrm>
              <a:off x="44998" y="2865150"/>
              <a:ext cx="311876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2400" dirty="0" err="1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ChatMonitor</a:t>
              </a:r>
              <a:endParaRPr lang="zh-CN" altLang="en-US" sz="24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grpSp>
          <p:nvGrpSpPr>
            <p:cNvPr id="416" name="组合 415"/>
            <p:cNvGrpSpPr/>
            <p:nvPr/>
          </p:nvGrpSpPr>
          <p:grpSpPr>
            <a:xfrm>
              <a:off x="1175264" y="2395146"/>
              <a:ext cx="393673" cy="394721"/>
              <a:chOff x="2731720" y="54050"/>
              <a:chExt cx="6727675" cy="6745583"/>
            </a:xfrm>
          </p:grpSpPr>
          <p:sp>
            <p:nvSpPr>
              <p:cNvPr id="417" name="Line 5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 flipH="1">
                <a:off x="7843838" y="2370138"/>
                <a:ext cx="1414463" cy="28162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8" name="Line 6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 flipH="1">
                <a:off x="5843588" y="438150"/>
                <a:ext cx="1743075" cy="12287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9" name="Line 7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 flipH="1">
                <a:off x="7150101" y="438150"/>
                <a:ext cx="436563" cy="35020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0" name="Freeform 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765426" y="92075"/>
                <a:ext cx="6656388" cy="6673850"/>
              </a:xfrm>
              <a:custGeom>
                <a:avLst/>
                <a:gdLst>
                  <a:gd name="T0" fmla="*/ 3474 w 4193"/>
                  <a:gd name="T1" fmla="*/ 3694 h 4204"/>
                  <a:gd name="T2" fmla="*/ 2762 w 4193"/>
                  <a:gd name="T3" fmla="*/ 4100 h 4204"/>
                  <a:gd name="T4" fmla="*/ 1947 w 4193"/>
                  <a:gd name="T5" fmla="*/ 4204 h 4204"/>
                  <a:gd name="T6" fmla="*/ 1156 w 4193"/>
                  <a:gd name="T7" fmla="*/ 3986 h 4204"/>
                  <a:gd name="T8" fmla="*/ 508 w 4193"/>
                  <a:gd name="T9" fmla="*/ 3480 h 4204"/>
                  <a:gd name="T10" fmla="*/ 103 w 4193"/>
                  <a:gd name="T11" fmla="*/ 2766 h 4204"/>
                  <a:gd name="T12" fmla="*/ 0 w 4193"/>
                  <a:gd name="T13" fmla="*/ 1952 h 4204"/>
                  <a:gd name="T14" fmla="*/ 217 w 4193"/>
                  <a:gd name="T15" fmla="*/ 1159 h 4204"/>
                  <a:gd name="T16" fmla="*/ 719 w 4193"/>
                  <a:gd name="T17" fmla="*/ 509 h 4204"/>
                  <a:gd name="T18" fmla="*/ 1434 w 4193"/>
                  <a:gd name="T19" fmla="*/ 101 h 4204"/>
                  <a:gd name="T20" fmla="*/ 2246 w 4193"/>
                  <a:gd name="T21" fmla="*/ 0 h 4204"/>
                  <a:gd name="T22" fmla="*/ 3037 w 4193"/>
                  <a:gd name="T23" fmla="*/ 218 h 4204"/>
                  <a:gd name="T24" fmla="*/ 3685 w 4193"/>
                  <a:gd name="T25" fmla="*/ 722 h 4204"/>
                  <a:gd name="T26" fmla="*/ 4090 w 4193"/>
                  <a:gd name="T27" fmla="*/ 1435 h 4204"/>
                  <a:gd name="T28" fmla="*/ 4193 w 4193"/>
                  <a:gd name="T29" fmla="*/ 2252 h 4204"/>
                  <a:gd name="T30" fmla="*/ 3977 w 4193"/>
                  <a:gd name="T31" fmla="*/ 3045 h 4204"/>
                  <a:gd name="T32" fmla="*/ 3474 w 4193"/>
                  <a:gd name="T33" fmla="*/ 3694 h 4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93" h="4204">
                    <a:moveTo>
                      <a:pt x="3474" y="3694"/>
                    </a:moveTo>
                    <a:lnTo>
                      <a:pt x="2762" y="4100"/>
                    </a:lnTo>
                    <a:lnTo>
                      <a:pt x="1947" y="4204"/>
                    </a:lnTo>
                    <a:lnTo>
                      <a:pt x="1156" y="3986"/>
                    </a:lnTo>
                    <a:lnTo>
                      <a:pt x="508" y="3480"/>
                    </a:lnTo>
                    <a:lnTo>
                      <a:pt x="103" y="2766"/>
                    </a:lnTo>
                    <a:lnTo>
                      <a:pt x="0" y="1952"/>
                    </a:lnTo>
                    <a:lnTo>
                      <a:pt x="217" y="1159"/>
                    </a:lnTo>
                    <a:lnTo>
                      <a:pt x="719" y="509"/>
                    </a:lnTo>
                    <a:lnTo>
                      <a:pt x="1434" y="101"/>
                    </a:lnTo>
                    <a:lnTo>
                      <a:pt x="2246" y="0"/>
                    </a:lnTo>
                    <a:lnTo>
                      <a:pt x="3037" y="218"/>
                    </a:lnTo>
                    <a:lnTo>
                      <a:pt x="3685" y="722"/>
                    </a:lnTo>
                    <a:lnTo>
                      <a:pt x="4090" y="1435"/>
                    </a:lnTo>
                    <a:lnTo>
                      <a:pt x="4193" y="2252"/>
                    </a:lnTo>
                    <a:lnTo>
                      <a:pt x="3977" y="3045"/>
                    </a:lnTo>
                    <a:lnTo>
                      <a:pt x="3474" y="3694"/>
                    </a:lnTo>
                    <a:close/>
                  </a:path>
                </a:pathLst>
              </a:cu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1" name="Line 9"/>
              <p:cNvSpPr>
                <a:spLocks noChangeShapeType="1"/>
              </p:cNvSpPr>
              <p:nvPr>
                <p:custDataLst>
                  <p:tags r:id="rId8"/>
                </p:custDataLst>
              </p:nvPr>
            </p:nvSpPr>
            <p:spPr bwMode="auto">
              <a:xfrm flipH="1">
                <a:off x="2928938" y="252413"/>
                <a:ext cx="2112963" cy="42306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2" name="Line 10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3906838" y="900113"/>
                <a:ext cx="693738" cy="551973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3" name="Line 11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571876" y="5616575"/>
                <a:ext cx="3578225" cy="984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4" name="Line 12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533901" y="5881688"/>
                <a:ext cx="3746500" cy="74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5" name="Line 13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041901" y="252413"/>
                <a:ext cx="3238500" cy="57038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6" name="Line 14"/>
              <p:cNvSpPr>
                <a:spLocks noChangeShapeType="1"/>
              </p:cNvSpPr>
              <p:nvPr>
                <p:custDataLst>
                  <p:tags r:id="rId13"/>
                </p:custDataLst>
              </p:nvPr>
            </p:nvSpPr>
            <p:spPr bwMode="auto">
              <a:xfrm flipV="1">
                <a:off x="4533901" y="4926013"/>
                <a:ext cx="4545013" cy="95567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7" name="Line 15"/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 flipV="1">
                <a:off x="4533901" y="2370138"/>
                <a:ext cx="4724400" cy="35115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8" name="Line 16"/>
              <p:cNvSpPr>
                <a:spLocks noChangeShapeType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071938" y="2193925"/>
                <a:ext cx="3078163" cy="1746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9" name="Line 17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109913" y="1931988"/>
                <a:ext cx="1423988" cy="394970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0" name="Line 18"/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 flipV="1">
                <a:off x="7150101" y="1238250"/>
                <a:ext cx="1465263" cy="2701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1" name="Line 19"/>
              <p:cNvSpPr>
                <a:spLocks noChangeShapeType="1"/>
              </p:cNvSpPr>
              <p:nvPr>
                <p:custDataLst>
                  <p:tags r:id="rId18"/>
                </p:custDataLst>
              </p:nvPr>
            </p:nvSpPr>
            <p:spPr bwMode="auto">
              <a:xfrm flipV="1">
                <a:off x="2928938" y="3940175"/>
                <a:ext cx="4221163" cy="542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2" name="Line 20"/>
              <p:cNvSpPr>
                <a:spLocks noChangeShapeType="1"/>
              </p:cNvSpPr>
              <p:nvPr>
                <p:custDataLst>
                  <p:tags r:id="rId19"/>
                </p:custDataLst>
              </p:nvPr>
            </p:nvSpPr>
            <p:spPr bwMode="auto">
              <a:xfrm flipH="1">
                <a:off x="4533901" y="92075"/>
                <a:ext cx="1797050" cy="5789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3" name="Line 21"/>
              <p:cNvSpPr>
                <a:spLocks noChangeShapeType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071938" y="2193925"/>
                <a:ext cx="5186363" cy="1762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4" name="Line 22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 flipV="1">
                <a:off x="4071938" y="92075"/>
                <a:ext cx="2259013" cy="21018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5" name="Line 23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6330951" y="92075"/>
                <a:ext cx="2927350" cy="227806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6" name="Oval 24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5003432" y="2187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7" name="Oval 25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873132" y="86208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8" name="Oval 26"/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076207" y="1893962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9" name="Oval 27"/>
              <p:cNvSpPr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2731720" y="31905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" name="Oval 28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2890470" y="44493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1" name="Oval 29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3538170" y="558172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2" name="Oval 30"/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4496762" y="5846837"/>
                <a:ext cx="74278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3" name="Oval 31"/>
              <p:cNvSpPr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7111632" y="39021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4" name="Oval 32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7805370" y="51478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5" name="Oval 33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5003432" y="41752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6" name="Oval 34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5817820" y="672745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7" name="Oval 35"/>
              <p:cNvSpPr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4566870" y="63813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8" name="Oval 36"/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7111632" y="65628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9" name="Oval 37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8241932" y="59182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0" name="Oval 38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3538170" y="3106369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1" name="Oval 39"/>
              <p:cNvSpPr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3949332" y="428473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2" name="Oval 40"/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5406657" y="29507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3" name="Oval 41"/>
              <p:cNvSpPr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5805120" y="16284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4" name="Oval 42"/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4033470" y="21590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5" name="Oval 43"/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9041332" y="4887544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6" name="Oval 44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9385819" y="3628657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7" name="Oval 45"/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9224595" y="233643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8" name="Oval 46"/>
              <p:cNvSpPr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8578482" y="11997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9" name="Oval 47"/>
              <p:cNvSpPr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7552957" y="3996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0" name="Oval 48"/>
              <p:cNvSpPr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6297245" y="540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1" name="Oval 49"/>
              <p:cNvSpPr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7330707" y="22522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1" name="文本框 70" descr="章节概要1"/>
            <p:cNvSpPr txBox="1"/>
            <p:nvPr>
              <p:custDataLst>
                <p:tags r:id="rId49"/>
              </p:custDataLst>
            </p:nvPr>
          </p:nvSpPr>
          <p:spPr>
            <a:xfrm>
              <a:off x="44997" y="3312344"/>
              <a:ext cx="3311647" cy="67980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sz="1600" dirty="0" err="1">
                  <a:solidFill>
                    <a:schemeClr val="bg1">
                      <a:alpha val="5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ChatMonitor</a:t>
              </a:r>
              <a:r>
                <a:rPr lang="zh-CN" altLang="en-US" sz="1600" dirty="0">
                  <a:solidFill>
                    <a:schemeClr val="bg1">
                      <a:alpha val="5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能做什么？为何想开发</a:t>
              </a:r>
              <a:r>
                <a:rPr lang="en-US" altLang="zh-CN" sz="1600" dirty="0" err="1">
                  <a:solidFill>
                    <a:schemeClr val="bg1">
                      <a:alpha val="5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ChatMonitor</a:t>
              </a:r>
              <a:r>
                <a:rPr lang="zh-CN" altLang="en-US" sz="1600" dirty="0">
                  <a:solidFill>
                    <a:schemeClr val="bg1">
                      <a:alpha val="5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这款产品？</a:t>
              </a:r>
              <a:endParaRPr lang="zh-CN" altLang="en-US" sz="1600" dirty="0">
                <a:solidFill>
                  <a:schemeClr val="bg1">
                    <a:alpha val="54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7" name="椭圆 366"/>
          <p:cNvSpPr/>
          <p:nvPr>
            <p:custDataLst>
              <p:tags r:id="rId50"/>
            </p:custDataLst>
          </p:nvPr>
        </p:nvSpPr>
        <p:spPr>
          <a:xfrm>
            <a:off x="5269403" y="1895946"/>
            <a:ext cx="1704521" cy="1704521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4000">
                <a:srgbClr val="910475"/>
              </a:gs>
              <a:gs pos="77000">
                <a:srgbClr val="001340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弧形 81"/>
          <p:cNvSpPr/>
          <p:nvPr>
            <p:custDataLst>
              <p:tags r:id="rId51"/>
            </p:custDataLst>
          </p:nvPr>
        </p:nvSpPr>
        <p:spPr>
          <a:xfrm rot="20030576">
            <a:off x="5041852" y="2461373"/>
            <a:ext cx="2211583" cy="564802"/>
          </a:xfrm>
          <a:prstGeom prst="arc">
            <a:avLst>
              <a:gd name="adj1" fmla="val 20794745"/>
              <a:gd name="adj2" fmla="val 11505924"/>
            </a:avLst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4" name="组合 83"/>
          <p:cNvGrpSpPr/>
          <p:nvPr>
            <p:custDataLst>
              <p:tags r:id="rId52"/>
            </p:custDataLst>
          </p:nvPr>
        </p:nvGrpSpPr>
        <p:grpSpPr>
          <a:xfrm>
            <a:off x="5614857" y="4973701"/>
            <a:ext cx="1013612" cy="126000"/>
            <a:chOff x="5589194" y="5654495"/>
            <a:chExt cx="1013612" cy="126000"/>
          </a:xfrm>
        </p:grpSpPr>
        <p:sp>
          <p:nvSpPr>
            <p:cNvPr id="577" name="椭圆 576"/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 flipH="1">
              <a:off x="6180935" y="5672495"/>
              <a:ext cx="90000" cy="90000"/>
            </a:xfrm>
            <a:prstGeom prst="ellipse">
              <a:avLst/>
            </a:prstGeom>
            <a:solidFill>
              <a:srgbClr val="600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8" name="椭圆 577"/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 flipH="1">
              <a:off x="5903064" y="5672495"/>
              <a:ext cx="90000" cy="90000"/>
            </a:xfrm>
            <a:prstGeom prst="ellipse">
              <a:avLst/>
            </a:prstGeom>
            <a:solidFill>
              <a:srgbClr val="6410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9" name="椭圆 578"/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 flipH="1">
              <a:off x="5589194" y="5654495"/>
              <a:ext cx="126000" cy="126000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0" name="椭圆 579"/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 flipH="1">
              <a:off x="6476806" y="5654495"/>
              <a:ext cx="126000" cy="12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4" name="椭圆 583"/>
          <p:cNvSpPr>
            <a:spLocks noChangeAspect="1"/>
          </p:cNvSpPr>
          <p:nvPr/>
        </p:nvSpPr>
        <p:spPr>
          <a:xfrm rot="9347578" flipV="1">
            <a:off x="2109161" y="1655190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5" name="椭圆 584"/>
          <p:cNvSpPr>
            <a:spLocks noChangeAspect="1"/>
          </p:cNvSpPr>
          <p:nvPr/>
        </p:nvSpPr>
        <p:spPr>
          <a:xfrm rot="9347578" flipV="1">
            <a:off x="2934039" y="1095681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6" name="椭圆 585"/>
          <p:cNvSpPr>
            <a:spLocks noChangeAspect="1"/>
          </p:cNvSpPr>
          <p:nvPr/>
        </p:nvSpPr>
        <p:spPr>
          <a:xfrm rot="9347578" flipV="1">
            <a:off x="1082286" y="1099973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7" name="椭圆 586"/>
          <p:cNvSpPr>
            <a:spLocks noChangeAspect="1"/>
          </p:cNvSpPr>
          <p:nvPr/>
        </p:nvSpPr>
        <p:spPr>
          <a:xfrm rot="9347578" flipV="1">
            <a:off x="969370" y="1666827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8" name="椭圆 587"/>
          <p:cNvSpPr>
            <a:spLocks noChangeAspect="1"/>
          </p:cNvSpPr>
          <p:nvPr/>
        </p:nvSpPr>
        <p:spPr>
          <a:xfrm rot="9347578" flipV="1">
            <a:off x="2543747" y="1863844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9" name="椭圆 588"/>
          <p:cNvSpPr>
            <a:spLocks noChangeAspect="1"/>
          </p:cNvSpPr>
          <p:nvPr/>
        </p:nvSpPr>
        <p:spPr>
          <a:xfrm rot="9347578" flipV="1">
            <a:off x="2114747" y="1409554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0" name="椭圆 589"/>
          <p:cNvSpPr>
            <a:spLocks noChangeAspect="1"/>
          </p:cNvSpPr>
          <p:nvPr/>
        </p:nvSpPr>
        <p:spPr>
          <a:xfrm rot="9347578" flipV="1">
            <a:off x="914181" y="1582772"/>
            <a:ext cx="30468" cy="30468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1" name="椭圆 590"/>
          <p:cNvSpPr>
            <a:spLocks noChangeAspect="1"/>
          </p:cNvSpPr>
          <p:nvPr/>
        </p:nvSpPr>
        <p:spPr>
          <a:xfrm rot="9347578" flipV="1">
            <a:off x="1477574" y="1545100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2" name="椭圆 591"/>
          <p:cNvSpPr>
            <a:spLocks noChangeAspect="1"/>
          </p:cNvSpPr>
          <p:nvPr/>
        </p:nvSpPr>
        <p:spPr>
          <a:xfrm rot="9347578" flipV="1">
            <a:off x="4927731" y="1498147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" name="椭圆 593"/>
          <p:cNvSpPr>
            <a:spLocks noChangeAspect="1"/>
          </p:cNvSpPr>
          <p:nvPr/>
        </p:nvSpPr>
        <p:spPr>
          <a:xfrm rot="12252422" flipH="1" flipV="1">
            <a:off x="10103697" y="1655190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5" name="椭圆 594"/>
          <p:cNvSpPr>
            <a:spLocks noChangeAspect="1"/>
          </p:cNvSpPr>
          <p:nvPr/>
        </p:nvSpPr>
        <p:spPr>
          <a:xfrm rot="12252422" flipH="1" flipV="1">
            <a:off x="9227493" y="1095681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6" name="椭圆 595"/>
          <p:cNvSpPr>
            <a:spLocks noChangeAspect="1"/>
          </p:cNvSpPr>
          <p:nvPr/>
        </p:nvSpPr>
        <p:spPr>
          <a:xfrm rot="12252422" flipH="1" flipV="1">
            <a:off x="11079247" y="1099973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7" name="椭圆 596"/>
          <p:cNvSpPr>
            <a:spLocks noChangeAspect="1"/>
          </p:cNvSpPr>
          <p:nvPr/>
        </p:nvSpPr>
        <p:spPr>
          <a:xfrm rot="12252422" flipH="1" flipV="1">
            <a:off x="11192162" y="1666827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8" name="椭圆 597"/>
          <p:cNvSpPr>
            <a:spLocks noChangeAspect="1"/>
          </p:cNvSpPr>
          <p:nvPr/>
        </p:nvSpPr>
        <p:spPr>
          <a:xfrm rot="12252422" flipH="1" flipV="1">
            <a:off x="9617786" y="1863844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9" name="椭圆 598"/>
          <p:cNvSpPr>
            <a:spLocks noChangeAspect="1"/>
          </p:cNvSpPr>
          <p:nvPr/>
        </p:nvSpPr>
        <p:spPr>
          <a:xfrm rot="12252422" flipH="1" flipV="1">
            <a:off x="10046785" y="1409554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0" name="椭圆 599"/>
          <p:cNvSpPr>
            <a:spLocks noChangeAspect="1"/>
          </p:cNvSpPr>
          <p:nvPr/>
        </p:nvSpPr>
        <p:spPr>
          <a:xfrm rot="12252422" flipH="1" flipV="1">
            <a:off x="11247352" y="1582772"/>
            <a:ext cx="30468" cy="30468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1" name="椭圆 600"/>
          <p:cNvSpPr>
            <a:spLocks noChangeAspect="1"/>
          </p:cNvSpPr>
          <p:nvPr/>
        </p:nvSpPr>
        <p:spPr>
          <a:xfrm rot="12252422" flipH="1" flipV="1">
            <a:off x="10735284" y="1545100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2" name="椭圆 601"/>
          <p:cNvSpPr>
            <a:spLocks noChangeAspect="1"/>
          </p:cNvSpPr>
          <p:nvPr/>
        </p:nvSpPr>
        <p:spPr>
          <a:xfrm rot="12252422" flipH="1" flipV="1">
            <a:off x="7233801" y="1498147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4" name="椭圆 603"/>
          <p:cNvSpPr>
            <a:spLocks noChangeAspect="1"/>
          </p:cNvSpPr>
          <p:nvPr>
            <p:custDataLst>
              <p:tags r:id="rId57"/>
            </p:custDataLst>
          </p:nvPr>
        </p:nvSpPr>
        <p:spPr>
          <a:xfrm rot="9347578" flipV="1">
            <a:off x="1507691" y="5171869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5" name="椭圆 604"/>
          <p:cNvSpPr>
            <a:spLocks noChangeAspect="1"/>
          </p:cNvSpPr>
          <p:nvPr>
            <p:custDataLst>
              <p:tags r:id="rId58"/>
            </p:custDataLst>
          </p:nvPr>
        </p:nvSpPr>
        <p:spPr>
          <a:xfrm rot="9347578" flipV="1">
            <a:off x="2306843" y="4205410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6" name="椭圆 605"/>
          <p:cNvSpPr>
            <a:spLocks noChangeAspect="1"/>
          </p:cNvSpPr>
          <p:nvPr>
            <p:custDataLst>
              <p:tags r:id="rId59"/>
            </p:custDataLst>
          </p:nvPr>
        </p:nvSpPr>
        <p:spPr>
          <a:xfrm rot="9347578" flipV="1">
            <a:off x="2247544" y="5425572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7" name="椭圆 606"/>
          <p:cNvSpPr>
            <a:spLocks noChangeAspect="1"/>
          </p:cNvSpPr>
          <p:nvPr>
            <p:custDataLst>
              <p:tags r:id="rId60"/>
            </p:custDataLst>
          </p:nvPr>
        </p:nvSpPr>
        <p:spPr>
          <a:xfrm rot="9347578" flipV="1">
            <a:off x="1487551" y="4519283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8" name="椭圆 607"/>
          <p:cNvSpPr>
            <a:spLocks noChangeAspect="1"/>
          </p:cNvSpPr>
          <p:nvPr>
            <p:custDataLst>
              <p:tags r:id="rId61"/>
            </p:custDataLst>
          </p:nvPr>
        </p:nvSpPr>
        <p:spPr>
          <a:xfrm rot="9347578" flipV="1">
            <a:off x="824715" y="5335623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0" name="椭圆 609"/>
          <p:cNvSpPr>
            <a:spLocks noChangeAspect="1"/>
          </p:cNvSpPr>
          <p:nvPr>
            <p:custDataLst>
              <p:tags r:id="rId62"/>
            </p:custDataLst>
          </p:nvPr>
        </p:nvSpPr>
        <p:spPr>
          <a:xfrm rot="18715833" flipV="1">
            <a:off x="11399069" y="4794579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1" name="椭圆 610"/>
          <p:cNvSpPr>
            <a:spLocks noChangeAspect="1"/>
          </p:cNvSpPr>
          <p:nvPr>
            <p:custDataLst>
              <p:tags r:id="rId63"/>
            </p:custDataLst>
          </p:nvPr>
        </p:nvSpPr>
        <p:spPr>
          <a:xfrm rot="18715833" flipV="1">
            <a:off x="10619825" y="4861865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2" name="椭圆 611"/>
          <p:cNvSpPr>
            <a:spLocks noChangeAspect="1"/>
          </p:cNvSpPr>
          <p:nvPr/>
        </p:nvSpPr>
        <p:spPr>
          <a:xfrm rot="18715833" flipV="1">
            <a:off x="11681486" y="5383234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0" name="组合 239"/>
          <p:cNvGrpSpPr/>
          <p:nvPr>
            <p:custDataLst>
              <p:tags r:id="rId64"/>
            </p:custDataLst>
          </p:nvPr>
        </p:nvGrpSpPr>
        <p:grpSpPr>
          <a:xfrm>
            <a:off x="8386055" y="2100937"/>
            <a:ext cx="3118760" cy="1067215"/>
            <a:chOff x="44998" y="2259600"/>
            <a:chExt cx="3118760" cy="1067215"/>
          </a:xfrm>
        </p:grpSpPr>
        <p:sp>
          <p:nvSpPr>
            <p:cNvPr id="241" name="文本框 240" descr="章节序号1"/>
            <p:cNvSpPr txBox="1"/>
            <p:nvPr>
              <p:custDataLst>
                <p:tags r:id="rId65"/>
              </p:custDataLst>
            </p:nvPr>
          </p:nvSpPr>
          <p:spPr>
            <a:xfrm>
              <a:off x="722989" y="2259600"/>
              <a:ext cx="1762777" cy="64633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3600">
                  <a:solidFill>
                    <a:srgbClr val="910475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04</a:t>
              </a:r>
              <a:endParaRPr lang="zh-CN" altLang="en-US" sz="3600">
                <a:solidFill>
                  <a:srgbClr val="910475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sp>
          <p:nvSpPr>
            <p:cNvPr id="242" name="文本框 241" descr="章节标题1"/>
            <p:cNvSpPr txBox="1"/>
            <p:nvPr>
              <p:custDataLst>
                <p:tags r:id="rId66"/>
              </p:custDataLst>
            </p:nvPr>
          </p:nvSpPr>
          <p:spPr>
            <a:xfrm>
              <a:off x="44998" y="2865150"/>
              <a:ext cx="311876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总结与展望</a:t>
              </a:r>
              <a:endParaRPr lang="zh-CN" altLang="en-US" sz="24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grpSp>
          <p:nvGrpSpPr>
            <p:cNvPr id="243" name="组合 242"/>
            <p:cNvGrpSpPr/>
            <p:nvPr/>
          </p:nvGrpSpPr>
          <p:grpSpPr>
            <a:xfrm>
              <a:off x="1175264" y="2395146"/>
              <a:ext cx="393673" cy="394721"/>
              <a:chOff x="2731720" y="54050"/>
              <a:chExt cx="6727675" cy="6745583"/>
            </a:xfrm>
          </p:grpSpPr>
          <p:sp>
            <p:nvSpPr>
              <p:cNvPr id="245" name="Line 5"/>
              <p:cNvSpPr>
                <a:spLocks noChangeShapeType="1"/>
              </p:cNvSpPr>
              <p:nvPr>
                <p:custDataLst>
                  <p:tags r:id="rId67"/>
                </p:custDataLst>
              </p:nvPr>
            </p:nvSpPr>
            <p:spPr bwMode="auto">
              <a:xfrm flipH="1">
                <a:off x="7843838" y="2370138"/>
                <a:ext cx="1414463" cy="28162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Line 6"/>
              <p:cNvSpPr>
                <a:spLocks noChangeShapeType="1"/>
              </p:cNvSpPr>
              <p:nvPr>
                <p:custDataLst>
                  <p:tags r:id="rId68"/>
                </p:custDataLst>
              </p:nvPr>
            </p:nvSpPr>
            <p:spPr bwMode="auto">
              <a:xfrm flipH="1">
                <a:off x="5843588" y="438150"/>
                <a:ext cx="1743075" cy="12287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Line 7"/>
              <p:cNvSpPr>
                <a:spLocks noChangeShapeType="1"/>
              </p:cNvSpPr>
              <p:nvPr>
                <p:custDataLst>
                  <p:tags r:id="rId69"/>
                </p:custDataLst>
              </p:nvPr>
            </p:nvSpPr>
            <p:spPr bwMode="auto">
              <a:xfrm flipH="1">
                <a:off x="7150101" y="438150"/>
                <a:ext cx="436563" cy="35020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Freeform 8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2765426" y="92075"/>
                <a:ext cx="6656388" cy="6673850"/>
              </a:xfrm>
              <a:custGeom>
                <a:avLst/>
                <a:gdLst>
                  <a:gd name="T0" fmla="*/ 3474 w 4193"/>
                  <a:gd name="T1" fmla="*/ 3694 h 4204"/>
                  <a:gd name="T2" fmla="*/ 2762 w 4193"/>
                  <a:gd name="T3" fmla="*/ 4100 h 4204"/>
                  <a:gd name="T4" fmla="*/ 1947 w 4193"/>
                  <a:gd name="T5" fmla="*/ 4204 h 4204"/>
                  <a:gd name="T6" fmla="*/ 1156 w 4193"/>
                  <a:gd name="T7" fmla="*/ 3986 h 4204"/>
                  <a:gd name="T8" fmla="*/ 508 w 4193"/>
                  <a:gd name="T9" fmla="*/ 3480 h 4204"/>
                  <a:gd name="T10" fmla="*/ 103 w 4193"/>
                  <a:gd name="T11" fmla="*/ 2766 h 4204"/>
                  <a:gd name="T12" fmla="*/ 0 w 4193"/>
                  <a:gd name="T13" fmla="*/ 1952 h 4204"/>
                  <a:gd name="T14" fmla="*/ 217 w 4193"/>
                  <a:gd name="T15" fmla="*/ 1159 h 4204"/>
                  <a:gd name="T16" fmla="*/ 719 w 4193"/>
                  <a:gd name="T17" fmla="*/ 509 h 4204"/>
                  <a:gd name="T18" fmla="*/ 1434 w 4193"/>
                  <a:gd name="T19" fmla="*/ 101 h 4204"/>
                  <a:gd name="T20" fmla="*/ 2246 w 4193"/>
                  <a:gd name="T21" fmla="*/ 0 h 4204"/>
                  <a:gd name="T22" fmla="*/ 3037 w 4193"/>
                  <a:gd name="T23" fmla="*/ 218 h 4204"/>
                  <a:gd name="T24" fmla="*/ 3685 w 4193"/>
                  <a:gd name="T25" fmla="*/ 722 h 4204"/>
                  <a:gd name="T26" fmla="*/ 4090 w 4193"/>
                  <a:gd name="T27" fmla="*/ 1435 h 4204"/>
                  <a:gd name="T28" fmla="*/ 4193 w 4193"/>
                  <a:gd name="T29" fmla="*/ 2252 h 4204"/>
                  <a:gd name="T30" fmla="*/ 3977 w 4193"/>
                  <a:gd name="T31" fmla="*/ 3045 h 4204"/>
                  <a:gd name="T32" fmla="*/ 3474 w 4193"/>
                  <a:gd name="T33" fmla="*/ 3694 h 4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93" h="4204">
                    <a:moveTo>
                      <a:pt x="3474" y="3694"/>
                    </a:moveTo>
                    <a:lnTo>
                      <a:pt x="2762" y="4100"/>
                    </a:lnTo>
                    <a:lnTo>
                      <a:pt x="1947" y="4204"/>
                    </a:lnTo>
                    <a:lnTo>
                      <a:pt x="1156" y="3986"/>
                    </a:lnTo>
                    <a:lnTo>
                      <a:pt x="508" y="3480"/>
                    </a:lnTo>
                    <a:lnTo>
                      <a:pt x="103" y="2766"/>
                    </a:lnTo>
                    <a:lnTo>
                      <a:pt x="0" y="1952"/>
                    </a:lnTo>
                    <a:lnTo>
                      <a:pt x="217" y="1159"/>
                    </a:lnTo>
                    <a:lnTo>
                      <a:pt x="719" y="509"/>
                    </a:lnTo>
                    <a:lnTo>
                      <a:pt x="1434" y="101"/>
                    </a:lnTo>
                    <a:lnTo>
                      <a:pt x="2246" y="0"/>
                    </a:lnTo>
                    <a:lnTo>
                      <a:pt x="3037" y="218"/>
                    </a:lnTo>
                    <a:lnTo>
                      <a:pt x="3685" y="722"/>
                    </a:lnTo>
                    <a:lnTo>
                      <a:pt x="4090" y="1435"/>
                    </a:lnTo>
                    <a:lnTo>
                      <a:pt x="4193" y="2252"/>
                    </a:lnTo>
                    <a:lnTo>
                      <a:pt x="3977" y="3045"/>
                    </a:lnTo>
                    <a:lnTo>
                      <a:pt x="3474" y="3694"/>
                    </a:lnTo>
                    <a:close/>
                  </a:path>
                </a:pathLst>
              </a:cu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9"/>
              <p:cNvSpPr>
                <a:spLocks noChangeShapeType="1"/>
              </p:cNvSpPr>
              <p:nvPr>
                <p:custDataLst>
                  <p:tags r:id="rId71"/>
                </p:custDataLst>
              </p:nvPr>
            </p:nvSpPr>
            <p:spPr bwMode="auto">
              <a:xfrm flipH="1">
                <a:off x="2928938" y="252413"/>
                <a:ext cx="2112963" cy="42306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10"/>
              <p:cNvSpPr>
                <a:spLocks noChangeShapeType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3906838" y="900113"/>
                <a:ext cx="693738" cy="551973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Line 11"/>
              <p:cNvSpPr>
                <a:spLocks noChangeShapeType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571876" y="5616575"/>
                <a:ext cx="3578225" cy="984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Line 12"/>
              <p:cNvSpPr>
                <a:spLocks noChangeShapeType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4533901" y="5881688"/>
                <a:ext cx="3746500" cy="74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Line 13"/>
              <p:cNvSpPr>
                <a:spLocks noChangeShapeType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5041901" y="252413"/>
                <a:ext cx="3238500" cy="57038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Line 14"/>
              <p:cNvSpPr>
                <a:spLocks noChangeShapeType="1"/>
              </p:cNvSpPr>
              <p:nvPr>
                <p:custDataLst>
                  <p:tags r:id="rId76"/>
                </p:custDataLst>
              </p:nvPr>
            </p:nvSpPr>
            <p:spPr bwMode="auto">
              <a:xfrm flipV="1">
                <a:off x="4533901" y="4926013"/>
                <a:ext cx="4545013" cy="95567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Line 15"/>
              <p:cNvSpPr>
                <a:spLocks noChangeShapeType="1"/>
              </p:cNvSpPr>
              <p:nvPr>
                <p:custDataLst>
                  <p:tags r:id="rId77"/>
                </p:custDataLst>
              </p:nvPr>
            </p:nvSpPr>
            <p:spPr bwMode="auto">
              <a:xfrm flipV="1">
                <a:off x="4533901" y="2370138"/>
                <a:ext cx="4724400" cy="35115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Line 16"/>
              <p:cNvSpPr>
                <a:spLocks noChangeShapeType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4071938" y="2193925"/>
                <a:ext cx="3078163" cy="1746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Line 17"/>
              <p:cNvSpPr>
                <a:spLocks noChangeShapeType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3109913" y="1931988"/>
                <a:ext cx="1423988" cy="394970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Line 18"/>
              <p:cNvSpPr>
                <a:spLocks noChangeShapeType="1"/>
              </p:cNvSpPr>
              <p:nvPr>
                <p:custDataLst>
                  <p:tags r:id="rId80"/>
                </p:custDataLst>
              </p:nvPr>
            </p:nvSpPr>
            <p:spPr bwMode="auto">
              <a:xfrm flipV="1">
                <a:off x="7150101" y="1238250"/>
                <a:ext cx="1465263" cy="2701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Line 19"/>
              <p:cNvSpPr>
                <a:spLocks noChangeShapeType="1"/>
              </p:cNvSpPr>
              <p:nvPr>
                <p:custDataLst>
                  <p:tags r:id="rId81"/>
                </p:custDataLst>
              </p:nvPr>
            </p:nvSpPr>
            <p:spPr bwMode="auto">
              <a:xfrm flipV="1">
                <a:off x="2928938" y="3940175"/>
                <a:ext cx="4221163" cy="542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Line 20"/>
              <p:cNvSpPr>
                <a:spLocks noChangeShapeType="1"/>
              </p:cNvSpPr>
              <p:nvPr>
                <p:custDataLst>
                  <p:tags r:id="rId82"/>
                </p:custDataLst>
              </p:nvPr>
            </p:nvSpPr>
            <p:spPr bwMode="auto">
              <a:xfrm flipH="1">
                <a:off x="4533901" y="92075"/>
                <a:ext cx="1797050" cy="5789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Line 21"/>
              <p:cNvSpPr>
                <a:spLocks noChangeShapeType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4071938" y="2193925"/>
                <a:ext cx="5186363" cy="1762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22"/>
              <p:cNvSpPr>
                <a:spLocks noChangeShapeType="1"/>
              </p:cNvSpPr>
              <p:nvPr>
                <p:custDataLst>
                  <p:tags r:id="rId84"/>
                </p:custDataLst>
              </p:nvPr>
            </p:nvSpPr>
            <p:spPr bwMode="auto">
              <a:xfrm flipV="1">
                <a:off x="4071938" y="92075"/>
                <a:ext cx="2259013" cy="21018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23"/>
              <p:cNvSpPr>
                <a:spLocks noChangeShapeType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6330951" y="92075"/>
                <a:ext cx="2927350" cy="227806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Oval 24"/>
              <p:cNvSpPr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5003432" y="2187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Oval 25"/>
              <p:cNvSpPr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3873132" y="86208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Oval 26"/>
              <p:cNvSpPr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3076207" y="1893962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Oval 27"/>
              <p:cNvSpPr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2731720" y="31905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Oval 28"/>
              <p:cNvSpPr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2890470" y="44493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Oval 29"/>
              <p:cNvSpPr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3538170" y="558172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Oval 30"/>
              <p:cNvSpPr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4496762" y="5846837"/>
                <a:ext cx="74278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Oval 31"/>
              <p:cNvSpPr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7111632" y="39021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Oval 32"/>
              <p:cNvSpPr>
                <a:spLocks noChangeArrowheads="1"/>
              </p:cNvSpPr>
              <p:nvPr>
                <p:custDataLst>
                  <p:tags r:id="rId94"/>
                </p:custDataLst>
              </p:nvPr>
            </p:nvSpPr>
            <p:spPr bwMode="auto">
              <a:xfrm>
                <a:off x="7805370" y="51478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Oval 33"/>
              <p:cNvSpPr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5003432" y="41752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Oval 34"/>
              <p:cNvSpPr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5817820" y="672745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Oval 35"/>
              <p:cNvSpPr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4566870" y="63813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Oval 36"/>
              <p:cNvSpPr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7111632" y="65628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7" name="Oval 37"/>
              <p:cNvSpPr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8241932" y="59182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Oval 38"/>
              <p:cNvSpPr>
                <a:spLocks noChangeArrowheads="1"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3538170" y="3106369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Oval 39"/>
              <p:cNvSpPr>
                <a:spLocks noChangeArrowhead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3949332" y="428473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Oval 40"/>
              <p:cNvSpPr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5406657" y="29507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Oval 41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5805120" y="16284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2" name="Oval 42"/>
              <p:cNvSpPr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4033470" y="21590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Oval 43"/>
              <p:cNvSpPr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9041332" y="4887544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Oval 44"/>
              <p:cNvSpPr>
                <a:spLocks noChangeArrowheads="1"/>
              </p:cNvSpPr>
              <p:nvPr>
                <p:custDataLst>
                  <p:tags r:id="rId106"/>
                </p:custDataLst>
              </p:nvPr>
            </p:nvSpPr>
            <p:spPr bwMode="auto">
              <a:xfrm>
                <a:off x="9385819" y="3628657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5" name="Oval 45"/>
              <p:cNvSpPr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9224595" y="233643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6" name="Oval 46"/>
              <p:cNvSpPr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8578482" y="11997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Oval 47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7552957" y="3996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8" name="Oval 48"/>
              <p:cNvSpPr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6297245" y="540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Oval 49"/>
              <p:cNvSpPr>
                <a:spLocks noChangeArrowhead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7330707" y="22522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90" name="组合 289"/>
          <p:cNvGrpSpPr/>
          <p:nvPr>
            <p:custDataLst>
              <p:tags r:id="rId112"/>
            </p:custDataLst>
          </p:nvPr>
        </p:nvGrpSpPr>
        <p:grpSpPr>
          <a:xfrm>
            <a:off x="1536920" y="4371765"/>
            <a:ext cx="3311647" cy="1436547"/>
            <a:chOff x="44997" y="2259600"/>
            <a:chExt cx="3311647" cy="1436547"/>
          </a:xfrm>
        </p:grpSpPr>
        <p:sp>
          <p:nvSpPr>
            <p:cNvPr id="291" name="文本框 290" descr="章节序号1"/>
            <p:cNvSpPr txBox="1"/>
            <p:nvPr>
              <p:custDataLst>
                <p:tags r:id="rId113"/>
              </p:custDataLst>
            </p:nvPr>
          </p:nvSpPr>
          <p:spPr>
            <a:xfrm>
              <a:off x="722989" y="2259600"/>
              <a:ext cx="1762777" cy="64633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3600">
                  <a:solidFill>
                    <a:srgbClr val="910475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02</a:t>
              </a:r>
              <a:endParaRPr lang="zh-CN" altLang="en-US" sz="3600">
                <a:solidFill>
                  <a:srgbClr val="910475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sp>
          <p:nvSpPr>
            <p:cNvPr id="292" name="文本框 291" descr="章节标题1"/>
            <p:cNvSpPr txBox="1"/>
            <p:nvPr>
              <p:custDataLst>
                <p:tags r:id="rId114"/>
              </p:custDataLst>
            </p:nvPr>
          </p:nvSpPr>
          <p:spPr>
            <a:xfrm>
              <a:off x="44998" y="2865150"/>
              <a:ext cx="3118760" cy="830997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从</a:t>
              </a:r>
              <a:r>
                <a:rPr lang="en-US" altLang="zh-CN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</a:t>
              </a:r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到</a:t>
              </a:r>
              <a:r>
                <a:rPr lang="en-US" altLang="zh-CN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1</a:t>
              </a:r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，我们如何制作一款实用软件原型</a:t>
              </a:r>
              <a:endParaRPr lang="zh-CN" altLang="en-US" sz="24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grpSp>
          <p:nvGrpSpPr>
            <p:cNvPr id="293" name="组合 292"/>
            <p:cNvGrpSpPr/>
            <p:nvPr/>
          </p:nvGrpSpPr>
          <p:grpSpPr>
            <a:xfrm>
              <a:off x="1175264" y="2395146"/>
              <a:ext cx="393673" cy="394721"/>
              <a:chOff x="2731720" y="54050"/>
              <a:chExt cx="6727675" cy="6745583"/>
            </a:xfrm>
          </p:grpSpPr>
          <p:sp>
            <p:nvSpPr>
              <p:cNvPr id="295" name="Line 5"/>
              <p:cNvSpPr>
                <a:spLocks noChangeShapeType="1"/>
              </p:cNvSpPr>
              <p:nvPr>
                <p:custDataLst>
                  <p:tags r:id="rId115"/>
                </p:custDataLst>
              </p:nvPr>
            </p:nvSpPr>
            <p:spPr bwMode="auto">
              <a:xfrm flipH="1">
                <a:off x="7843838" y="2370138"/>
                <a:ext cx="1414463" cy="28162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Line 6"/>
              <p:cNvSpPr>
                <a:spLocks noChangeShapeType="1"/>
              </p:cNvSpPr>
              <p:nvPr>
                <p:custDataLst>
                  <p:tags r:id="rId116"/>
                </p:custDataLst>
              </p:nvPr>
            </p:nvSpPr>
            <p:spPr bwMode="auto">
              <a:xfrm flipH="1">
                <a:off x="5843588" y="438150"/>
                <a:ext cx="1743075" cy="12287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Line 7"/>
              <p:cNvSpPr>
                <a:spLocks noChangeShapeType="1"/>
              </p:cNvSpPr>
              <p:nvPr>
                <p:custDataLst>
                  <p:tags r:id="rId117"/>
                </p:custDataLst>
              </p:nvPr>
            </p:nvSpPr>
            <p:spPr bwMode="auto">
              <a:xfrm flipH="1">
                <a:off x="7150101" y="438150"/>
                <a:ext cx="436563" cy="35020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8" name="Freeform 8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2765426" y="92075"/>
                <a:ext cx="6656388" cy="6673850"/>
              </a:xfrm>
              <a:custGeom>
                <a:avLst/>
                <a:gdLst>
                  <a:gd name="T0" fmla="*/ 3474 w 4193"/>
                  <a:gd name="T1" fmla="*/ 3694 h 4204"/>
                  <a:gd name="T2" fmla="*/ 2762 w 4193"/>
                  <a:gd name="T3" fmla="*/ 4100 h 4204"/>
                  <a:gd name="T4" fmla="*/ 1947 w 4193"/>
                  <a:gd name="T5" fmla="*/ 4204 h 4204"/>
                  <a:gd name="T6" fmla="*/ 1156 w 4193"/>
                  <a:gd name="T7" fmla="*/ 3986 h 4204"/>
                  <a:gd name="T8" fmla="*/ 508 w 4193"/>
                  <a:gd name="T9" fmla="*/ 3480 h 4204"/>
                  <a:gd name="T10" fmla="*/ 103 w 4193"/>
                  <a:gd name="T11" fmla="*/ 2766 h 4204"/>
                  <a:gd name="T12" fmla="*/ 0 w 4193"/>
                  <a:gd name="T13" fmla="*/ 1952 h 4204"/>
                  <a:gd name="T14" fmla="*/ 217 w 4193"/>
                  <a:gd name="T15" fmla="*/ 1159 h 4204"/>
                  <a:gd name="T16" fmla="*/ 719 w 4193"/>
                  <a:gd name="T17" fmla="*/ 509 h 4204"/>
                  <a:gd name="T18" fmla="*/ 1434 w 4193"/>
                  <a:gd name="T19" fmla="*/ 101 h 4204"/>
                  <a:gd name="T20" fmla="*/ 2246 w 4193"/>
                  <a:gd name="T21" fmla="*/ 0 h 4204"/>
                  <a:gd name="T22" fmla="*/ 3037 w 4193"/>
                  <a:gd name="T23" fmla="*/ 218 h 4204"/>
                  <a:gd name="T24" fmla="*/ 3685 w 4193"/>
                  <a:gd name="T25" fmla="*/ 722 h 4204"/>
                  <a:gd name="T26" fmla="*/ 4090 w 4193"/>
                  <a:gd name="T27" fmla="*/ 1435 h 4204"/>
                  <a:gd name="T28" fmla="*/ 4193 w 4193"/>
                  <a:gd name="T29" fmla="*/ 2252 h 4204"/>
                  <a:gd name="T30" fmla="*/ 3977 w 4193"/>
                  <a:gd name="T31" fmla="*/ 3045 h 4204"/>
                  <a:gd name="T32" fmla="*/ 3474 w 4193"/>
                  <a:gd name="T33" fmla="*/ 3694 h 4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93" h="4204">
                    <a:moveTo>
                      <a:pt x="3474" y="3694"/>
                    </a:moveTo>
                    <a:lnTo>
                      <a:pt x="2762" y="4100"/>
                    </a:lnTo>
                    <a:lnTo>
                      <a:pt x="1947" y="4204"/>
                    </a:lnTo>
                    <a:lnTo>
                      <a:pt x="1156" y="3986"/>
                    </a:lnTo>
                    <a:lnTo>
                      <a:pt x="508" y="3480"/>
                    </a:lnTo>
                    <a:lnTo>
                      <a:pt x="103" y="2766"/>
                    </a:lnTo>
                    <a:lnTo>
                      <a:pt x="0" y="1952"/>
                    </a:lnTo>
                    <a:lnTo>
                      <a:pt x="217" y="1159"/>
                    </a:lnTo>
                    <a:lnTo>
                      <a:pt x="719" y="509"/>
                    </a:lnTo>
                    <a:lnTo>
                      <a:pt x="1434" y="101"/>
                    </a:lnTo>
                    <a:lnTo>
                      <a:pt x="2246" y="0"/>
                    </a:lnTo>
                    <a:lnTo>
                      <a:pt x="3037" y="218"/>
                    </a:lnTo>
                    <a:lnTo>
                      <a:pt x="3685" y="722"/>
                    </a:lnTo>
                    <a:lnTo>
                      <a:pt x="4090" y="1435"/>
                    </a:lnTo>
                    <a:lnTo>
                      <a:pt x="4193" y="2252"/>
                    </a:lnTo>
                    <a:lnTo>
                      <a:pt x="3977" y="3045"/>
                    </a:lnTo>
                    <a:lnTo>
                      <a:pt x="3474" y="3694"/>
                    </a:lnTo>
                    <a:close/>
                  </a:path>
                </a:pathLst>
              </a:cu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9" name="Line 9"/>
              <p:cNvSpPr>
                <a:spLocks noChangeShapeType="1"/>
              </p:cNvSpPr>
              <p:nvPr>
                <p:custDataLst>
                  <p:tags r:id="rId119"/>
                </p:custDataLst>
              </p:nvPr>
            </p:nvSpPr>
            <p:spPr bwMode="auto">
              <a:xfrm flipH="1">
                <a:off x="2928938" y="252413"/>
                <a:ext cx="2112963" cy="42306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Line 10"/>
              <p:cNvSpPr>
                <a:spLocks noChangeShapeType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3906838" y="900113"/>
                <a:ext cx="693738" cy="551973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1" name="Line 11"/>
              <p:cNvSpPr>
                <a:spLocks noChangeShapeType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3571876" y="5616575"/>
                <a:ext cx="3578225" cy="984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2" name="Line 12"/>
              <p:cNvSpPr>
                <a:spLocks noChangeShapeType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4533901" y="5881688"/>
                <a:ext cx="3746500" cy="74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Line 13"/>
              <p:cNvSpPr>
                <a:spLocks noChangeShapeType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5041901" y="252413"/>
                <a:ext cx="3238500" cy="57038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Line 14"/>
              <p:cNvSpPr>
                <a:spLocks noChangeShapeType="1"/>
              </p:cNvSpPr>
              <p:nvPr>
                <p:custDataLst>
                  <p:tags r:id="rId124"/>
                </p:custDataLst>
              </p:nvPr>
            </p:nvSpPr>
            <p:spPr bwMode="auto">
              <a:xfrm flipV="1">
                <a:off x="4533901" y="4926013"/>
                <a:ext cx="4545013" cy="95567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Line 15"/>
              <p:cNvSpPr>
                <a:spLocks noChangeShapeType="1"/>
              </p:cNvSpPr>
              <p:nvPr>
                <p:custDataLst>
                  <p:tags r:id="rId125"/>
                </p:custDataLst>
              </p:nvPr>
            </p:nvSpPr>
            <p:spPr bwMode="auto">
              <a:xfrm flipV="1">
                <a:off x="4533901" y="2370138"/>
                <a:ext cx="4724400" cy="35115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Line 16"/>
              <p:cNvSpPr>
                <a:spLocks noChangeShapeType="1"/>
              </p:cNvSpPr>
              <p:nvPr>
                <p:custDataLst>
                  <p:tags r:id="rId126"/>
                </p:custDataLst>
              </p:nvPr>
            </p:nvSpPr>
            <p:spPr bwMode="auto">
              <a:xfrm>
                <a:off x="4071938" y="2193925"/>
                <a:ext cx="3078163" cy="1746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" name="Line 17"/>
              <p:cNvSpPr>
                <a:spLocks noChangeShapeType="1"/>
              </p:cNvSpPr>
              <p:nvPr>
                <p:custDataLst>
                  <p:tags r:id="rId127"/>
                </p:custDataLst>
              </p:nvPr>
            </p:nvSpPr>
            <p:spPr bwMode="auto">
              <a:xfrm>
                <a:off x="3109913" y="1931988"/>
                <a:ext cx="1423988" cy="394970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Line 18"/>
              <p:cNvSpPr>
                <a:spLocks noChangeShapeType="1"/>
              </p:cNvSpPr>
              <p:nvPr>
                <p:custDataLst>
                  <p:tags r:id="rId128"/>
                </p:custDataLst>
              </p:nvPr>
            </p:nvSpPr>
            <p:spPr bwMode="auto">
              <a:xfrm flipV="1">
                <a:off x="7150101" y="1238250"/>
                <a:ext cx="1465263" cy="2701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9" name="Line 19"/>
              <p:cNvSpPr>
                <a:spLocks noChangeShapeType="1"/>
              </p:cNvSpPr>
              <p:nvPr>
                <p:custDataLst>
                  <p:tags r:id="rId129"/>
                </p:custDataLst>
              </p:nvPr>
            </p:nvSpPr>
            <p:spPr bwMode="auto">
              <a:xfrm flipV="1">
                <a:off x="2928938" y="3940175"/>
                <a:ext cx="4221163" cy="542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0" name="Line 20"/>
              <p:cNvSpPr>
                <a:spLocks noChangeShapeType="1"/>
              </p:cNvSpPr>
              <p:nvPr>
                <p:custDataLst>
                  <p:tags r:id="rId130"/>
                </p:custDataLst>
              </p:nvPr>
            </p:nvSpPr>
            <p:spPr bwMode="auto">
              <a:xfrm flipH="1">
                <a:off x="4533901" y="92075"/>
                <a:ext cx="1797050" cy="5789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Line 21"/>
              <p:cNvSpPr>
                <a:spLocks noChangeShapeType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4071938" y="2193925"/>
                <a:ext cx="5186363" cy="1762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2" name="Line 22"/>
              <p:cNvSpPr>
                <a:spLocks noChangeShapeType="1"/>
              </p:cNvSpPr>
              <p:nvPr>
                <p:custDataLst>
                  <p:tags r:id="rId132"/>
                </p:custDataLst>
              </p:nvPr>
            </p:nvSpPr>
            <p:spPr bwMode="auto">
              <a:xfrm flipV="1">
                <a:off x="4071938" y="92075"/>
                <a:ext cx="2259013" cy="21018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3" name="Line 23"/>
              <p:cNvSpPr>
                <a:spLocks noChangeShapeType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6330951" y="92075"/>
                <a:ext cx="2927350" cy="227806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4" name="Oval 24"/>
              <p:cNvSpPr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5003432" y="2187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5" name="Oval 25"/>
              <p:cNvSpPr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3873132" y="86208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Oval 26"/>
              <p:cNvSpPr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3076207" y="1893962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Oval 27"/>
              <p:cNvSpPr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2731720" y="31905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8" name="Oval 28"/>
              <p:cNvSpPr>
                <a:spLocks noChangeArrowheads="1"/>
              </p:cNvSpPr>
              <p:nvPr>
                <p:custDataLst>
                  <p:tags r:id="rId138"/>
                </p:custDataLst>
              </p:nvPr>
            </p:nvSpPr>
            <p:spPr bwMode="auto">
              <a:xfrm>
                <a:off x="2890470" y="44493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Oval 29"/>
              <p:cNvSpPr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3538170" y="558172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0" name="Oval 30"/>
              <p:cNvSpPr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4496762" y="5846837"/>
                <a:ext cx="74278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1" name="Oval 31"/>
              <p:cNvSpPr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7111632" y="39021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2" name="Oval 32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7805370" y="51478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3" name="Oval 33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5003432" y="41752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Oval 34"/>
              <p:cNvSpPr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5817820" y="672745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5" name="Oval 35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4566870" y="63813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6" name="Oval 36"/>
              <p:cNvSpPr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7111632" y="65628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" name="Oval 37"/>
              <p:cNvSpPr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8241932" y="59182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" name="Oval 38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538170" y="3106369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9" name="Oval 39"/>
              <p:cNvSpPr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3949332" y="428473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0" name="Oval 40"/>
              <p:cNvSpPr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5406657" y="29507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1" name="Oval 41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5805120" y="16284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Oval 42"/>
              <p:cNvSpPr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4033470" y="21590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Oval 43"/>
              <p:cNvSpPr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9041332" y="4887544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Oval 44"/>
              <p:cNvSpPr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9385819" y="3628657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Oval 45"/>
              <p:cNvSpPr>
                <a:spLocks noChangeArrowheads="1"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9224595" y="233643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Oval 46"/>
              <p:cNvSpPr>
                <a:spLocks noChangeArrowheads="1"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8578482" y="11997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Oval 47"/>
              <p:cNvSpPr>
                <a:spLocks noChangeArrowheads="1"/>
              </p:cNvSpPr>
              <p:nvPr>
                <p:custDataLst>
                  <p:tags r:id="rId157"/>
                </p:custDataLst>
              </p:nvPr>
            </p:nvSpPr>
            <p:spPr bwMode="auto">
              <a:xfrm>
                <a:off x="7552957" y="3996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8" name="Oval 48"/>
              <p:cNvSpPr>
                <a:spLocks noChangeArrowheads="1"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6297245" y="540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Oval 49"/>
              <p:cNvSpPr>
                <a:spLocks noChangeArrowheads="1"/>
              </p:cNvSpPr>
              <p:nvPr>
                <p:custDataLst>
                  <p:tags r:id="rId159"/>
                </p:custDataLst>
              </p:nvPr>
            </p:nvSpPr>
            <p:spPr bwMode="auto">
              <a:xfrm>
                <a:off x="7330707" y="22522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4" name="文本框 293" descr="章节概要1"/>
            <p:cNvSpPr txBox="1"/>
            <p:nvPr>
              <p:custDataLst>
                <p:tags r:id="rId160"/>
              </p:custDataLst>
            </p:nvPr>
          </p:nvSpPr>
          <p:spPr>
            <a:xfrm>
              <a:off x="44997" y="3312344"/>
              <a:ext cx="3311647" cy="37202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1600" dirty="0">
                <a:solidFill>
                  <a:schemeClr val="bg1">
                    <a:alpha val="54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0" name="组合 339"/>
          <p:cNvGrpSpPr/>
          <p:nvPr>
            <p:custDataLst>
              <p:tags r:id="rId161"/>
            </p:custDataLst>
          </p:nvPr>
        </p:nvGrpSpPr>
        <p:grpSpPr>
          <a:xfrm>
            <a:off x="7344927" y="4371765"/>
            <a:ext cx="3118760" cy="1528880"/>
            <a:chOff x="44998" y="2259600"/>
            <a:chExt cx="3118760" cy="1528880"/>
          </a:xfrm>
        </p:grpSpPr>
        <p:sp>
          <p:nvSpPr>
            <p:cNvPr id="341" name="文本框 340" descr="章节序号1"/>
            <p:cNvSpPr txBox="1"/>
            <p:nvPr>
              <p:custDataLst>
                <p:tags r:id="rId162"/>
              </p:custDataLst>
            </p:nvPr>
          </p:nvSpPr>
          <p:spPr>
            <a:xfrm>
              <a:off x="722989" y="2259600"/>
              <a:ext cx="1762777" cy="64633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3600">
                  <a:solidFill>
                    <a:srgbClr val="4F34F3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03</a:t>
              </a:r>
              <a:endParaRPr lang="zh-CN" altLang="en-US" sz="3600">
                <a:solidFill>
                  <a:srgbClr val="4F34F3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sp>
          <p:nvSpPr>
            <p:cNvPr id="342" name="文本框 341" descr="章节标题1"/>
            <p:cNvSpPr txBox="1"/>
            <p:nvPr>
              <p:custDataLst>
                <p:tags r:id="rId163"/>
              </p:custDataLst>
            </p:nvPr>
          </p:nvSpPr>
          <p:spPr>
            <a:xfrm>
              <a:off x="44998" y="2865150"/>
              <a:ext cx="3118760" cy="923330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从</a:t>
              </a:r>
              <a:r>
                <a:rPr lang="en-US" altLang="zh-CN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1</a:t>
              </a:r>
              <a:r>
                <a:rPr lang="zh-CN" altLang="en-US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到无穷大，我们如何将</a:t>
              </a:r>
              <a:r>
                <a:rPr lang="en-US" altLang="zh-CN" dirty="0" err="1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ChatMonitor</a:t>
              </a:r>
              <a:r>
                <a:rPr lang="zh-CN" altLang="en-US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作为一个产品上线</a:t>
              </a:r>
              <a:endParaRPr lang="zh-CN" altLang="en-US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grpSp>
          <p:nvGrpSpPr>
            <p:cNvPr id="343" name="组合 342"/>
            <p:cNvGrpSpPr/>
            <p:nvPr/>
          </p:nvGrpSpPr>
          <p:grpSpPr>
            <a:xfrm>
              <a:off x="1175264" y="2395146"/>
              <a:ext cx="393673" cy="394721"/>
              <a:chOff x="2731720" y="54050"/>
              <a:chExt cx="6727675" cy="6745583"/>
            </a:xfrm>
          </p:grpSpPr>
          <p:sp>
            <p:nvSpPr>
              <p:cNvPr id="345" name="Line 5"/>
              <p:cNvSpPr>
                <a:spLocks noChangeShapeType="1"/>
              </p:cNvSpPr>
              <p:nvPr>
                <p:custDataLst>
                  <p:tags r:id="rId164"/>
                </p:custDataLst>
              </p:nvPr>
            </p:nvSpPr>
            <p:spPr bwMode="auto">
              <a:xfrm flipH="1">
                <a:off x="7843838" y="2370138"/>
                <a:ext cx="1414463" cy="28162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6" name="Line 6"/>
              <p:cNvSpPr>
                <a:spLocks noChangeShapeType="1"/>
              </p:cNvSpPr>
              <p:nvPr>
                <p:custDataLst>
                  <p:tags r:id="rId165"/>
                </p:custDataLst>
              </p:nvPr>
            </p:nvSpPr>
            <p:spPr bwMode="auto">
              <a:xfrm flipH="1">
                <a:off x="5843588" y="438150"/>
                <a:ext cx="1743075" cy="12287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Line 7"/>
              <p:cNvSpPr>
                <a:spLocks noChangeShapeType="1"/>
              </p:cNvSpPr>
              <p:nvPr>
                <p:custDataLst>
                  <p:tags r:id="rId166"/>
                </p:custDataLst>
              </p:nvPr>
            </p:nvSpPr>
            <p:spPr bwMode="auto">
              <a:xfrm flipH="1">
                <a:off x="7150101" y="438150"/>
                <a:ext cx="436563" cy="35020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Freeform 8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2765426" y="92075"/>
                <a:ext cx="6656388" cy="6673850"/>
              </a:xfrm>
              <a:custGeom>
                <a:avLst/>
                <a:gdLst>
                  <a:gd name="T0" fmla="*/ 3474 w 4193"/>
                  <a:gd name="T1" fmla="*/ 3694 h 4204"/>
                  <a:gd name="T2" fmla="*/ 2762 w 4193"/>
                  <a:gd name="T3" fmla="*/ 4100 h 4204"/>
                  <a:gd name="T4" fmla="*/ 1947 w 4193"/>
                  <a:gd name="T5" fmla="*/ 4204 h 4204"/>
                  <a:gd name="T6" fmla="*/ 1156 w 4193"/>
                  <a:gd name="T7" fmla="*/ 3986 h 4204"/>
                  <a:gd name="T8" fmla="*/ 508 w 4193"/>
                  <a:gd name="T9" fmla="*/ 3480 h 4204"/>
                  <a:gd name="T10" fmla="*/ 103 w 4193"/>
                  <a:gd name="T11" fmla="*/ 2766 h 4204"/>
                  <a:gd name="T12" fmla="*/ 0 w 4193"/>
                  <a:gd name="T13" fmla="*/ 1952 h 4204"/>
                  <a:gd name="T14" fmla="*/ 217 w 4193"/>
                  <a:gd name="T15" fmla="*/ 1159 h 4204"/>
                  <a:gd name="T16" fmla="*/ 719 w 4193"/>
                  <a:gd name="T17" fmla="*/ 509 h 4204"/>
                  <a:gd name="T18" fmla="*/ 1434 w 4193"/>
                  <a:gd name="T19" fmla="*/ 101 h 4204"/>
                  <a:gd name="T20" fmla="*/ 2246 w 4193"/>
                  <a:gd name="T21" fmla="*/ 0 h 4204"/>
                  <a:gd name="T22" fmla="*/ 3037 w 4193"/>
                  <a:gd name="T23" fmla="*/ 218 h 4204"/>
                  <a:gd name="T24" fmla="*/ 3685 w 4193"/>
                  <a:gd name="T25" fmla="*/ 722 h 4204"/>
                  <a:gd name="T26" fmla="*/ 4090 w 4193"/>
                  <a:gd name="T27" fmla="*/ 1435 h 4204"/>
                  <a:gd name="T28" fmla="*/ 4193 w 4193"/>
                  <a:gd name="T29" fmla="*/ 2252 h 4204"/>
                  <a:gd name="T30" fmla="*/ 3977 w 4193"/>
                  <a:gd name="T31" fmla="*/ 3045 h 4204"/>
                  <a:gd name="T32" fmla="*/ 3474 w 4193"/>
                  <a:gd name="T33" fmla="*/ 3694 h 4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93" h="4204">
                    <a:moveTo>
                      <a:pt x="3474" y="3694"/>
                    </a:moveTo>
                    <a:lnTo>
                      <a:pt x="2762" y="4100"/>
                    </a:lnTo>
                    <a:lnTo>
                      <a:pt x="1947" y="4204"/>
                    </a:lnTo>
                    <a:lnTo>
                      <a:pt x="1156" y="3986"/>
                    </a:lnTo>
                    <a:lnTo>
                      <a:pt x="508" y="3480"/>
                    </a:lnTo>
                    <a:lnTo>
                      <a:pt x="103" y="2766"/>
                    </a:lnTo>
                    <a:lnTo>
                      <a:pt x="0" y="1952"/>
                    </a:lnTo>
                    <a:lnTo>
                      <a:pt x="217" y="1159"/>
                    </a:lnTo>
                    <a:lnTo>
                      <a:pt x="719" y="509"/>
                    </a:lnTo>
                    <a:lnTo>
                      <a:pt x="1434" y="101"/>
                    </a:lnTo>
                    <a:lnTo>
                      <a:pt x="2246" y="0"/>
                    </a:lnTo>
                    <a:lnTo>
                      <a:pt x="3037" y="218"/>
                    </a:lnTo>
                    <a:lnTo>
                      <a:pt x="3685" y="722"/>
                    </a:lnTo>
                    <a:lnTo>
                      <a:pt x="4090" y="1435"/>
                    </a:lnTo>
                    <a:lnTo>
                      <a:pt x="4193" y="2252"/>
                    </a:lnTo>
                    <a:lnTo>
                      <a:pt x="3977" y="3045"/>
                    </a:lnTo>
                    <a:lnTo>
                      <a:pt x="3474" y="3694"/>
                    </a:lnTo>
                    <a:close/>
                  </a:path>
                </a:pathLst>
              </a:cu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Line 9"/>
              <p:cNvSpPr>
                <a:spLocks noChangeShapeType="1"/>
              </p:cNvSpPr>
              <p:nvPr>
                <p:custDataLst>
                  <p:tags r:id="rId168"/>
                </p:custDataLst>
              </p:nvPr>
            </p:nvSpPr>
            <p:spPr bwMode="auto">
              <a:xfrm flipH="1">
                <a:off x="2928938" y="252413"/>
                <a:ext cx="2112963" cy="42306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0" name="Line 10"/>
              <p:cNvSpPr>
                <a:spLocks noChangeShapeType="1"/>
              </p:cNvSpPr>
              <p:nvPr>
                <p:custDataLst>
                  <p:tags r:id="rId169"/>
                </p:custDataLst>
              </p:nvPr>
            </p:nvSpPr>
            <p:spPr bwMode="auto">
              <a:xfrm>
                <a:off x="3906838" y="900113"/>
                <a:ext cx="693738" cy="551973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1" name="Line 11"/>
              <p:cNvSpPr>
                <a:spLocks noChangeShapeType="1"/>
              </p:cNvSpPr>
              <p:nvPr>
                <p:custDataLst>
                  <p:tags r:id="rId170"/>
                </p:custDataLst>
              </p:nvPr>
            </p:nvSpPr>
            <p:spPr bwMode="auto">
              <a:xfrm>
                <a:off x="3571876" y="5616575"/>
                <a:ext cx="3578225" cy="984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2" name="Line 12"/>
              <p:cNvSpPr>
                <a:spLocks noChangeShapeType="1"/>
              </p:cNvSpPr>
              <p:nvPr>
                <p:custDataLst>
                  <p:tags r:id="rId171"/>
                </p:custDataLst>
              </p:nvPr>
            </p:nvSpPr>
            <p:spPr bwMode="auto">
              <a:xfrm>
                <a:off x="4533901" y="5881688"/>
                <a:ext cx="3746500" cy="74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3" name="Line 13"/>
              <p:cNvSpPr>
                <a:spLocks noChangeShapeType="1"/>
              </p:cNvSpPr>
              <p:nvPr>
                <p:custDataLst>
                  <p:tags r:id="rId172"/>
                </p:custDataLst>
              </p:nvPr>
            </p:nvSpPr>
            <p:spPr bwMode="auto">
              <a:xfrm>
                <a:off x="5041901" y="252413"/>
                <a:ext cx="3238500" cy="57038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4" name="Line 14"/>
              <p:cNvSpPr>
                <a:spLocks noChangeShapeType="1"/>
              </p:cNvSpPr>
              <p:nvPr>
                <p:custDataLst>
                  <p:tags r:id="rId173"/>
                </p:custDataLst>
              </p:nvPr>
            </p:nvSpPr>
            <p:spPr bwMode="auto">
              <a:xfrm flipV="1">
                <a:off x="4533901" y="4926013"/>
                <a:ext cx="4545013" cy="95567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5" name="Line 15"/>
              <p:cNvSpPr>
                <a:spLocks noChangeShapeType="1"/>
              </p:cNvSpPr>
              <p:nvPr>
                <p:custDataLst>
                  <p:tags r:id="rId174"/>
                </p:custDataLst>
              </p:nvPr>
            </p:nvSpPr>
            <p:spPr bwMode="auto">
              <a:xfrm flipV="1">
                <a:off x="4533901" y="2370138"/>
                <a:ext cx="4724400" cy="35115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6" name="Line 16"/>
              <p:cNvSpPr>
                <a:spLocks noChangeShapeType="1"/>
              </p:cNvSpPr>
              <p:nvPr>
                <p:custDataLst>
                  <p:tags r:id="rId175"/>
                </p:custDataLst>
              </p:nvPr>
            </p:nvSpPr>
            <p:spPr bwMode="auto">
              <a:xfrm>
                <a:off x="4071938" y="2193925"/>
                <a:ext cx="3078163" cy="1746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7" name="Line 17"/>
              <p:cNvSpPr>
                <a:spLocks noChangeShapeType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3109913" y="1931988"/>
                <a:ext cx="1423988" cy="394970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8" name="Line 18"/>
              <p:cNvSpPr>
                <a:spLocks noChangeShapeType="1"/>
              </p:cNvSpPr>
              <p:nvPr>
                <p:custDataLst>
                  <p:tags r:id="rId177"/>
                </p:custDataLst>
              </p:nvPr>
            </p:nvSpPr>
            <p:spPr bwMode="auto">
              <a:xfrm flipV="1">
                <a:off x="7150101" y="1238250"/>
                <a:ext cx="1465263" cy="2701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9" name="Line 19"/>
              <p:cNvSpPr>
                <a:spLocks noChangeShapeType="1"/>
              </p:cNvSpPr>
              <p:nvPr>
                <p:custDataLst>
                  <p:tags r:id="rId178"/>
                </p:custDataLst>
              </p:nvPr>
            </p:nvSpPr>
            <p:spPr bwMode="auto">
              <a:xfrm flipV="1">
                <a:off x="2928938" y="3940175"/>
                <a:ext cx="4221163" cy="542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0" name="Line 20"/>
              <p:cNvSpPr>
                <a:spLocks noChangeShapeType="1"/>
              </p:cNvSpPr>
              <p:nvPr>
                <p:custDataLst>
                  <p:tags r:id="rId179"/>
                </p:custDataLst>
              </p:nvPr>
            </p:nvSpPr>
            <p:spPr bwMode="auto">
              <a:xfrm flipH="1">
                <a:off x="4533901" y="92075"/>
                <a:ext cx="1797050" cy="5789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1" name="Line 21"/>
              <p:cNvSpPr>
                <a:spLocks noChangeShapeType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4071938" y="2193925"/>
                <a:ext cx="5186363" cy="1762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2" name="Line 22"/>
              <p:cNvSpPr>
                <a:spLocks noChangeShapeType="1"/>
              </p:cNvSpPr>
              <p:nvPr>
                <p:custDataLst>
                  <p:tags r:id="rId181"/>
                </p:custDataLst>
              </p:nvPr>
            </p:nvSpPr>
            <p:spPr bwMode="auto">
              <a:xfrm flipV="1">
                <a:off x="4071938" y="92075"/>
                <a:ext cx="2259013" cy="21018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5" name="Line 23"/>
              <p:cNvSpPr>
                <a:spLocks noChangeShapeType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6330951" y="92075"/>
                <a:ext cx="2927350" cy="227806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6" name="Oval 24"/>
              <p:cNvSpPr>
                <a:spLocks noChangeArrowheads="1"/>
              </p:cNvSpPr>
              <p:nvPr>
                <p:custDataLst>
                  <p:tags r:id="rId183"/>
                </p:custDataLst>
              </p:nvPr>
            </p:nvSpPr>
            <p:spPr bwMode="auto">
              <a:xfrm>
                <a:off x="5003432" y="2187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" name="Oval 25"/>
              <p:cNvSpPr>
                <a:spLocks noChangeArrowheads="1"/>
              </p:cNvSpPr>
              <p:nvPr>
                <p:custDataLst>
                  <p:tags r:id="rId184"/>
                </p:custDataLst>
              </p:nvPr>
            </p:nvSpPr>
            <p:spPr bwMode="auto">
              <a:xfrm>
                <a:off x="3873132" y="86208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4" name="Oval 26"/>
              <p:cNvSpPr>
                <a:spLocks noChangeArrowheads="1"/>
              </p:cNvSpPr>
              <p:nvPr>
                <p:custDataLst>
                  <p:tags r:id="rId185"/>
                </p:custDataLst>
              </p:nvPr>
            </p:nvSpPr>
            <p:spPr bwMode="auto">
              <a:xfrm>
                <a:off x="3076207" y="1893962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5" name="Oval 27"/>
              <p:cNvSpPr>
                <a:spLocks noChangeArrowheads="1"/>
              </p:cNvSpPr>
              <p:nvPr>
                <p:custDataLst>
                  <p:tags r:id="rId186"/>
                </p:custDataLst>
              </p:nvPr>
            </p:nvSpPr>
            <p:spPr bwMode="auto">
              <a:xfrm>
                <a:off x="2731720" y="31905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6" name="Oval 28"/>
              <p:cNvSpPr>
                <a:spLocks noChangeArrowheads="1"/>
              </p:cNvSpPr>
              <p:nvPr>
                <p:custDataLst>
                  <p:tags r:id="rId187"/>
                </p:custDataLst>
              </p:nvPr>
            </p:nvSpPr>
            <p:spPr bwMode="auto">
              <a:xfrm>
                <a:off x="2890470" y="44493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7" name="Oval 29"/>
              <p:cNvSpPr>
                <a:spLocks noChangeArrowheads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3538170" y="558172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7" name="Oval 30"/>
              <p:cNvSpPr>
                <a:spLocks noChangeArrowheads="1"/>
              </p:cNvSpPr>
              <p:nvPr>
                <p:custDataLst>
                  <p:tags r:id="rId189"/>
                </p:custDataLst>
              </p:nvPr>
            </p:nvSpPr>
            <p:spPr bwMode="auto">
              <a:xfrm>
                <a:off x="4496762" y="5846837"/>
                <a:ext cx="74278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8" name="Oval 31"/>
              <p:cNvSpPr>
                <a:spLocks noChangeArrowheads="1"/>
              </p:cNvSpPr>
              <p:nvPr>
                <p:custDataLst>
                  <p:tags r:id="rId190"/>
                </p:custDataLst>
              </p:nvPr>
            </p:nvSpPr>
            <p:spPr bwMode="auto">
              <a:xfrm>
                <a:off x="7111632" y="39021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9" name="Oval 32"/>
              <p:cNvSpPr>
                <a:spLocks noChangeArrowheads="1"/>
              </p:cNvSpPr>
              <p:nvPr>
                <p:custDataLst>
                  <p:tags r:id="rId191"/>
                </p:custDataLst>
              </p:nvPr>
            </p:nvSpPr>
            <p:spPr bwMode="auto">
              <a:xfrm>
                <a:off x="7805370" y="51478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0" name="Oval 33"/>
              <p:cNvSpPr>
                <a:spLocks noChangeArrowheads="1"/>
              </p:cNvSpPr>
              <p:nvPr>
                <p:custDataLst>
                  <p:tags r:id="rId192"/>
                </p:custDataLst>
              </p:nvPr>
            </p:nvSpPr>
            <p:spPr bwMode="auto">
              <a:xfrm>
                <a:off x="5003432" y="41752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1" name="Oval 34"/>
              <p:cNvSpPr>
                <a:spLocks noChangeArrowheads="1"/>
              </p:cNvSpPr>
              <p:nvPr>
                <p:custDataLst>
                  <p:tags r:id="rId193"/>
                </p:custDataLst>
              </p:nvPr>
            </p:nvSpPr>
            <p:spPr bwMode="auto">
              <a:xfrm>
                <a:off x="5817820" y="672745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2" name="Oval 35"/>
              <p:cNvSpPr>
                <a:spLocks noChangeArrowheads="1"/>
              </p:cNvSpPr>
              <p:nvPr>
                <p:custDataLst>
                  <p:tags r:id="rId194"/>
                </p:custDataLst>
              </p:nvPr>
            </p:nvSpPr>
            <p:spPr bwMode="auto">
              <a:xfrm>
                <a:off x="4566870" y="63813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3" name="Oval 36"/>
              <p:cNvSpPr>
                <a:spLocks noChangeArrowheads="1"/>
              </p:cNvSpPr>
              <p:nvPr>
                <p:custDataLst>
                  <p:tags r:id="rId195"/>
                </p:custDataLst>
              </p:nvPr>
            </p:nvSpPr>
            <p:spPr bwMode="auto">
              <a:xfrm>
                <a:off x="7111632" y="65628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4" name="Oval 37"/>
              <p:cNvSpPr>
                <a:spLocks noChangeArrowheads="1"/>
              </p:cNvSpPr>
              <p:nvPr>
                <p:custDataLst>
                  <p:tags r:id="rId196"/>
                </p:custDataLst>
              </p:nvPr>
            </p:nvSpPr>
            <p:spPr bwMode="auto">
              <a:xfrm>
                <a:off x="8241932" y="59182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5" name="Oval 38"/>
              <p:cNvSpPr>
                <a:spLocks noChangeArrowheads="1"/>
              </p:cNvSpPr>
              <p:nvPr>
                <p:custDataLst>
                  <p:tags r:id="rId197"/>
                </p:custDataLst>
              </p:nvPr>
            </p:nvSpPr>
            <p:spPr bwMode="auto">
              <a:xfrm>
                <a:off x="3538170" y="3106369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6" name="Oval 39"/>
              <p:cNvSpPr>
                <a:spLocks noChangeArrowheads="1"/>
              </p:cNvSpPr>
              <p:nvPr>
                <p:custDataLst>
                  <p:tags r:id="rId198"/>
                </p:custDataLst>
              </p:nvPr>
            </p:nvSpPr>
            <p:spPr bwMode="auto">
              <a:xfrm>
                <a:off x="3949332" y="428473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1" name="Oval 40"/>
              <p:cNvSpPr>
                <a:spLocks noChangeArrowheads="1"/>
              </p:cNvSpPr>
              <p:nvPr>
                <p:custDataLst>
                  <p:tags r:id="rId199"/>
                </p:custDataLst>
              </p:nvPr>
            </p:nvSpPr>
            <p:spPr bwMode="auto">
              <a:xfrm>
                <a:off x="5406657" y="29507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2" name="Oval 41"/>
              <p:cNvSpPr>
                <a:spLocks noChangeArrowheads="1"/>
              </p:cNvSpPr>
              <p:nvPr>
                <p:custDataLst>
                  <p:tags r:id="rId200"/>
                </p:custDataLst>
              </p:nvPr>
            </p:nvSpPr>
            <p:spPr bwMode="auto">
              <a:xfrm>
                <a:off x="5805120" y="16284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3" name="Oval 42"/>
              <p:cNvSpPr>
                <a:spLocks noChangeArrowheads="1"/>
              </p:cNvSpPr>
              <p:nvPr>
                <p:custDataLst>
                  <p:tags r:id="rId201"/>
                </p:custDataLst>
              </p:nvPr>
            </p:nvSpPr>
            <p:spPr bwMode="auto">
              <a:xfrm>
                <a:off x="4033470" y="21590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3" name="Oval 43"/>
              <p:cNvSpPr>
                <a:spLocks noChangeArrowheads="1"/>
              </p:cNvSpPr>
              <p:nvPr>
                <p:custDataLst>
                  <p:tags r:id="rId202"/>
                </p:custDataLst>
              </p:nvPr>
            </p:nvSpPr>
            <p:spPr bwMode="auto">
              <a:xfrm>
                <a:off x="9041332" y="4887544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3" name="Oval 44"/>
              <p:cNvSpPr>
                <a:spLocks noChangeArrowheads="1"/>
              </p:cNvSpPr>
              <p:nvPr>
                <p:custDataLst>
                  <p:tags r:id="rId203"/>
                </p:custDataLst>
              </p:nvPr>
            </p:nvSpPr>
            <p:spPr bwMode="auto">
              <a:xfrm>
                <a:off x="9385819" y="3628657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9" name="Oval 45"/>
              <p:cNvSpPr>
                <a:spLocks noChangeArrowheads="1"/>
              </p:cNvSpPr>
              <p:nvPr>
                <p:custDataLst>
                  <p:tags r:id="rId204"/>
                </p:custDataLst>
              </p:nvPr>
            </p:nvSpPr>
            <p:spPr bwMode="auto">
              <a:xfrm>
                <a:off x="9224595" y="233643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3" name="Oval 46"/>
              <p:cNvSpPr>
                <a:spLocks noChangeArrowheads="1"/>
              </p:cNvSpPr>
              <p:nvPr>
                <p:custDataLst>
                  <p:tags r:id="rId205"/>
                </p:custDataLst>
              </p:nvPr>
            </p:nvSpPr>
            <p:spPr bwMode="auto">
              <a:xfrm>
                <a:off x="8578482" y="11997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4" name="Oval 47"/>
              <p:cNvSpPr>
                <a:spLocks noChangeArrowheads="1"/>
              </p:cNvSpPr>
              <p:nvPr>
                <p:custDataLst>
                  <p:tags r:id="rId206"/>
                </p:custDataLst>
              </p:nvPr>
            </p:nvSpPr>
            <p:spPr bwMode="auto">
              <a:xfrm>
                <a:off x="7552957" y="3996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5" name="Oval 48"/>
              <p:cNvSpPr>
                <a:spLocks noChangeArrowheads="1"/>
              </p:cNvSpPr>
              <p:nvPr>
                <p:custDataLst>
                  <p:tags r:id="rId207"/>
                </p:custDataLst>
              </p:nvPr>
            </p:nvSpPr>
            <p:spPr bwMode="auto">
              <a:xfrm>
                <a:off x="6297245" y="540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6" name="Oval 49"/>
              <p:cNvSpPr>
                <a:spLocks noChangeArrowheads="1"/>
              </p:cNvSpPr>
              <p:nvPr>
                <p:custDataLst>
                  <p:tags r:id="rId208"/>
                </p:custDataLst>
              </p:nvPr>
            </p:nvSpPr>
            <p:spPr bwMode="auto">
              <a:xfrm>
                <a:off x="7330707" y="22522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接连接符 48"/>
          <p:cNvCxnSpPr/>
          <p:nvPr/>
        </p:nvCxnSpPr>
        <p:spPr>
          <a:xfrm flipH="1">
            <a:off x="4974702" y="33039"/>
            <a:ext cx="0" cy="3541065"/>
          </a:xfrm>
          <a:prstGeom prst="line">
            <a:avLst/>
          </a:prstGeom>
          <a:ln>
            <a:solidFill>
              <a:srgbClr val="3C1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974702" y="2856343"/>
            <a:ext cx="0" cy="969397"/>
          </a:xfrm>
          <a:prstGeom prst="line">
            <a:avLst/>
          </a:prstGeom>
          <a:ln w="41275">
            <a:solidFill>
              <a:srgbClr val="7006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 descr="章节序号1"/>
          <p:cNvSpPr txBox="1"/>
          <p:nvPr/>
        </p:nvSpPr>
        <p:spPr>
          <a:xfrm>
            <a:off x="956126" y="2875002"/>
            <a:ext cx="4578213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PART</a:t>
            </a:r>
            <a:r>
              <a:rPr lang="zh-CN" altLang="en-US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 </a:t>
            </a:r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1</a:t>
            </a:r>
            <a:endParaRPr lang="zh-CN" altLang="en-US" sz="6600">
              <a:solidFill>
                <a:srgbClr val="D41366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52488" y="3013502"/>
            <a:ext cx="5558288" cy="830997"/>
            <a:chOff x="4854977" y="2900301"/>
            <a:chExt cx="5558288" cy="830997"/>
          </a:xfrm>
        </p:grpSpPr>
        <p:sp>
          <p:nvSpPr>
            <p:cNvPr id="55" name="矩形 54"/>
            <p:cNvSpPr/>
            <p:nvPr/>
          </p:nvSpPr>
          <p:spPr>
            <a:xfrm>
              <a:off x="8946768" y="3321060"/>
              <a:ext cx="1466497" cy="407847"/>
            </a:xfrm>
            <a:prstGeom prst="rect">
              <a:avLst/>
            </a:prstGeom>
            <a:gradFill>
              <a:gsLst>
                <a:gs pos="18000">
                  <a:srgbClr val="910475"/>
                </a:gs>
                <a:gs pos="75000">
                  <a:srgbClr val="1B0E4A">
                    <a:alpha val="25000"/>
                  </a:srgbClr>
                </a:gs>
              </a:gsLst>
              <a:lin ang="12600000" scaled="0"/>
            </a:gradFill>
            <a:ln w="3175">
              <a:noFill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 descr="章节标题1"/>
            <p:cNvSpPr txBox="1"/>
            <p:nvPr/>
          </p:nvSpPr>
          <p:spPr>
            <a:xfrm>
              <a:off x="4854977" y="2900301"/>
              <a:ext cx="5311864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zh-CN" sz="4800" dirty="0" err="1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ChatMonitor</a:t>
              </a:r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介绍</a:t>
              </a:r>
              <a:endParaRPr lang="zh-CN" altLang="en-US" sz="48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</p:grpSp>
      <p:cxnSp>
        <p:nvCxnSpPr>
          <p:cNvPr id="1129" name="直接连接符 1128"/>
          <p:cNvCxnSpPr/>
          <p:nvPr/>
        </p:nvCxnSpPr>
        <p:spPr>
          <a:xfrm flipH="1">
            <a:off x="4974702" y="4209143"/>
            <a:ext cx="0" cy="2648857"/>
          </a:xfrm>
          <a:prstGeom prst="line">
            <a:avLst/>
          </a:prstGeom>
          <a:ln>
            <a:solidFill>
              <a:srgbClr val="2B1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椭圆 1131"/>
          <p:cNvSpPr>
            <a:spLocks noChangeAspect="1"/>
          </p:cNvSpPr>
          <p:nvPr/>
        </p:nvSpPr>
        <p:spPr>
          <a:xfrm flipV="1">
            <a:off x="10402091" y="1115652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3" name="椭圆 1132"/>
          <p:cNvSpPr>
            <a:spLocks noChangeAspect="1"/>
          </p:cNvSpPr>
          <p:nvPr/>
        </p:nvSpPr>
        <p:spPr>
          <a:xfrm flipV="1">
            <a:off x="8222268" y="2443739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4" name="椭圆 1133"/>
          <p:cNvSpPr>
            <a:spLocks noChangeAspect="1"/>
          </p:cNvSpPr>
          <p:nvPr/>
        </p:nvSpPr>
        <p:spPr>
          <a:xfrm flipV="1">
            <a:off x="3777981" y="4475441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5" name="椭圆 1134"/>
          <p:cNvSpPr>
            <a:spLocks noChangeAspect="1"/>
          </p:cNvSpPr>
          <p:nvPr/>
        </p:nvSpPr>
        <p:spPr>
          <a:xfrm flipV="1">
            <a:off x="11661093" y="2926878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" name="椭圆 1135"/>
          <p:cNvSpPr>
            <a:spLocks noChangeAspect="1"/>
          </p:cNvSpPr>
          <p:nvPr/>
        </p:nvSpPr>
        <p:spPr>
          <a:xfrm flipV="1">
            <a:off x="9361039" y="152622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" name="椭圆 1136"/>
          <p:cNvSpPr>
            <a:spLocks noChangeAspect="1"/>
          </p:cNvSpPr>
          <p:nvPr/>
        </p:nvSpPr>
        <p:spPr>
          <a:xfrm flipV="1">
            <a:off x="9708982" y="2528033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8" name="椭圆 1137"/>
          <p:cNvSpPr>
            <a:spLocks noChangeAspect="1"/>
          </p:cNvSpPr>
          <p:nvPr/>
        </p:nvSpPr>
        <p:spPr>
          <a:xfrm flipV="1">
            <a:off x="11688031" y="309540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9" name="椭圆 1138"/>
          <p:cNvSpPr>
            <a:spLocks noChangeAspect="1"/>
          </p:cNvSpPr>
          <p:nvPr/>
        </p:nvSpPr>
        <p:spPr>
          <a:xfrm flipV="1">
            <a:off x="11303185" y="1725617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0" name="椭圆 1139"/>
          <p:cNvSpPr>
            <a:spLocks noChangeAspect="1"/>
          </p:cNvSpPr>
          <p:nvPr/>
        </p:nvSpPr>
        <p:spPr>
          <a:xfrm flipV="1">
            <a:off x="6070143" y="1792060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1" name="椭圆 1140"/>
          <p:cNvSpPr>
            <a:spLocks noChangeAspect="1"/>
          </p:cNvSpPr>
          <p:nvPr/>
        </p:nvSpPr>
        <p:spPr>
          <a:xfrm flipV="1">
            <a:off x="9551918" y="576941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2" name="椭圆 1141"/>
          <p:cNvSpPr>
            <a:spLocks noChangeAspect="1"/>
          </p:cNvSpPr>
          <p:nvPr/>
        </p:nvSpPr>
        <p:spPr>
          <a:xfrm flipV="1">
            <a:off x="8445257" y="635785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3" name="椭圆 1142"/>
          <p:cNvSpPr>
            <a:spLocks noChangeAspect="1"/>
          </p:cNvSpPr>
          <p:nvPr/>
        </p:nvSpPr>
        <p:spPr>
          <a:xfrm flipV="1">
            <a:off x="7971074" y="513871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椭圆 1143"/>
          <p:cNvSpPr>
            <a:spLocks noChangeAspect="1"/>
          </p:cNvSpPr>
          <p:nvPr/>
        </p:nvSpPr>
        <p:spPr>
          <a:xfrm flipH="1" flipV="1">
            <a:off x="3306646" y="4358157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5" name="椭圆 1144"/>
          <p:cNvSpPr>
            <a:spLocks noChangeAspect="1"/>
          </p:cNvSpPr>
          <p:nvPr/>
        </p:nvSpPr>
        <p:spPr>
          <a:xfrm flipH="1" flipV="1">
            <a:off x="3049890" y="571719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6" name="椭圆 1145"/>
          <p:cNvSpPr>
            <a:spLocks noChangeAspect="1"/>
          </p:cNvSpPr>
          <p:nvPr/>
        </p:nvSpPr>
        <p:spPr>
          <a:xfrm flipH="1" flipV="1">
            <a:off x="3829694" y="283704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7" name="椭圆 1146"/>
          <p:cNvSpPr>
            <a:spLocks noChangeAspect="1"/>
          </p:cNvSpPr>
          <p:nvPr/>
        </p:nvSpPr>
        <p:spPr>
          <a:xfrm flipH="1" flipV="1">
            <a:off x="1612873" y="452700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8" name="椭圆 1147"/>
          <p:cNvSpPr>
            <a:spLocks noChangeAspect="1"/>
          </p:cNvSpPr>
          <p:nvPr/>
        </p:nvSpPr>
        <p:spPr>
          <a:xfrm flipH="1" flipV="1">
            <a:off x="810729" y="546121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椭圆 1148"/>
          <p:cNvSpPr>
            <a:spLocks noChangeAspect="1"/>
          </p:cNvSpPr>
          <p:nvPr/>
        </p:nvSpPr>
        <p:spPr>
          <a:xfrm flipH="1" flipV="1">
            <a:off x="452256" y="584882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0" name="椭圆 1149"/>
          <p:cNvSpPr>
            <a:spLocks noChangeAspect="1"/>
          </p:cNvSpPr>
          <p:nvPr/>
        </p:nvSpPr>
        <p:spPr>
          <a:xfrm flipH="1" flipV="1">
            <a:off x="1594330" y="274799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1" name="椭圆 1150"/>
          <p:cNvSpPr>
            <a:spLocks noChangeAspect="1"/>
          </p:cNvSpPr>
          <p:nvPr/>
        </p:nvSpPr>
        <p:spPr>
          <a:xfrm flipV="1">
            <a:off x="1790413" y="88490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9" name="组合 1198"/>
          <p:cNvGrpSpPr/>
          <p:nvPr/>
        </p:nvGrpSpPr>
        <p:grpSpPr>
          <a:xfrm flipH="1">
            <a:off x="10405721" y="5150779"/>
            <a:ext cx="1226873" cy="1230139"/>
            <a:chOff x="2731720" y="54050"/>
            <a:chExt cx="6727675" cy="6745583"/>
          </a:xfrm>
        </p:grpSpPr>
        <p:sp>
          <p:nvSpPr>
            <p:cNvPr id="120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-35160" y="3931450"/>
            <a:ext cx="2793152" cy="2793152"/>
            <a:chOff x="800265" y="3512398"/>
            <a:chExt cx="2793152" cy="2793152"/>
          </a:xfrm>
        </p:grpSpPr>
        <p:sp>
          <p:nvSpPr>
            <p:cNvPr id="5" name="椭圆 4"/>
            <p:cNvSpPr/>
            <p:nvPr/>
          </p:nvSpPr>
          <p:spPr>
            <a:xfrm>
              <a:off x="1125225" y="3837358"/>
              <a:ext cx="2143232" cy="2143232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弧形 5"/>
            <p:cNvSpPr/>
            <p:nvPr/>
          </p:nvSpPr>
          <p:spPr>
            <a:xfrm flipV="1">
              <a:off x="800265" y="3512398"/>
              <a:ext cx="2793152" cy="2793152"/>
            </a:xfrm>
            <a:prstGeom prst="arc">
              <a:avLst>
                <a:gd name="adj1" fmla="val 17932875"/>
                <a:gd name="adj2" fmla="val 8263555"/>
              </a:avLst>
            </a:prstGeom>
            <a:ln w="3175">
              <a:solidFill>
                <a:srgbClr val="C0135F">
                  <a:alpha val="51000"/>
                </a:srgb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>
            <a:off x="8639403" y="288932"/>
            <a:ext cx="5443335" cy="5457826"/>
            <a:chOff x="2731720" y="54050"/>
            <a:chExt cx="6727675" cy="6745583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3" name="直接连接符 72"/>
          <p:cNvCxnSpPr/>
          <p:nvPr/>
        </p:nvCxnSpPr>
        <p:spPr>
          <a:xfrm flipH="1">
            <a:off x="6485836" y="2083945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9845902" y="5302127"/>
            <a:ext cx="238419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H="1">
            <a:off x="7437069" y="3693036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 rot="1170479">
            <a:off x="-89250" y="6140606"/>
            <a:ext cx="951831" cy="653427"/>
            <a:chOff x="11796349" y="8382981"/>
            <a:chExt cx="2268537" cy="1557339"/>
          </a:xfrm>
        </p:grpSpPr>
        <p:sp>
          <p:nvSpPr>
            <p:cNvPr id="94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3" name="文本框 372" descr="页面标题"/>
          <p:cNvSpPr txBox="1"/>
          <p:nvPr/>
        </p:nvSpPr>
        <p:spPr>
          <a:xfrm>
            <a:off x="720250" y="611403"/>
            <a:ext cx="562311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为什么开发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？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1515979" y="1360944"/>
            <a:ext cx="592109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汉仪大宋简" panose="02010609000101010101" charset="-122"/>
            </a:endParaRPr>
          </a:p>
          <a:p>
            <a:pPr algn="l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每天数百条群消息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重要通知被淹没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紧急事件无法被及时发现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文件资料难整理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管理员难以监管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4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需要一套「低成本、易部署、双平台、智能化」的群聊监控分析工具</a:t>
            </a:r>
            <a:endParaRPr lang="en-US" altLang="zh-CN" sz="14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5478370" y="1360944"/>
            <a:ext cx="4664093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汉仪大宋简" panose="02010609000101010101" charset="-122"/>
              </a:rPr>
              <a:t>市场空缺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汉仪大宋简" panose="02010609000101010101" charset="-122"/>
            </a:endParaRPr>
          </a:p>
          <a:p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钉钉、微信、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自带机器人模型单一、不人性化、不个性化、没法高度自定义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2633" y="4146048"/>
            <a:ext cx="865493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为了解决这些问题，我们围绕痛点和市场空缺设计了新一代智能群聊内容总结平台</a:t>
            </a:r>
            <a:endParaRPr lang="zh-CN" altLang="en-US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66592" y="4515380"/>
            <a:ext cx="2438488" cy="64633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en-US" altLang="zh-CN" sz="3600" dirty="0" err="1">
                <a:solidFill>
                  <a:srgbClr val="0070C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endParaRPr lang="zh-CN" altLang="en-US" sz="3600" dirty="0">
              <a:solidFill>
                <a:srgbClr val="0070C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-35160" y="3931450"/>
            <a:ext cx="2793152" cy="2793152"/>
            <a:chOff x="800265" y="3512398"/>
            <a:chExt cx="2793152" cy="2793152"/>
          </a:xfrm>
        </p:grpSpPr>
        <p:sp>
          <p:nvSpPr>
            <p:cNvPr id="5" name="椭圆 4"/>
            <p:cNvSpPr/>
            <p:nvPr/>
          </p:nvSpPr>
          <p:spPr>
            <a:xfrm>
              <a:off x="1125225" y="3837358"/>
              <a:ext cx="2143232" cy="2143232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弧形 5"/>
            <p:cNvSpPr/>
            <p:nvPr/>
          </p:nvSpPr>
          <p:spPr>
            <a:xfrm flipV="1">
              <a:off x="800265" y="3512398"/>
              <a:ext cx="2793152" cy="2793152"/>
            </a:xfrm>
            <a:prstGeom prst="arc">
              <a:avLst>
                <a:gd name="adj1" fmla="val 17932875"/>
                <a:gd name="adj2" fmla="val 8263555"/>
              </a:avLst>
            </a:prstGeom>
            <a:ln w="3175">
              <a:solidFill>
                <a:srgbClr val="C0135F">
                  <a:alpha val="51000"/>
                </a:srgb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>
            <a:off x="8639403" y="288932"/>
            <a:ext cx="5443335" cy="5457826"/>
            <a:chOff x="2731720" y="54050"/>
            <a:chExt cx="6727675" cy="6745583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3" name="直接连接符 72"/>
          <p:cNvCxnSpPr/>
          <p:nvPr/>
        </p:nvCxnSpPr>
        <p:spPr>
          <a:xfrm flipH="1">
            <a:off x="6485836" y="2083945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9845902" y="5302127"/>
            <a:ext cx="238419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H="1">
            <a:off x="7437069" y="3693036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 rot="1170479">
            <a:off x="-89250" y="6140606"/>
            <a:ext cx="951831" cy="653427"/>
            <a:chOff x="11796349" y="8382981"/>
            <a:chExt cx="2268537" cy="1557339"/>
          </a:xfrm>
        </p:grpSpPr>
        <p:sp>
          <p:nvSpPr>
            <p:cNvPr id="94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3" name="文本框 372" descr="页面标题"/>
          <p:cNvSpPr txBox="1"/>
          <p:nvPr/>
        </p:nvSpPr>
        <p:spPr>
          <a:xfrm>
            <a:off x="720250" y="611403"/>
            <a:ext cx="562311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如何工作？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pic>
        <p:nvPicPr>
          <p:cNvPr id="17" name="图片 24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9453" y="1586162"/>
            <a:ext cx="6671878" cy="4575002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7234504" y="2261308"/>
            <a:ext cx="4027615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整个项目由数据层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+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处理层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+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服务展示层组成，做到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Web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服务、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QQ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监听、钉钉监听进程隔离；独立数据库；解耦通信，架构高度工程化可维护。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234838" y="4820137"/>
            <a:ext cx="4579395" cy="35054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技术栈：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· </a:t>
            </a:r>
            <a:r>
              <a:rPr lang="en-US" altLang="zh-CN" sz="1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FastAPI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SQLite · SSE · </a:t>
            </a: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阿里云百炼大模型</a:t>
            </a:r>
            <a:endParaRPr lang="zh-CN" altLang="zh-CN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-35160" y="3931450"/>
            <a:ext cx="2793152" cy="2793152"/>
            <a:chOff x="800265" y="3512398"/>
            <a:chExt cx="2793152" cy="2793152"/>
          </a:xfrm>
        </p:grpSpPr>
        <p:sp>
          <p:nvSpPr>
            <p:cNvPr id="5" name="椭圆 4"/>
            <p:cNvSpPr/>
            <p:nvPr/>
          </p:nvSpPr>
          <p:spPr>
            <a:xfrm>
              <a:off x="1125225" y="3837358"/>
              <a:ext cx="2143232" cy="2143232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弧形 5"/>
            <p:cNvSpPr/>
            <p:nvPr/>
          </p:nvSpPr>
          <p:spPr>
            <a:xfrm flipV="1">
              <a:off x="800265" y="3512398"/>
              <a:ext cx="2793152" cy="2793152"/>
            </a:xfrm>
            <a:prstGeom prst="arc">
              <a:avLst>
                <a:gd name="adj1" fmla="val 17932875"/>
                <a:gd name="adj2" fmla="val 8263555"/>
              </a:avLst>
            </a:prstGeom>
            <a:ln w="3175">
              <a:solidFill>
                <a:srgbClr val="C0135F">
                  <a:alpha val="51000"/>
                </a:srgb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>
            <a:off x="8639403" y="288932"/>
            <a:ext cx="5443335" cy="5457826"/>
            <a:chOff x="2731720" y="54050"/>
            <a:chExt cx="6727675" cy="6745583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3" name="直接连接符 72"/>
          <p:cNvCxnSpPr/>
          <p:nvPr/>
        </p:nvCxnSpPr>
        <p:spPr>
          <a:xfrm flipH="1">
            <a:off x="6485836" y="2083945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9845902" y="5302127"/>
            <a:ext cx="238419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H="1">
            <a:off x="7437069" y="3693036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 rot="1170479">
            <a:off x="-89250" y="6140606"/>
            <a:ext cx="951831" cy="653427"/>
            <a:chOff x="11796349" y="8382981"/>
            <a:chExt cx="2268537" cy="1557339"/>
          </a:xfrm>
        </p:grpSpPr>
        <p:sp>
          <p:nvSpPr>
            <p:cNvPr id="94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3" name="文本框 372" descr="页面标题"/>
          <p:cNvSpPr txBox="1"/>
          <p:nvPr/>
        </p:nvSpPr>
        <p:spPr>
          <a:xfrm>
            <a:off x="720250" y="611403"/>
            <a:ext cx="562311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如何工作？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pic>
        <p:nvPicPr>
          <p:cNvPr id="3" name="图片 0" descr="ChatGPT Image 2026年8月27日 21_35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250" y="1485638"/>
            <a:ext cx="5683250" cy="466153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6" name="文本框 55"/>
          <p:cNvSpPr txBox="1"/>
          <p:nvPr/>
        </p:nvSpPr>
        <p:spPr>
          <a:xfrm>
            <a:off x="6565453" y="2393806"/>
            <a:ext cx="4764436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着火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晕倒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失联→</a:t>
            </a:r>
            <a:r>
              <a:rPr lang="en-US" altLang="zh-CN" dirty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high</a:t>
            </a:r>
            <a:r>
              <a:rPr lang="zh-CN" altLang="en-US" dirty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紧急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，给出处置建议</a:t>
            </a:r>
            <a:endParaRPr lang="zh-CN" altLang="en-US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考试通知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资料发放→</a:t>
            </a: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medium</a:t>
            </a:r>
            <a:r>
              <a:rPr lang="zh-CN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事务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，提醒跟进</a:t>
            </a:r>
            <a:endParaRPr lang="zh-CN" altLang="en-US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食堂难吃→自动忽略，不误报</a:t>
            </a:r>
            <a:endParaRPr lang="zh-CN" altLang="en-US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-35160" y="3931450"/>
            <a:ext cx="2793152" cy="2793152"/>
            <a:chOff x="800265" y="3512398"/>
            <a:chExt cx="2793152" cy="2793152"/>
          </a:xfrm>
        </p:grpSpPr>
        <p:sp>
          <p:nvSpPr>
            <p:cNvPr id="5" name="椭圆 4"/>
            <p:cNvSpPr/>
            <p:nvPr/>
          </p:nvSpPr>
          <p:spPr>
            <a:xfrm>
              <a:off x="1125225" y="3837358"/>
              <a:ext cx="2143232" cy="2143232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弧形 5"/>
            <p:cNvSpPr/>
            <p:nvPr/>
          </p:nvSpPr>
          <p:spPr>
            <a:xfrm flipV="1">
              <a:off x="800265" y="3512398"/>
              <a:ext cx="2793152" cy="2793152"/>
            </a:xfrm>
            <a:prstGeom prst="arc">
              <a:avLst>
                <a:gd name="adj1" fmla="val 17932875"/>
                <a:gd name="adj2" fmla="val 8263555"/>
              </a:avLst>
            </a:prstGeom>
            <a:ln w="3175">
              <a:solidFill>
                <a:srgbClr val="C0135F">
                  <a:alpha val="51000"/>
                </a:srgb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>
            <a:off x="8639403" y="288932"/>
            <a:ext cx="5443335" cy="5457826"/>
            <a:chOff x="2731720" y="54050"/>
            <a:chExt cx="6727675" cy="6745583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3" name="直接连接符 72"/>
          <p:cNvCxnSpPr/>
          <p:nvPr/>
        </p:nvCxnSpPr>
        <p:spPr>
          <a:xfrm flipH="1">
            <a:off x="6485836" y="2083945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9845902" y="5302127"/>
            <a:ext cx="238419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H="1">
            <a:off x="7437069" y="3693036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 rot="1170479">
            <a:off x="-89250" y="6140606"/>
            <a:ext cx="951831" cy="653427"/>
            <a:chOff x="11796349" y="8382981"/>
            <a:chExt cx="2268537" cy="1557339"/>
          </a:xfrm>
        </p:grpSpPr>
        <p:sp>
          <p:nvSpPr>
            <p:cNvPr id="94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3" name="文本框 372" descr="页面标题"/>
          <p:cNvSpPr txBox="1"/>
          <p:nvPr/>
        </p:nvSpPr>
        <p:spPr>
          <a:xfrm>
            <a:off x="720250" y="611403"/>
            <a:ext cx="562311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如何工作？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pic>
        <p:nvPicPr>
          <p:cNvPr id="2" name="图片 1" descr="ChatGPT Image 2026年8月27日 14_08_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80" y="1426210"/>
            <a:ext cx="5577205" cy="493776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4" name="文本框 3"/>
          <p:cNvSpPr txBox="1"/>
          <p:nvPr/>
        </p:nvSpPr>
        <p:spPr>
          <a:xfrm>
            <a:off x="6915785" y="2366645"/>
            <a:ext cx="4064000" cy="9772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附件自动下载保存归档，多模态识别内容，自动标记重要</a:t>
            </a:r>
            <a:r>
              <a:rPr lang="zh-CN" altLang="en-US" dirty="0" smtClean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信息。</a:t>
            </a:r>
            <a:endParaRPr lang="zh-CN" altLang="en-US" dirty="0" smtClean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接连接符 48"/>
          <p:cNvCxnSpPr/>
          <p:nvPr/>
        </p:nvCxnSpPr>
        <p:spPr>
          <a:xfrm flipH="1">
            <a:off x="4974702" y="33039"/>
            <a:ext cx="0" cy="3541065"/>
          </a:xfrm>
          <a:prstGeom prst="line">
            <a:avLst/>
          </a:prstGeom>
          <a:ln>
            <a:solidFill>
              <a:srgbClr val="3C1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974702" y="2856343"/>
            <a:ext cx="0" cy="969397"/>
          </a:xfrm>
          <a:prstGeom prst="line">
            <a:avLst/>
          </a:prstGeom>
          <a:ln w="41275">
            <a:solidFill>
              <a:srgbClr val="7006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 descr="章节序号1"/>
          <p:cNvSpPr txBox="1"/>
          <p:nvPr/>
        </p:nvSpPr>
        <p:spPr>
          <a:xfrm>
            <a:off x="956126" y="2875002"/>
            <a:ext cx="4578213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PART</a:t>
            </a:r>
            <a:r>
              <a:rPr lang="zh-CN" altLang="en-US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 </a:t>
            </a:r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2</a:t>
            </a:r>
            <a:endParaRPr lang="zh-CN" altLang="en-US" sz="6600">
              <a:solidFill>
                <a:srgbClr val="D41366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52488" y="3013502"/>
            <a:ext cx="5558288" cy="830997"/>
            <a:chOff x="4854977" y="2900301"/>
            <a:chExt cx="5558288" cy="830997"/>
          </a:xfrm>
        </p:grpSpPr>
        <p:sp>
          <p:nvSpPr>
            <p:cNvPr id="55" name="矩形 54"/>
            <p:cNvSpPr/>
            <p:nvPr/>
          </p:nvSpPr>
          <p:spPr>
            <a:xfrm>
              <a:off x="8946768" y="3321060"/>
              <a:ext cx="1466497" cy="407847"/>
            </a:xfrm>
            <a:prstGeom prst="rect">
              <a:avLst/>
            </a:prstGeom>
            <a:gradFill>
              <a:gsLst>
                <a:gs pos="18000">
                  <a:srgbClr val="910475"/>
                </a:gs>
                <a:gs pos="75000">
                  <a:srgbClr val="1B0E4A">
                    <a:alpha val="25000"/>
                  </a:srgbClr>
                </a:gs>
              </a:gsLst>
              <a:lin ang="12600000" scaled="0"/>
            </a:gradFill>
            <a:ln w="3175">
              <a:noFill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 descr="章节标题1"/>
            <p:cNvSpPr txBox="1"/>
            <p:nvPr/>
          </p:nvSpPr>
          <p:spPr>
            <a:xfrm>
              <a:off x="4854977" y="2900301"/>
              <a:ext cx="5311864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从</a:t>
              </a:r>
              <a:r>
                <a:rPr lang="en-US" altLang="zh-CN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</a:t>
              </a:r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到</a:t>
              </a:r>
              <a:r>
                <a:rPr lang="en-US" altLang="zh-CN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1</a:t>
              </a:r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打造原型</a:t>
              </a:r>
              <a:endParaRPr lang="zh-CN" altLang="en-US" sz="48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</p:grpSp>
      <p:cxnSp>
        <p:nvCxnSpPr>
          <p:cNvPr id="1129" name="直接连接符 1128"/>
          <p:cNvCxnSpPr/>
          <p:nvPr/>
        </p:nvCxnSpPr>
        <p:spPr>
          <a:xfrm flipH="1">
            <a:off x="4974702" y="4209143"/>
            <a:ext cx="0" cy="2648857"/>
          </a:xfrm>
          <a:prstGeom prst="line">
            <a:avLst/>
          </a:prstGeom>
          <a:ln>
            <a:solidFill>
              <a:srgbClr val="2B1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椭圆 1131"/>
          <p:cNvSpPr>
            <a:spLocks noChangeAspect="1"/>
          </p:cNvSpPr>
          <p:nvPr/>
        </p:nvSpPr>
        <p:spPr>
          <a:xfrm flipV="1">
            <a:off x="10402091" y="1115652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3" name="椭圆 1132"/>
          <p:cNvSpPr>
            <a:spLocks noChangeAspect="1"/>
          </p:cNvSpPr>
          <p:nvPr/>
        </p:nvSpPr>
        <p:spPr>
          <a:xfrm flipV="1">
            <a:off x="8222268" y="2443739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4" name="椭圆 1133"/>
          <p:cNvSpPr>
            <a:spLocks noChangeAspect="1"/>
          </p:cNvSpPr>
          <p:nvPr/>
        </p:nvSpPr>
        <p:spPr>
          <a:xfrm flipV="1">
            <a:off x="3777981" y="4475441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5" name="椭圆 1134"/>
          <p:cNvSpPr>
            <a:spLocks noChangeAspect="1"/>
          </p:cNvSpPr>
          <p:nvPr/>
        </p:nvSpPr>
        <p:spPr>
          <a:xfrm flipV="1">
            <a:off x="11661093" y="2926878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" name="椭圆 1135"/>
          <p:cNvSpPr>
            <a:spLocks noChangeAspect="1"/>
          </p:cNvSpPr>
          <p:nvPr/>
        </p:nvSpPr>
        <p:spPr>
          <a:xfrm flipV="1">
            <a:off x="9361039" y="152622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" name="椭圆 1136"/>
          <p:cNvSpPr>
            <a:spLocks noChangeAspect="1"/>
          </p:cNvSpPr>
          <p:nvPr/>
        </p:nvSpPr>
        <p:spPr>
          <a:xfrm flipV="1">
            <a:off x="9708982" y="2528033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8" name="椭圆 1137"/>
          <p:cNvSpPr>
            <a:spLocks noChangeAspect="1"/>
          </p:cNvSpPr>
          <p:nvPr/>
        </p:nvSpPr>
        <p:spPr>
          <a:xfrm flipV="1">
            <a:off x="11688031" y="309540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9" name="椭圆 1138"/>
          <p:cNvSpPr>
            <a:spLocks noChangeAspect="1"/>
          </p:cNvSpPr>
          <p:nvPr/>
        </p:nvSpPr>
        <p:spPr>
          <a:xfrm flipV="1">
            <a:off x="11303185" y="1725617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0" name="椭圆 1139"/>
          <p:cNvSpPr>
            <a:spLocks noChangeAspect="1"/>
          </p:cNvSpPr>
          <p:nvPr/>
        </p:nvSpPr>
        <p:spPr>
          <a:xfrm flipV="1">
            <a:off x="6070143" y="1792060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1" name="椭圆 1140"/>
          <p:cNvSpPr>
            <a:spLocks noChangeAspect="1"/>
          </p:cNvSpPr>
          <p:nvPr/>
        </p:nvSpPr>
        <p:spPr>
          <a:xfrm flipV="1">
            <a:off x="9551918" y="576941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2" name="椭圆 1141"/>
          <p:cNvSpPr>
            <a:spLocks noChangeAspect="1"/>
          </p:cNvSpPr>
          <p:nvPr/>
        </p:nvSpPr>
        <p:spPr>
          <a:xfrm flipV="1">
            <a:off x="8445257" y="635785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3" name="椭圆 1142"/>
          <p:cNvSpPr>
            <a:spLocks noChangeAspect="1"/>
          </p:cNvSpPr>
          <p:nvPr/>
        </p:nvSpPr>
        <p:spPr>
          <a:xfrm flipV="1">
            <a:off x="7971074" y="513871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椭圆 1143"/>
          <p:cNvSpPr>
            <a:spLocks noChangeAspect="1"/>
          </p:cNvSpPr>
          <p:nvPr/>
        </p:nvSpPr>
        <p:spPr>
          <a:xfrm flipH="1" flipV="1">
            <a:off x="3306646" y="4358157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5" name="椭圆 1144"/>
          <p:cNvSpPr>
            <a:spLocks noChangeAspect="1"/>
          </p:cNvSpPr>
          <p:nvPr/>
        </p:nvSpPr>
        <p:spPr>
          <a:xfrm flipH="1" flipV="1">
            <a:off x="3049890" y="571719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6" name="椭圆 1145"/>
          <p:cNvSpPr>
            <a:spLocks noChangeAspect="1"/>
          </p:cNvSpPr>
          <p:nvPr/>
        </p:nvSpPr>
        <p:spPr>
          <a:xfrm flipH="1" flipV="1">
            <a:off x="3829694" y="283704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7" name="椭圆 1146"/>
          <p:cNvSpPr>
            <a:spLocks noChangeAspect="1"/>
          </p:cNvSpPr>
          <p:nvPr/>
        </p:nvSpPr>
        <p:spPr>
          <a:xfrm flipH="1" flipV="1">
            <a:off x="1612873" y="452700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8" name="椭圆 1147"/>
          <p:cNvSpPr>
            <a:spLocks noChangeAspect="1"/>
          </p:cNvSpPr>
          <p:nvPr/>
        </p:nvSpPr>
        <p:spPr>
          <a:xfrm flipH="1" flipV="1">
            <a:off x="810729" y="546121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椭圆 1148"/>
          <p:cNvSpPr>
            <a:spLocks noChangeAspect="1"/>
          </p:cNvSpPr>
          <p:nvPr/>
        </p:nvSpPr>
        <p:spPr>
          <a:xfrm flipH="1" flipV="1">
            <a:off x="452256" y="584882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0" name="椭圆 1149"/>
          <p:cNvSpPr>
            <a:spLocks noChangeAspect="1"/>
          </p:cNvSpPr>
          <p:nvPr/>
        </p:nvSpPr>
        <p:spPr>
          <a:xfrm flipH="1" flipV="1">
            <a:off x="1594330" y="274799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1" name="椭圆 1150"/>
          <p:cNvSpPr>
            <a:spLocks noChangeAspect="1"/>
          </p:cNvSpPr>
          <p:nvPr/>
        </p:nvSpPr>
        <p:spPr>
          <a:xfrm flipV="1">
            <a:off x="1790413" y="88490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9" name="组合 1198"/>
          <p:cNvGrpSpPr/>
          <p:nvPr/>
        </p:nvGrpSpPr>
        <p:grpSpPr>
          <a:xfrm flipH="1">
            <a:off x="10405721" y="5150779"/>
            <a:ext cx="1226873" cy="1230139"/>
            <a:chOff x="2731720" y="54050"/>
            <a:chExt cx="6727675" cy="6745583"/>
          </a:xfrm>
        </p:grpSpPr>
        <p:sp>
          <p:nvSpPr>
            <p:cNvPr id="120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 flipH="1">
            <a:off x="1007517" y="1775288"/>
            <a:ext cx="3907966" cy="3918370"/>
            <a:chOff x="2731720" y="54050"/>
            <a:chExt cx="6727675" cy="6745583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弧形 71"/>
          <p:cNvSpPr/>
          <p:nvPr/>
        </p:nvSpPr>
        <p:spPr>
          <a:xfrm flipH="1">
            <a:off x="1395666" y="2706098"/>
            <a:ext cx="3018971" cy="3018971"/>
          </a:xfrm>
          <a:prstGeom prst="arc">
            <a:avLst>
              <a:gd name="adj1" fmla="val 19726896"/>
              <a:gd name="adj2" fmla="val 8263555"/>
            </a:avLst>
          </a:prstGeom>
          <a:ln w="3175">
            <a:solidFill>
              <a:srgbClr val="C0135F">
                <a:alpha val="51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椭圆 88"/>
          <p:cNvSpPr>
            <a:spLocks noChangeAspect="1"/>
          </p:cNvSpPr>
          <p:nvPr/>
        </p:nvSpPr>
        <p:spPr>
          <a:xfrm flipV="1">
            <a:off x="10646297" y="1001228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椭圆 89"/>
          <p:cNvSpPr>
            <a:spLocks noChangeAspect="1"/>
          </p:cNvSpPr>
          <p:nvPr/>
        </p:nvSpPr>
        <p:spPr>
          <a:xfrm flipV="1">
            <a:off x="8656960" y="221326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椭圆 93"/>
          <p:cNvSpPr>
            <a:spLocks noChangeAspect="1"/>
          </p:cNvSpPr>
          <p:nvPr/>
        </p:nvSpPr>
        <p:spPr>
          <a:xfrm flipV="1">
            <a:off x="9696219" y="137592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椭圆 94"/>
          <p:cNvSpPr>
            <a:spLocks noChangeAspect="1"/>
          </p:cNvSpPr>
          <p:nvPr/>
        </p:nvSpPr>
        <p:spPr>
          <a:xfrm flipV="1">
            <a:off x="8241275" y="4031762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椭圆 95"/>
          <p:cNvSpPr>
            <a:spLocks noChangeAspect="1"/>
          </p:cNvSpPr>
          <p:nvPr/>
        </p:nvSpPr>
        <p:spPr>
          <a:xfrm flipV="1">
            <a:off x="10013756" y="2290188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椭圆 90"/>
          <p:cNvSpPr>
            <a:spLocks noChangeAspect="1"/>
          </p:cNvSpPr>
          <p:nvPr/>
        </p:nvSpPr>
        <p:spPr>
          <a:xfrm rot="5400000" flipV="1">
            <a:off x="10411819" y="4707999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椭圆 92"/>
          <p:cNvSpPr>
            <a:spLocks noChangeAspect="1"/>
          </p:cNvSpPr>
          <p:nvPr/>
        </p:nvSpPr>
        <p:spPr>
          <a:xfrm rot="5400000" flipV="1">
            <a:off x="11137289" y="4995242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椭圆 96"/>
          <p:cNvSpPr>
            <a:spLocks noChangeAspect="1"/>
          </p:cNvSpPr>
          <p:nvPr/>
        </p:nvSpPr>
        <p:spPr>
          <a:xfrm rot="5400000" flipV="1">
            <a:off x="10983488" y="5019826"/>
            <a:ext cx="47194" cy="47194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椭圆 97"/>
          <p:cNvSpPr>
            <a:spLocks noChangeAspect="1"/>
          </p:cNvSpPr>
          <p:nvPr/>
        </p:nvSpPr>
        <p:spPr>
          <a:xfrm flipV="1">
            <a:off x="11468647" y="155789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椭圆 91"/>
          <p:cNvSpPr>
            <a:spLocks noChangeAspect="1"/>
          </p:cNvSpPr>
          <p:nvPr/>
        </p:nvSpPr>
        <p:spPr>
          <a:xfrm flipV="1">
            <a:off x="2110833" y="4875650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椭圆 98"/>
          <p:cNvSpPr>
            <a:spLocks noChangeAspect="1"/>
          </p:cNvSpPr>
          <p:nvPr/>
        </p:nvSpPr>
        <p:spPr>
          <a:xfrm flipV="1">
            <a:off x="1100877" y="5412671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椭圆 99"/>
          <p:cNvSpPr>
            <a:spLocks noChangeAspect="1"/>
          </p:cNvSpPr>
          <p:nvPr/>
        </p:nvSpPr>
        <p:spPr>
          <a:xfrm flipV="1">
            <a:off x="2525669" y="6426909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 flipV="1">
            <a:off x="305232" y="365891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 rot="9347578">
            <a:off x="523688" y="5469967"/>
            <a:ext cx="2132026" cy="1127525"/>
            <a:chOff x="7637143" y="556363"/>
            <a:chExt cx="4402242" cy="2328131"/>
          </a:xfrm>
        </p:grpSpPr>
        <p:sp>
          <p:nvSpPr>
            <p:cNvPr id="103" name="椭圆 102"/>
            <p:cNvSpPr>
              <a:spLocks noChangeAspect="1"/>
            </p:cNvSpPr>
            <p:nvPr/>
          </p:nvSpPr>
          <p:spPr>
            <a:xfrm flipV="1">
              <a:off x="11108173" y="1031429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/>
            <p:cNvSpPr>
              <a:spLocks noChangeAspect="1"/>
            </p:cNvSpPr>
            <p:nvPr/>
          </p:nvSpPr>
          <p:spPr>
            <a:xfrm flipV="1">
              <a:off x="9590679" y="1955984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椭圆 104"/>
            <p:cNvSpPr>
              <a:spLocks noChangeAspect="1"/>
            </p:cNvSpPr>
            <p:nvPr/>
          </p:nvSpPr>
          <p:spPr>
            <a:xfrm flipV="1">
              <a:off x="11588319" y="2848494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椭圆 106"/>
            <p:cNvSpPr>
              <a:spLocks noChangeAspect="1"/>
            </p:cNvSpPr>
            <p:nvPr/>
          </p:nvSpPr>
          <p:spPr>
            <a:xfrm flipV="1">
              <a:off x="11984632" y="2292323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椭圆 107"/>
            <p:cNvSpPr>
              <a:spLocks noChangeAspect="1"/>
            </p:cNvSpPr>
            <p:nvPr/>
          </p:nvSpPr>
          <p:spPr>
            <a:xfrm flipV="1">
              <a:off x="10383440" y="1317255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椭圆 109"/>
            <p:cNvSpPr>
              <a:spLocks noChangeAspect="1"/>
            </p:cNvSpPr>
            <p:nvPr/>
          </p:nvSpPr>
          <p:spPr>
            <a:xfrm flipV="1">
              <a:off x="10625662" y="2014665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椭圆 110"/>
            <p:cNvSpPr>
              <a:spLocks noChangeAspect="1"/>
            </p:cNvSpPr>
            <p:nvPr/>
          </p:nvSpPr>
          <p:spPr>
            <a:xfrm flipV="1">
              <a:off x="12003385" y="2409644"/>
              <a:ext cx="36000" cy="36000"/>
            </a:xfrm>
            <a:prstGeom prst="ellipse">
              <a:avLst/>
            </a:prstGeom>
            <a:solidFill>
              <a:srgbClr val="270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>
              <a:spLocks noChangeAspect="1"/>
            </p:cNvSpPr>
            <p:nvPr/>
          </p:nvSpPr>
          <p:spPr>
            <a:xfrm flipV="1">
              <a:off x="11735473" y="1456059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椭圆 114"/>
            <p:cNvSpPr>
              <a:spLocks noChangeAspect="1"/>
            </p:cNvSpPr>
            <p:nvPr/>
          </p:nvSpPr>
          <p:spPr>
            <a:xfrm flipV="1">
              <a:off x="7637143" y="556363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椭圆 85"/>
          <p:cNvSpPr>
            <a:spLocks noChangeAspect="1"/>
          </p:cNvSpPr>
          <p:nvPr/>
        </p:nvSpPr>
        <p:spPr>
          <a:xfrm flipV="1">
            <a:off x="8669974" y="4216464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 descr="页面标题"/>
          <p:cNvSpPr txBox="1"/>
          <p:nvPr/>
        </p:nvSpPr>
        <p:spPr>
          <a:xfrm>
            <a:off x="720250" y="611403"/>
            <a:ext cx="597063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我们如何完成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19746" y="1310047"/>
            <a:ext cx="5880136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总开发时长</a:t>
            </a:r>
            <a:r>
              <a:rPr lang="en-US" altLang="zh-C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&lt;24h</a:t>
            </a:r>
            <a:r>
              <a:rPr lang="zh-CN" alt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</a:t>
            </a:r>
            <a:r>
              <a:rPr lang="en-US" altLang="zh-CN" sz="32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endParaRPr lang="zh-CN" altLang="en-US" sz="3200" dirty="0">
              <a:solidFill>
                <a:schemeClr val="accent6">
                  <a:lumMod val="60000"/>
                  <a:lumOff val="4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2131050" y="1957789"/>
            <a:ext cx="750718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整个项目高度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Vibe coding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，快速搭建原型测试，完成功能添加，安全测试</a:t>
            </a:r>
            <a:endParaRPr lang="zh-CN" altLang="en-US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153" name="图片 15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28" y="2678041"/>
            <a:ext cx="5097330" cy="3042469"/>
          </a:xfrm>
          <a:prstGeom prst="rect">
            <a:avLst/>
          </a:prstGeom>
        </p:spPr>
      </p:pic>
      <p:pic>
        <p:nvPicPr>
          <p:cNvPr id="155" name="图片 1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144" y="2686358"/>
            <a:ext cx="5097330" cy="304246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 flipH="1">
            <a:off x="1007517" y="1775288"/>
            <a:ext cx="3907966" cy="3918370"/>
            <a:chOff x="2731720" y="54050"/>
            <a:chExt cx="6727675" cy="6745583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弧形 71"/>
          <p:cNvSpPr/>
          <p:nvPr/>
        </p:nvSpPr>
        <p:spPr>
          <a:xfrm flipH="1">
            <a:off x="1395666" y="2706098"/>
            <a:ext cx="3018971" cy="3018971"/>
          </a:xfrm>
          <a:prstGeom prst="arc">
            <a:avLst>
              <a:gd name="adj1" fmla="val 19726896"/>
              <a:gd name="adj2" fmla="val 8263555"/>
            </a:avLst>
          </a:prstGeom>
          <a:ln w="3175">
            <a:solidFill>
              <a:srgbClr val="C0135F">
                <a:alpha val="51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椭圆 88"/>
          <p:cNvSpPr>
            <a:spLocks noChangeAspect="1"/>
          </p:cNvSpPr>
          <p:nvPr/>
        </p:nvSpPr>
        <p:spPr>
          <a:xfrm flipV="1">
            <a:off x="10646297" y="1001228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椭圆 89"/>
          <p:cNvSpPr>
            <a:spLocks noChangeAspect="1"/>
          </p:cNvSpPr>
          <p:nvPr/>
        </p:nvSpPr>
        <p:spPr>
          <a:xfrm flipV="1">
            <a:off x="8656960" y="221326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椭圆 93"/>
          <p:cNvSpPr>
            <a:spLocks noChangeAspect="1"/>
          </p:cNvSpPr>
          <p:nvPr/>
        </p:nvSpPr>
        <p:spPr>
          <a:xfrm flipV="1">
            <a:off x="9696219" y="137592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椭圆 94"/>
          <p:cNvSpPr>
            <a:spLocks noChangeAspect="1"/>
          </p:cNvSpPr>
          <p:nvPr/>
        </p:nvSpPr>
        <p:spPr>
          <a:xfrm flipV="1">
            <a:off x="8241275" y="4031762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椭圆 95"/>
          <p:cNvSpPr>
            <a:spLocks noChangeAspect="1"/>
          </p:cNvSpPr>
          <p:nvPr/>
        </p:nvSpPr>
        <p:spPr>
          <a:xfrm flipV="1">
            <a:off x="10013756" y="2290188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椭圆 90"/>
          <p:cNvSpPr>
            <a:spLocks noChangeAspect="1"/>
          </p:cNvSpPr>
          <p:nvPr/>
        </p:nvSpPr>
        <p:spPr>
          <a:xfrm rot="5400000" flipV="1">
            <a:off x="10411819" y="4707999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椭圆 92"/>
          <p:cNvSpPr>
            <a:spLocks noChangeAspect="1"/>
          </p:cNvSpPr>
          <p:nvPr/>
        </p:nvSpPr>
        <p:spPr>
          <a:xfrm rot="5400000" flipV="1">
            <a:off x="11137289" y="4995242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椭圆 96"/>
          <p:cNvSpPr>
            <a:spLocks noChangeAspect="1"/>
          </p:cNvSpPr>
          <p:nvPr/>
        </p:nvSpPr>
        <p:spPr>
          <a:xfrm rot="5400000" flipV="1">
            <a:off x="10983488" y="5019826"/>
            <a:ext cx="47194" cy="47194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椭圆 97"/>
          <p:cNvSpPr>
            <a:spLocks noChangeAspect="1"/>
          </p:cNvSpPr>
          <p:nvPr/>
        </p:nvSpPr>
        <p:spPr>
          <a:xfrm flipV="1">
            <a:off x="11468647" y="155789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椭圆 91"/>
          <p:cNvSpPr>
            <a:spLocks noChangeAspect="1"/>
          </p:cNvSpPr>
          <p:nvPr/>
        </p:nvSpPr>
        <p:spPr>
          <a:xfrm flipV="1">
            <a:off x="2110833" y="4875650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椭圆 98"/>
          <p:cNvSpPr>
            <a:spLocks noChangeAspect="1"/>
          </p:cNvSpPr>
          <p:nvPr/>
        </p:nvSpPr>
        <p:spPr>
          <a:xfrm flipV="1">
            <a:off x="1100877" y="5412671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椭圆 99"/>
          <p:cNvSpPr>
            <a:spLocks noChangeAspect="1"/>
          </p:cNvSpPr>
          <p:nvPr/>
        </p:nvSpPr>
        <p:spPr>
          <a:xfrm flipV="1">
            <a:off x="2525669" y="6426909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 flipV="1">
            <a:off x="305232" y="365891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 rot="9347578">
            <a:off x="523688" y="5469967"/>
            <a:ext cx="2132026" cy="1127525"/>
            <a:chOff x="7637143" y="556363"/>
            <a:chExt cx="4402242" cy="2328131"/>
          </a:xfrm>
        </p:grpSpPr>
        <p:sp>
          <p:nvSpPr>
            <p:cNvPr id="103" name="椭圆 102"/>
            <p:cNvSpPr>
              <a:spLocks noChangeAspect="1"/>
            </p:cNvSpPr>
            <p:nvPr/>
          </p:nvSpPr>
          <p:spPr>
            <a:xfrm flipV="1">
              <a:off x="11108173" y="1031429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/>
            <p:cNvSpPr>
              <a:spLocks noChangeAspect="1"/>
            </p:cNvSpPr>
            <p:nvPr/>
          </p:nvSpPr>
          <p:spPr>
            <a:xfrm flipV="1">
              <a:off x="9590679" y="1955984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椭圆 104"/>
            <p:cNvSpPr>
              <a:spLocks noChangeAspect="1"/>
            </p:cNvSpPr>
            <p:nvPr/>
          </p:nvSpPr>
          <p:spPr>
            <a:xfrm flipV="1">
              <a:off x="11588319" y="2848494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椭圆 106"/>
            <p:cNvSpPr>
              <a:spLocks noChangeAspect="1"/>
            </p:cNvSpPr>
            <p:nvPr/>
          </p:nvSpPr>
          <p:spPr>
            <a:xfrm flipV="1">
              <a:off x="11984632" y="2292323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椭圆 107"/>
            <p:cNvSpPr>
              <a:spLocks noChangeAspect="1"/>
            </p:cNvSpPr>
            <p:nvPr/>
          </p:nvSpPr>
          <p:spPr>
            <a:xfrm flipV="1">
              <a:off x="10383440" y="1317255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椭圆 109"/>
            <p:cNvSpPr>
              <a:spLocks noChangeAspect="1"/>
            </p:cNvSpPr>
            <p:nvPr/>
          </p:nvSpPr>
          <p:spPr>
            <a:xfrm flipV="1">
              <a:off x="10625662" y="2014665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椭圆 110"/>
            <p:cNvSpPr>
              <a:spLocks noChangeAspect="1"/>
            </p:cNvSpPr>
            <p:nvPr/>
          </p:nvSpPr>
          <p:spPr>
            <a:xfrm flipV="1">
              <a:off x="12003385" y="2409644"/>
              <a:ext cx="36000" cy="36000"/>
            </a:xfrm>
            <a:prstGeom prst="ellipse">
              <a:avLst/>
            </a:prstGeom>
            <a:solidFill>
              <a:srgbClr val="270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>
              <a:spLocks noChangeAspect="1"/>
            </p:cNvSpPr>
            <p:nvPr/>
          </p:nvSpPr>
          <p:spPr>
            <a:xfrm flipV="1">
              <a:off x="11735473" y="1456059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椭圆 114"/>
            <p:cNvSpPr>
              <a:spLocks noChangeAspect="1"/>
            </p:cNvSpPr>
            <p:nvPr/>
          </p:nvSpPr>
          <p:spPr>
            <a:xfrm flipV="1">
              <a:off x="7637143" y="556363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椭圆 85"/>
          <p:cNvSpPr>
            <a:spLocks noChangeAspect="1"/>
          </p:cNvSpPr>
          <p:nvPr/>
        </p:nvSpPr>
        <p:spPr>
          <a:xfrm flipV="1">
            <a:off x="8669974" y="4216464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 descr="页面标题"/>
          <p:cNvSpPr txBox="1"/>
          <p:nvPr/>
        </p:nvSpPr>
        <p:spPr>
          <a:xfrm>
            <a:off x="720250" y="611403"/>
            <a:ext cx="597063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我们如何完成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93965" y="1285667"/>
            <a:ext cx="7912744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构建一个想法并拆解，然后交给你信任的</a:t>
            </a:r>
            <a:r>
              <a:rPr lang="en-US" altLang="zh-C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AI</a:t>
            </a:r>
            <a:endParaRPr lang="zh-CN" altLang="en-US" sz="3200" dirty="0">
              <a:solidFill>
                <a:schemeClr val="accent6">
                  <a:lumMod val="60000"/>
                  <a:lumOff val="4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2202102" y="1928457"/>
            <a:ext cx="7225055" cy="64633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我们对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项目进行了全方位的分析并交给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WorkBuddy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全程打造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我们只负责测试与产品更新迭代</a:t>
            </a:r>
            <a:endParaRPr lang="zh-CN" altLang="en-US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95" y="2773028"/>
            <a:ext cx="5528122" cy="3299598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99" y="3213264"/>
            <a:ext cx="5920089" cy="23851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接连接符 48"/>
          <p:cNvCxnSpPr/>
          <p:nvPr/>
        </p:nvCxnSpPr>
        <p:spPr>
          <a:xfrm flipH="1">
            <a:off x="4974702" y="33039"/>
            <a:ext cx="0" cy="3541065"/>
          </a:xfrm>
          <a:prstGeom prst="line">
            <a:avLst/>
          </a:prstGeom>
          <a:ln>
            <a:solidFill>
              <a:srgbClr val="3C1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974702" y="2856343"/>
            <a:ext cx="0" cy="969397"/>
          </a:xfrm>
          <a:prstGeom prst="line">
            <a:avLst/>
          </a:prstGeom>
          <a:ln w="41275">
            <a:solidFill>
              <a:srgbClr val="7006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 descr="章节序号1"/>
          <p:cNvSpPr txBox="1"/>
          <p:nvPr/>
        </p:nvSpPr>
        <p:spPr>
          <a:xfrm>
            <a:off x="956126" y="2875002"/>
            <a:ext cx="4578213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PART</a:t>
            </a:r>
            <a:r>
              <a:rPr lang="zh-CN" altLang="en-US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 </a:t>
            </a:r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3</a:t>
            </a:r>
            <a:endParaRPr lang="zh-CN" altLang="en-US" sz="6600">
              <a:solidFill>
                <a:srgbClr val="D41366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52488" y="3013502"/>
            <a:ext cx="5558288" cy="830997"/>
            <a:chOff x="4854977" y="2900301"/>
            <a:chExt cx="5558288" cy="830997"/>
          </a:xfrm>
        </p:grpSpPr>
        <p:sp>
          <p:nvSpPr>
            <p:cNvPr id="55" name="矩形 54"/>
            <p:cNvSpPr/>
            <p:nvPr/>
          </p:nvSpPr>
          <p:spPr>
            <a:xfrm>
              <a:off x="8946768" y="3321060"/>
              <a:ext cx="1466497" cy="407847"/>
            </a:xfrm>
            <a:prstGeom prst="rect">
              <a:avLst/>
            </a:prstGeom>
            <a:gradFill>
              <a:gsLst>
                <a:gs pos="18000">
                  <a:srgbClr val="910475"/>
                </a:gs>
                <a:gs pos="75000">
                  <a:srgbClr val="1B0E4A">
                    <a:alpha val="25000"/>
                  </a:srgbClr>
                </a:gs>
              </a:gsLst>
              <a:lin ang="12600000" scaled="0"/>
            </a:gradFill>
            <a:ln w="3175">
              <a:noFill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 descr="章节标题1"/>
            <p:cNvSpPr txBox="1"/>
            <p:nvPr/>
          </p:nvSpPr>
          <p:spPr>
            <a:xfrm>
              <a:off x="4854977" y="2900301"/>
              <a:ext cx="5311864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从</a:t>
              </a:r>
              <a:r>
                <a:rPr lang="en-US" altLang="zh-CN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1</a:t>
              </a:r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到∞产品上线</a:t>
              </a:r>
              <a:endParaRPr lang="zh-CN" altLang="en-US" sz="48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</p:grpSp>
      <p:sp>
        <p:nvSpPr>
          <p:cNvPr id="58" name="文本框 57" descr="章节概要1"/>
          <p:cNvSpPr txBox="1"/>
          <p:nvPr/>
        </p:nvSpPr>
        <p:spPr>
          <a:xfrm>
            <a:off x="5307972" y="3808665"/>
            <a:ext cx="5993986" cy="4128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>
                    <a:alpha val="54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</a:t>
            </a:r>
            <a:endParaRPr lang="zh-CN" altLang="en-US">
              <a:solidFill>
                <a:schemeClr val="bg1">
                  <a:alpha val="54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29" name="直接连接符 1128"/>
          <p:cNvCxnSpPr/>
          <p:nvPr/>
        </p:nvCxnSpPr>
        <p:spPr>
          <a:xfrm flipH="1">
            <a:off x="4974702" y="4209143"/>
            <a:ext cx="0" cy="2648857"/>
          </a:xfrm>
          <a:prstGeom prst="line">
            <a:avLst/>
          </a:prstGeom>
          <a:ln>
            <a:solidFill>
              <a:srgbClr val="2B1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椭圆 1131"/>
          <p:cNvSpPr>
            <a:spLocks noChangeAspect="1"/>
          </p:cNvSpPr>
          <p:nvPr/>
        </p:nvSpPr>
        <p:spPr>
          <a:xfrm flipV="1">
            <a:off x="10402091" y="1115652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3" name="椭圆 1132"/>
          <p:cNvSpPr>
            <a:spLocks noChangeAspect="1"/>
          </p:cNvSpPr>
          <p:nvPr/>
        </p:nvSpPr>
        <p:spPr>
          <a:xfrm flipV="1">
            <a:off x="8222268" y="2443739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4" name="椭圆 1133"/>
          <p:cNvSpPr>
            <a:spLocks noChangeAspect="1"/>
          </p:cNvSpPr>
          <p:nvPr/>
        </p:nvSpPr>
        <p:spPr>
          <a:xfrm flipV="1">
            <a:off x="3777981" y="4475441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5" name="椭圆 1134"/>
          <p:cNvSpPr>
            <a:spLocks noChangeAspect="1"/>
          </p:cNvSpPr>
          <p:nvPr/>
        </p:nvSpPr>
        <p:spPr>
          <a:xfrm flipV="1">
            <a:off x="11661093" y="2926878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" name="椭圆 1135"/>
          <p:cNvSpPr>
            <a:spLocks noChangeAspect="1"/>
          </p:cNvSpPr>
          <p:nvPr/>
        </p:nvSpPr>
        <p:spPr>
          <a:xfrm flipV="1">
            <a:off x="9361039" y="152622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" name="椭圆 1136"/>
          <p:cNvSpPr>
            <a:spLocks noChangeAspect="1"/>
          </p:cNvSpPr>
          <p:nvPr/>
        </p:nvSpPr>
        <p:spPr>
          <a:xfrm flipV="1">
            <a:off x="9708982" y="2528033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8" name="椭圆 1137"/>
          <p:cNvSpPr>
            <a:spLocks noChangeAspect="1"/>
          </p:cNvSpPr>
          <p:nvPr/>
        </p:nvSpPr>
        <p:spPr>
          <a:xfrm flipV="1">
            <a:off x="11688031" y="309540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9" name="椭圆 1138"/>
          <p:cNvSpPr>
            <a:spLocks noChangeAspect="1"/>
          </p:cNvSpPr>
          <p:nvPr/>
        </p:nvSpPr>
        <p:spPr>
          <a:xfrm flipV="1">
            <a:off x="11303185" y="1725617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0" name="椭圆 1139"/>
          <p:cNvSpPr>
            <a:spLocks noChangeAspect="1"/>
          </p:cNvSpPr>
          <p:nvPr/>
        </p:nvSpPr>
        <p:spPr>
          <a:xfrm flipV="1">
            <a:off x="6070143" y="1792060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1" name="椭圆 1140"/>
          <p:cNvSpPr>
            <a:spLocks noChangeAspect="1"/>
          </p:cNvSpPr>
          <p:nvPr/>
        </p:nvSpPr>
        <p:spPr>
          <a:xfrm flipV="1">
            <a:off x="9551918" y="576941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2" name="椭圆 1141"/>
          <p:cNvSpPr>
            <a:spLocks noChangeAspect="1"/>
          </p:cNvSpPr>
          <p:nvPr/>
        </p:nvSpPr>
        <p:spPr>
          <a:xfrm flipV="1">
            <a:off x="8445257" y="635785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3" name="椭圆 1142"/>
          <p:cNvSpPr>
            <a:spLocks noChangeAspect="1"/>
          </p:cNvSpPr>
          <p:nvPr/>
        </p:nvSpPr>
        <p:spPr>
          <a:xfrm flipV="1">
            <a:off x="7971074" y="513871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椭圆 1143"/>
          <p:cNvSpPr>
            <a:spLocks noChangeAspect="1"/>
          </p:cNvSpPr>
          <p:nvPr/>
        </p:nvSpPr>
        <p:spPr>
          <a:xfrm flipH="1" flipV="1">
            <a:off x="3306646" y="4358157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5" name="椭圆 1144"/>
          <p:cNvSpPr>
            <a:spLocks noChangeAspect="1"/>
          </p:cNvSpPr>
          <p:nvPr/>
        </p:nvSpPr>
        <p:spPr>
          <a:xfrm flipH="1" flipV="1">
            <a:off x="3049890" y="571719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6" name="椭圆 1145"/>
          <p:cNvSpPr>
            <a:spLocks noChangeAspect="1"/>
          </p:cNvSpPr>
          <p:nvPr/>
        </p:nvSpPr>
        <p:spPr>
          <a:xfrm flipH="1" flipV="1">
            <a:off x="3829694" y="283704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7" name="椭圆 1146"/>
          <p:cNvSpPr>
            <a:spLocks noChangeAspect="1"/>
          </p:cNvSpPr>
          <p:nvPr/>
        </p:nvSpPr>
        <p:spPr>
          <a:xfrm flipH="1" flipV="1">
            <a:off x="1612873" y="452700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8" name="椭圆 1147"/>
          <p:cNvSpPr>
            <a:spLocks noChangeAspect="1"/>
          </p:cNvSpPr>
          <p:nvPr/>
        </p:nvSpPr>
        <p:spPr>
          <a:xfrm flipH="1" flipV="1">
            <a:off x="810729" y="546121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椭圆 1148"/>
          <p:cNvSpPr>
            <a:spLocks noChangeAspect="1"/>
          </p:cNvSpPr>
          <p:nvPr/>
        </p:nvSpPr>
        <p:spPr>
          <a:xfrm flipH="1" flipV="1">
            <a:off x="452256" y="584882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0" name="椭圆 1149"/>
          <p:cNvSpPr>
            <a:spLocks noChangeAspect="1"/>
          </p:cNvSpPr>
          <p:nvPr/>
        </p:nvSpPr>
        <p:spPr>
          <a:xfrm flipH="1" flipV="1">
            <a:off x="1594330" y="274799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1" name="椭圆 1150"/>
          <p:cNvSpPr>
            <a:spLocks noChangeAspect="1"/>
          </p:cNvSpPr>
          <p:nvPr/>
        </p:nvSpPr>
        <p:spPr>
          <a:xfrm flipV="1">
            <a:off x="1790413" y="88490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9" name="组合 1198"/>
          <p:cNvGrpSpPr/>
          <p:nvPr/>
        </p:nvGrpSpPr>
        <p:grpSpPr>
          <a:xfrm flipH="1">
            <a:off x="10405721" y="5150779"/>
            <a:ext cx="1226873" cy="1230139"/>
            <a:chOff x="2731720" y="54050"/>
            <a:chExt cx="6727675" cy="6745583"/>
          </a:xfrm>
        </p:grpSpPr>
        <p:sp>
          <p:nvSpPr>
            <p:cNvPr id="120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连接符 27"/>
          <p:cNvCxnSpPr/>
          <p:nvPr/>
        </p:nvCxnSpPr>
        <p:spPr>
          <a:xfrm flipH="1">
            <a:off x="0" y="1218923"/>
            <a:ext cx="1930400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>
                    <a:alpha val="0"/>
                  </a:srgbClr>
                </a:gs>
              </a:gsLst>
              <a:lin ang="5400000" scaled="0"/>
            </a:gra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任意多边形: 形状 83"/>
          <p:cNvSpPr/>
          <p:nvPr/>
        </p:nvSpPr>
        <p:spPr>
          <a:xfrm rot="16200000">
            <a:off x="4070724" y="1310111"/>
            <a:ext cx="1859421" cy="9261757"/>
          </a:xfrm>
          <a:custGeom>
            <a:avLst/>
            <a:gdLst>
              <a:gd name="connsiteX0" fmla="*/ 1859421 w 1859421"/>
              <a:gd name="connsiteY0" fmla="*/ 4630879 h 9261757"/>
              <a:gd name="connsiteX1" fmla="*/ 118064 w 1859421"/>
              <a:gd name="connsiteY1" fmla="*/ 9137923 h 9261757"/>
              <a:gd name="connsiteX2" fmla="*/ 0 w 1859421"/>
              <a:gd name="connsiteY2" fmla="*/ 9261757 h 9261757"/>
              <a:gd name="connsiteX3" fmla="*/ 0 w 1859421"/>
              <a:gd name="connsiteY3" fmla="*/ 0 h 9261757"/>
              <a:gd name="connsiteX4" fmla="*/ 118065 w 1859421"/>
              <a:gd name="connsiteY4" fmla="*/ 123833 h 9261757"/>
              <a:gd name="connsiteX5" fmla="*/ 1859421 w 1859421"/>
              <a:gd name="connsiteY5" fmla="*/ 4630879 h 92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9421" h="9261757">
                <a:moveTo>
                  <a:pt x="1859421" y="4630879"/>
                </a:moveTo>
                <a:cubicBezTo>
                  <a:pt x="1859421" y="6366213"/>
                  <a:pt x="1199999" y="7947530"/>
                  <a:pt x="118064" y="9137923"/>
                </a:cubicBezTo>
                <a:lnTo>
                  <a:pt x="0" y="9261757"/>
                </a:lnTo>
                <a:lnTo>
                  <a:pt x="0" y="0"/>
                </a:lnTo>
                <a:lnTo>
                  <a:pt x="118065" y="123833"/>
                </a:lnTo>
                <a:cubicBezTo>
                  <a:pt x="1199999" y="1314226"/>
                  <a:pt x="1859421" y="2895545"/>
                  <a:pt x="1859421" y="4630879"/>
                </a:cubicBezTo>
                <a:close/>
              </a:path>
            </a:pathLst>
          </a:custGeom>
          <a:noFill/>
          <a:ln>
            <a:gradFill>
              <a:gsLst>
                <a:gs pos="77000">
                  <a:srgbClr val="1265BB">
                    <a:alpha val="0"/>
                  </a:srgbClr>
                </a:gs>
                <a:gs pos="27000">
                  <a:srgbClr val="474FA4"/>
                </a:gs>
                <a:gs pos="7000">
                  <a:srgbClr val="D41366"/>
                </a:gs>
                <a:gs pos="0">
                  <a:srgbClr val="1265BB">
                    <a:alpha val="0"/>
                  </a:srgbClr>
                </a:gs>
              </a:gsLst>
              <a:lin ang="30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任意多边形: 形状 89"/>
          <p:cNvSpPr/>
          <p:nvPr/>
        </p:nvSpPr>
        <p:spPr>
          <a:xfrm rot="16200000">
            <a:off x="4450238" y="2303253"/>
            <a:ext cx="1859421" cy="8502730"/>
          </a:xfrm>
          <a:custGeom>
            <a:avLst/>
            <a:gdLst>
              <a:gd name="connsiteX0" fmla="*/ 74438 w 1859421"/>
              <a:gd name="connsiteY0" fmla="*/ 8424654 h 8502730"/>
              <a:gd name="connsiteX1" fmla="*/ 0 w 1859421"/>
              <a:gd name="connsiteY1" fmla="*/ 8502730 h 8502730"/>
              <a:gd name="connsiteX2" fmla="*/ 0 w 1859421"/>
              <a:gd name="connsiteY2" fmla="*/ 8424654 h 8502730"/>
              <a:gd name="connsiteX3" fmla="*/ 1859421 w 1859421"/>
              <a:gd name="connsiteY3" fmla="*/ 3871852 h 8502730"/>
              <a:gd name="connsiteX4" fmla="*/ 680529 w 1859421"/>
              <a:gd name="connsiteY4" fmla="*/ 7669631 h 8502730"/>
              <a:gd name="connsiteX5" fmla="*/ 627016 w 1859421"/>
              <a:gd name="connsiteY5" fmla="*/ 7743701 h 8502730"/>
              <a:gd name="connsiteX6" fmla="*/ 627016 w 1859421"/>
              <a:gd name="connsiteY6" fmla="*/ 0 h 8502730"/>
              <a:gd name="connsiteX7" fmla="*/ 680530 w 1859421"/>
              <a:gd name="connsiteY7" fmla="*/ 74071 h 8502730"/>
              <a:gd name="connsiteX8" fmla="*/ 1859421 w 1859421"/>
              <a:gd name="connsiteY8" fmla="*/ 3871852 h 850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59421" h="8502730">
                <a:moveTo>
                  <a:pt x="74438" y="8424654"/>
                </a:moveTo>
                <a:lnTo>
                  <a:pt x="0" y="8502730"/>
                </a:lnTo>
                <a:lnTo>
                  <a:pt x="0" y="8424654"/>
                </a:lnTo>
                <a:close/>
                <a:moveTo>
                  <a:pt x="1859421" y="3871852"/>
                </a:moveTo>
                <a:cubicBezTo>
                  <a:pt x="1859421" y="5281811"/>
                  <a:pt x="1424099" y="6590095"/>
                  <a:pt x="680529" y="7669631"/>
                </a:cubicBezTo>
                <a:lnTo>
                  <a:pt x="627016" y="7743701"/>
                </a:lnTo>
                <a:lnTo>
                  <a:pt x="627016" y="0"/>
                </a:lnTo>
                <a:lnTo>
                  <a:pt x="680530" y="74071"/>
                </a:lnTo>
                <a:cubicBezTo>
                  <a:pt x="1424100" y="1153608"/>
                  <a:pt x="1859421" y="2461893"/>
                  <a:pt x="1859421" y="3871852"/>
                </a:cubicBezTo>
                <a:close/>
              </a:path>
            </a:pathLst>
          </a:custGeom>
          <a:gradFill>
            <a:gsLst>
              <a:gs pos="76000">
                <a:srgbClr val="1265BB">
                  <a:alpha val="0"/>
                </a:srgbClr>
              </a:gs>
              <a:gs pos="7000">
                <a:srgbClr val="D41366">
                  <a:alpha val="78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任意多边形: 形状 99"/>
          <p:cNvSpPr/>
          <p:nvPr/>
        </p:nvSpPr>
        <p:spPr>
          <a:xfrm rot="16200000">
            <a:off x="10489781" y="2393084"/>
            <a:ext cx="1287400" cy="7895944"/>
          </a:xfrm>
          <a:custGeom>
            <a:avLst/>
            <a:gdLst>
              <a:gd name="connsiteX0" fmla="*/ 1287400 w 1287400"/>
              <a:gd name="connsiteY0" fmla="*/ 3947973 h 7895944"/>
              <a:gd name="connsiteX1" fmla="*/ 108508 w 1287400"/>
              <a:gd name="connsiteY1" fmla="*/ 7745752 h 7895944"/>
              <a:gd name="connsiteX2" fmla="*/ 0 w 1287400"/>
              <a:gd name="connsiteY2" fmla="*/ 7895944 h 7895944"/>
              <a:gd name="connsiteX3" fmla="*/ 0 w 1287400"/>
              <a:gd name="connsiteY3" fmla="*/ 0 h 7895944"/>
              <a:gd name="connsiteX4" fmla="*/ 108509 w 1287400"/>
              <a:gd name="connsiteY4" fmla="*/ 150192 h 7895944"/>
              <a:gd name="connsiteX5" fmla="*/ 1287400 w 1287400"/>
              <a:gd name="connsiteY5" fmla="*/ 3947973 h 789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7400" h="7895944">
                <a:moveTo>
                  <a:pt x="1287400" y="3947973"/>
                </a:moveTo>
                <a:cubicBezTo>
                  <a:pt x="1287400" y="5357932"/>
                  <a:pt x="852078" y="6666215"/>
                  <a:pt x="108508" y="7745752"/>
                </a:cubicBezTo>
                <a:lnTo>
                  <a:pt x="0" y="7895944"/>
                </a:lnTo>
                <a:lnTo>
                  <a:pt x="0" y="0"/>
                </a:lnTo>
                <a:lnTo>
                  <a:pt x="108509" y="150192"/>
                </a:lnTo>
                <a:cubicBezTo>
                  <a:pt x="852079" y="1229730"/>
                  <a:pt x="1287400" y="2538014"/>
                  <a:pt x="1287400" y="3947973"/>
                </a:cubicBezTo>
                <a:close/>
              </a:path>
            </a:pathLst>
          </a:custGeom>
          <a:noFill/>
          <a:ln>
            <a:gradFill>
              <a:gsLst>
                <a:gs pos="83000">
                  <a:srgbClr val="1265BB">
                    <a:alpha val="0"/>
                  </a:srgbClr>
                </a:gs>
                <a:gs pos="58000">
                  <a:srgbClr val="474FA4"/>
                </a:gs>
                <a:gs pos="7000">
                  <a:srgbClr val="D41366"/>
                </a:gs>
                <a:gs pos="0">
                  <a:srgbClr val="1265BB">
                    <a:alpha val="0"/>
                  </a:srgbClr>
                </a:gs>
              </a:gsLst>
              <a:lin ang="30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8" name="组合 147"/>
          <p:cNvGrpSpPr/>
          <p:nvPr/>
        </p:nvGrpSpPr>
        <p:grpSpPr>
          <a:xfrm rot="1170479" flipH="1" flipV="1">
            <a:off x="9083796" y="-280738"/>
            <a:ext cx="3010085" cy="2066408"/>
            <a:chOff x="11796349" y="8382981"/>
            <a:chExt cx="2268537" cy="1557339"/>
          </a:xfrm>
        </p:grpSpPr>
        <p:sp>
          <p:nvSpPr>
            <p:cNvPr id="149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3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4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6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7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9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0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1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2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3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4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6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9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0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1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2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3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4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5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6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7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8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9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0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1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2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3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4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5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6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7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8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9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0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1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2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3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4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5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6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7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8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0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1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2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3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4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5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6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7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29" name="椭圆 428"/>
          <p:cNvSpPr>
            <a:spLocks noChangeAspect="1"/>
          </p:cNvSpPr>
          <p:nvPr/>
        </p:nvSpPr>
        <p:spPr>
          <a:xfrm flipV="1">
            <a:off x="8086684" y="1878766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2" name="椭圆 431"/>
          <p:cNvSpPr>
            <a:spLocks noChangeAspect="1"/>
          </p:cNvSpPr>
          <p:nvPr/>
        </p:nvSpPr>
        <p:spPr>
          <a:xfrm flipV="1">
            <a:off x="8418051" y="271650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8" name="组合 437"/>
          <p:cNvGrpSpPr/>
          <p:nvPr/>
        </p:nvGrpSpPr>
        <p:grpSpPr>
          <a:xfrm>
            <a:off x="9573398" y="1963060"/>
            <a:ext cx="2003824" cy="1249477"/>
            <a:chOff x="9573398" y="1963060"/>
            <a:chExt cx="2003824" cy="1249477"/>
          </a:xfrm>
        </p:grpSpPr>
        <p:sp>
          <p:nvSpPr>
            <p:cNvPr id="430" name="椭圆 429"/>
            <p:cNvSpPr>
              <a:spLocks noChangeAspect="1"/>
            </p:cNvSpPr>
            <p:nvPr/>
          </p:nvSpPr>
          <p:spPr>
            <a:xfrm flipV="1">
              <a:off x="10956221" y="3160824"/>
              <a:ext cx="51713" cy="51713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1" name="椭圆 430"/>
            <p:cNvSpPr>
              <a:spLocks noChangeAspect="1"/>
            </p:cNvSpPr>
            <p:nvPr/>
          </p:nvSpPr>
          <p:spPr>
            <a:xfrm flipV="1">
              <a:off x="11525509" y="2361905"/>
              <a:ext cx="51713" cy="51713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3" name="椭圆 432"/>
            <p:cNvSpPr>
              <a:spLocks noChangeAspect="1"/>
            </p:cNvSpPr>
            <p:nvPr/>
          </p:nvSpPr>
          <p:spPr>
            <a:xfrm flipV="1">
              <a:off x="9573398" y="1963060"/>
              <a:ext cx="51713" cy="51713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4" name="椭圆 433"/>
          <p:cNvSpPr>
            <a:spLocks noChangeAspect="1"/>
          </p:cNvSpPr>
          <p:nvPr/>
        </p:nvSpPr>
        <p:spPr>
          <a:xfrm flipV="1">
            <a:off x="11167601" y="1160644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5" name="椭圆 434"/>
          <p:cNvSpPr>
            <a:spLocks noChangeAspect="1"/>
          </p:cNvSpPr>
          <p:nvPr/>
        </p:nvSpPr>
        <p:spPr>
          <a:xfrm flipV="1">
            <a:off x="7315952" y="219876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6" name="椭圆 435"/>
          <p:cNvSpPr>
            <a:spLocks noChangeAspect="1"/>
          </p:cNvSpPr>
          <p:nvPr/>
        </p:nvSpPr>
        <p:spPr>
          <a:xfrm flipV="1">
            <a:off x="9416334" y="5204438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7" name="椭圆 436"/>
          <p:cNvSpPr>
            <a:spLocks noChangeAspect="1"/>
          </p:cNvSpPr>
          <p:nvPr/>
        </p:nvSpPr>
        <p:spPr>
          <a:xfrm flipH="1" flipV="1">
            <a:off x="6674167" y="100663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" name="椭圆 439"/>
          <p:cNvSpPr>
            <a:spLocks noChangeAspect="1"/>
          </p:cNvSpPr>
          <p:nvPr/>
        </p:nvSpPr>
        <p:spPr>
          <a:xfrm flipV="1">
            <a:off x="6131042" y="4792464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1" name="椭圆 440"/>
          <p:cNvSpPr>
            <a:spLocks noChangeAspect="1"/>
          </p:cNvSpPr>
          <p:nvPr/>
        </p:nvSpPr>
        <p:spPr>
          <a:xfrm flipV="1">
            <a:off x="5201660" y="525773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2" name="椭圆 441"/>
          <p:cNvSpPr>
            <a:spLocks noChangeAspect="1"/>
          </p:cNvSpPr>
          <p:nvPr/>
        </p:nvSpPr>
        <p:spPr>
          <a:xfrm flipV="1">
            <a:off x="345731" y="501127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8" name="文本框 427" descr="页面标题"/>
          <p:cNvSpPr txBox="1"/>
          <p:nvPr/>
        </p:nvSpPr>
        <p:spPr>
          <a:xfrm>
            <a:off x="720250" y="611403"/>
            <a:ext cx="6891341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我们如何上线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成为产品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70246" y="1620695"/>
            <a:ext cx="8227060" cy="129159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我们使用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阿里云作为云服务器提供商，托管了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个月的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Spaceship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作为域名提供商，保留了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年的域名服务（访问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hlinkClick r:id="rId1"/>
              </a:rPr>
              <a:t>http://chatmonitor.space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宝塔面板进行云服务器管理</a:t>
            </a:r>
            <a:endParaRPr lang="zh-CN" altLang="en-US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88" y="3454969"/>
            <a:ext cx="5039962" cy="274745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92" y="3454299"/>
            <a:ext cx="5039962" cy="275336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 flipH="1">
            <a:off x="-2715637" y="941383"/>
            <a:ext cx="5872132" cy="5887765"/>
            <a:chOff x="2731720" y="54050"/>
            <a:chExt cx="6727675" cy="6745583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9" name="椭圆 88"/>
          <p:cNvSpPr>
            <a:spLocks noChangeAspect="1"/>
          </p:cNvSpPr>
          <p:nvPr/>
        </p:nvSpPr>
        <p:spPr>
          <a:xfrm flipV="1">
            <a:off x="10646297" y="1001228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椭圆 89"/>
          <p:cNvSpPr>
            <a:spLocks noChangeAspect="1"/>
          </p:cNvSpPr>
          <p:nvPr>
            <p:custDataLst>
              <p:tags r:id="rId1"/>
            </p:custDataLst>
          </p:nvPr>
        </p:nvSpPr>
        <p:spPr>
          <a:xfrm flipV="1">
            <a:off x="8656960" y="221326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椭圆 93"/>
          <p:cNvSpPr>
            <a:spLocks noChangeAspect="1"/>
          </p:cNvSpPr>
          <p:nvPr/>
        </p:nvSpPr>
        <p:spPr>
          <a:xfrm flipV="1">
            <a:off x="9696219" y="137592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椭圆 94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flipV="1">
            <a:off x="8241275" y="4031762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椭圆 95"/>
          <p:cNvSpPr>
            <a:spLocks noChangeAspect="1"/>
          </p:cNvSpPr>
          <p:nvPr/>
        </p:nvSpPr>
        <p:spPr>
          <a:xfrm flipV="1">
            <a:off x="10013756" y="2290188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椭圆 90"/>
          <p:cNvSpPr>
            <a:spLocks noChangeAspect="1"/>
          </p:cNvSpPr>
          <p:nvPr/>
        </p:nvSpPr>
        <p:spPr>
          <a:xfrm rot="5400000" flipV="1">
            <a:off x="10411819" y="4707999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椭圆 92"/>
          <p:cNvSpPr>
            <a:spLocks noChangeAspect="1"/>
          </p:cNvSpPr>
          <p:nvPr/>
        </p:nvSpPr>
        <p:spPr>
          <a:xfrm rot="5400000" flipV="1">
            <a:off x="11137289" y="4995242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椭圆 96"/>
          <p:cNvSpPr>
            <a:spLocks noChangeAspect="1"/>
          </p:cNvSpPr>
          <p:nvPr/>
        </p:nvSpPr>
        <p:spPr>
          <a:xfrm rot="5400000" flipV="1">
            <a:off x="10983488" y="5019826"/>
            <a:ext cx="47194" cy="47194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椭圆 97"/>
          <p:cNvSpPr>
            <a:spLocks noChangeAspect="1"/>
          </p:cNvSpPr>
          <p:nvPr/>
        </p:nvSpPr>
        <p:spPr>
          <a:xfrm flipV="1">
            <a:off x="11468647" y="155789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椭圆 91"/>
          <p:cNvSpPr>
            <a:spLocks noChangeAspect="1"/>
          </p:cNvSpPr>
          <p:nvPr/>
        </p:nvSpPr>
        <p:spPr>
          <a:xfrm flipV="1">
            <a:off x="2110833" y="4875650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椭圆 98"/>
          <p:cNvSpPr>
            <a:spLocks noChangeAspect="1"/>
          </p:cNvSpPr>
          <p:nvPr/>
        </p:nvSpPr>
        <p:spPr>
          <a:xfrm flipV="1">
            <a:off x="1100877" y="5412671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椭圆 99"/>
          <p:cNvSpPr>
            <a:spLocks noChangeAspect="1"/>
          </p:cNvSpPr>
          <p:nvPr/>
        </p:nvSpPr>
        <p:spPr>
          <a:xfrm flipV="1">
            <a:off x="2525669" y="6426909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 flipV="1">
            <a:off x="305232" y="365891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 rot="9347578">
            <a:off x="523688" y="5469967"/>
            <a:ext cx="2132026" cy="1127525"/>
            <a:chOff x="7637143" y="556363"/>
            <a:chExt cx="4402242" cy="2328131"/>
          </a:xfrm>
        </p:grpSpPr>
        <p:sp>
          <p:nvSpPr>
            <p:cNvPr id="103" name="椭圆 102"/>
            <p:cNvSpPr>
              <a:spLocks noChangeAspect="1"/>
            </p:cNvSpPr>
            <p:nvPr/>
          </p:nvSpPr>
          <p:spPr>
            <a:xfrm flipV="1">
              <a:off x="11108173" y="1031429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/>
            <p:cNvSpPr>
              <a:spLocks noChangeAspect="1"/>
            </p:cNvSpPr>
            <p:nvPr/>
          </p:nvSpPr>
          <p:spPr>
            <a:xfrm flipV="1">
              <a:off x="9590679" y="1955984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椭圆 104"/>
            <p:cNvSpPr>
              <a:spLocks noChangeAspect="1"/>
            </p:cNvSpPr>
            <p:nvPr/>
          </p:nvSpPr>
          <p:spPr>
            <a:xfrm flipV="1">
              <a:off x="11588319" y="2848494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椭圆 106"/>
            <p:cNvSpPr>
              <a:spLocks noChangeAspect="1"/>
            </p:cNvSpPr>
            <p:nvPr/>
          </p:nvSpPr>
          <p:spPr>
            <a:xfrm flipV="1">
              <a:off x="11984632" y="2292323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椭圆 107"/>
            <p:cNvSpPr>
              <a:spLocks noChangeAspect="1"/>
            </p:cNvSpPr>
            <p:nvPr/>
          </p:nvSpPr>
          <p:spPr>
            <a:xfrm flipV="1">
              <a:off x="10383440" y="1317255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椭圆 109"/>
            <p:cNvSpPr>
              <a:spLocks noChangeAspect="1"/>
            </p:cNvSpPr>
            <p:nvPr/>
          </p:nvSpPr>
          <p:spPr>
            <a:xfrm flipV="1">
              <a:off x="10625662" y="2014665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椭圆 110"/>
            <p:cNvSpPr>
              <a:spLocks noChangeAspect="1"/>
            </p:cNvSpPr>
            <p:nvPr/>
          </p:nvSpPr>
          <p:spPr>
            <a:xfrm flipV="1">
              <a:off x="12003385" y="2409644"/>
              <a:ext cx="36000" cy="36000"/>
            </a:xfrm>
            <a:prstGeom prst="ellipse">
              <a:avLst/>
            </a:prstGeom>
            <a:solidFill>
              <a:srgbClr val="270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>
              <a:spLocks noChangeAspect="1"/>
            </p:cNvSpPr>
            <p:nvPr/>
          </p:nvSpPr>
          <p:spPr>
            <a:xfrm flipV="1">
              <a:off x="11735473" y="1456059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椭圆 114"/>
            <p:cNvSpPr>
              <a:spLocks noChangeAspect="1"/>
            </p:cNvSpPr>
            <p:nvPr/>
          </p:nvSpPr>
          <p:spPr>
            <a:xfrm flipV="1">
              <a:off x="7637143" y="556363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椭圆 85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V="1">
            <a:off x="8669974" y="4216464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 descr="页面标题"/>
          <p:cNvSpPr txBox="1"/>
          <p:nvPr/>
        </p:nvSpPr>
        <p:spPr>
          <a:xfrm>
            <a:off x="720250" y="611403"/>
            <a:ext cx="72299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我们如何上线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成为产品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 flipH="1">
            <a:off x="8950702" y="941383"/>
            <a:ext cx="5872132" cy="5887765"/>
            <a:chOff x="2731720" y="54050"/>
            <a:chExt cx="6727675" cy="6745583"/>
          </a:xfrm>
        </p:grpSpPr>
        <p:sp>
          <p:nvSpPr>
            <p:cNvPr id="79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1148071" y="1557938"/>
            <a:ext cx="1141527" cy="1141527"/>
          </a:xfrm>
          <a:prstGeom prst="ellipse">
            <a:avLst/>
          </a:prstGeom>
          <a:gradFill>
            <a:gsLst>
              <a:gs pos="0">
                <a:srgbClr val="7030A0"/>
              </a:gs>
              <a:gs pos="100000">
                <a:srgbClr val="002060"/>
              </a:gs>
            </a:gsLst>
            <a:lin ang="12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/>
              <a:t>1</a:t>
            </a:r>
            <a:endParaRPr lang="zh-CN" altLang="en-US" sz="3600" b="1" dirty="0"/>
          </a:p>
        </p:txBody>
      </p:sp>
      <p:sp>
        <p:nvSpPr>
          <p:cNvPr id="51" name="椭圆 50"/>
          <p:cNvSpPr/>
          <p:nvPr/>
        </p:nvSpPr>
        <p:spPr>
          <a:xfrm>
            <a:off x="7888907" y="4300487"/>
            <a:ext cx="1141527" cy="1141527"/>
          </a:xfrm>
          <a:prstGeom prst="ellipse">
            <a:avLst/>
          </a:prstGeom>
          <a:gradFill>
            <a:gsLst>
              <a:gs pos="0">
                <a:srgbClr val="7030A0"/>
              </a:gs>
              <a:gs pos="100000">
                <a:srgbClr val="002060"/>
              </a:gs>
            </a:gsLst>
            <a:lin ang="12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/>
              <a:t>2</a:t>
            </a:r>
            <a:endParaRPr lang="zh-CN" altLang="en-US" sz="3600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2525669" y="1557580"/>
            <a:ext cx="3262432" cy="1384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确保服务能够稳定运行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多平台支持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多账号数据隔离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服务稳定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105462" y="4216404"/>
            <a:ext cx="2512226" cy="1384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公网部署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搭建服务器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配置运行环境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配置</a:t>
            </a: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Nginx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到公网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接连接符 48"/>
          <p:cNvCxnSpPr/>
          <p:nvPr/>
        </p:nvCxnSpPr>
        <p:spPr>
          <a:xfrm flipH="1">
            <a:off x="4974702" y="33039"/>
            <a:ext cx="0" cy="3541065"/>
          </a:xfrm>
          <a:prstGeom prst="line">
            <a:avLst/>
          </a:prstGeom>
          <a:ln>
            <a:solidFill>
              <a:srgbClr val="3C1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974702" y="2856343"/>
            <a:ext cx="0" cy="969397"/>
          </a:xfrm>
          <a:prstGeom prst="line">
            <a:avLst/>
          </a:prstGeom>
          <a:ln w="41275">
            <a:solidFill>
              <a:srgbClr val="7006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 descr="章节序号1"/>
          <p:cNvSpPr txBox="1"/>
          <p:nvPr/>
        </p:nvSpPr>
        <p:spPr>
          <a:xfrm>
            <a:off x="956126" y="2875002"/>
            <a:ext cx="4578213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PART</a:t>
            </a:r>
            <a:r>
              <a:rPr lang="zh-CN" altLang="en-US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 </a:t>
            </a:r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4</a:t>
            </a:r>
            <a:endParaRPr lang="zh-CN" altLang="en-US" sz="6600">
              <a:solidFill>
                <a:srgbClr val="D41366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52488" y="3013502"/>
            <a:ext cx="5558288" cy="829945"/>
            <a:chOff x="4854977" y="2900301"/>
            <a:chExt cx="5558288" cy="829945"/>
          </a:xfrm>
        </p:grpSpPr>
        <p:sp>
          <p:nvSpPr>
            <p:cNvPr id="55" name="矩形 54"/>
            <p:cNvSpPr/>
            <p:nvPr/>
          </p:nvSpPr>
          <p:spPr>
            <a:xfrm>
              <a:off x="8946768" y="3321060"/>
              <a:ext cx="1466497" cy="407847"/>
            </a:xfrm>
            <a:prstGeom prst="rect">
              <a:avLst/>
            </a:prstGeom>
            <a:gradFill>
              <a:gsLst>
                <a:gs pos="18000">
                  <a:srgbClr val="910475"/>
                </a:gs>
                <a:gs pos="75000">
                  <a:srgbClr val="1B0E4A">
                    <a:alpha val="25000"/>
                  </a:srgbClr>
                </a:gs>
              </a:gsLst>
              <a:lin ang="12600000" scaled="0"/>
            </a:gradFill>
            <a:ln w="3175">
              <a:noFill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 descr="章节标题1"/>
            <p:cNvSpPr txBox="1"/>
            <p:nvPr/>
          </p:nvSpPr>
          <p:spPr>
            <a:xfrm>
              <a:off x="4854977" y="2900301"/>
              <a:ext cx="5311864" cy="82994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48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创新与</a:t>
              </a:r>
              <a:r>
                <a:rPr lang="zh-CN" altLang="en-US" sz="48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展望</a:t>
              </a:r>
              <a:endParaRPr lang="zh-CN" altLang="en-US" sz="48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</p:grpSp>
      <p:sp>
        <p:nvSpPr>
          <p:cNvPr id="58" name="文本框 57" descr="章节概要1"/>
          <p:cNvSpPr txBox="1"/>
          <p:nvPr/>
        </p:nvSpPr>
        <p:spPr>
          <a:xfrm>
            <a:off x="6390012" y="4041710"/>
            <a:ext cx="5993986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创新点</a:t>
            </a:r>
            <a:r>
              <a:rPr lang="en-US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·  </a:t>
            </a:r>
            <a:r>
              <a:rPr lang="zh-CN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应用前景</a:t>
            </a:r>
            <a:endParaRPr lang="zh-CN" altLang="en-US" b="1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129" name="直接连接符 1128"/>
          <p:cNvCxnSpPr/>
          <p:nvPr/>
        </p:nvCxnSpPr>
        <p:spPr>
          <a:xfrm flipH="1">
            <a:off x="4974702" y="4209143"/>
            <a:ext cx="0" cy="2648857"/>
          </a:xfrm>
          <a:prstGeom prst="line">
            <a:avLst/>
          </a:prstGeom>
          <a:ln>
            <a:solidFill>
              <a:srgbClr val="2B1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椭圆 1131"/>
          <p:cNvSpPr>
            <a:spLocks noChangeAspect="1"/>
          </p:cNvSpPr>
          <p:nvPr/>
        </p:nvSpPr>
        <p:spPr>
          <a:xfrm flipV="1">
            <a:off x="10402091" y="1115652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3" name="椭圆 1132"/>
          <p:cNvSpPr>
            <a:spLocks noChangeAspect="1"/>
          </p:cNvSpPr>
          <p:nvPr/>
        </p:nvSpPr>
        <p:spPr>
          <a:xfrm flipV="1">
            <a:off x="8222268" y="2443739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4" name="椭圆 1133"/>
          <p:cNvSpPr>
            <a:spLocks noChangeAspect="1"/>
          </p:cNvSpPr>
          <p:nvPr/>
        </p:nvSpPr>
        <p:spPr>
          <a:xfrm flipV="1">
            <a:off x="3777981" y="4475441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5" name="椭圆 1134"/>
          <p:cNvSpPr>
            <a:spLocks noChangeAspect="1"/>
          </p:cNvSpPr>
          <p:nvPr/>
        </p:nvSpPr>
        <p:spPr>
          <a:xfrm flipV="1">
            <a:off x="11661093" y="2926878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" name="椭圆 1135"/>
          <p:cNvSpPr>
            <a:spLocks noChangeAspect="1"/>
          </p:cNvSpPr>
          <p:nvPr/>
        </p:nvSpPr>
        <p:spPr>
          <a:xfrm flipV="1">
            <a:off x="9361039" y="152622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" name="椭圆 1136"/>
          <p:cNvSpPr>
            <a:spLocks noChangeAspect="1"/>
          </p:cNvSpPr>
          <p:nvPr/>
        </p:nvSpPr>
        <p:spPr>
          <a:xfrm flipV="1">
            <a:off x="9708982" y="2528033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8" name="椭圆 1137"/>
          <p:cNvSpPr>
            <a:spLocks noChangeAspect="1"/>
          </p:cNvSpPr>
          <p:nvPr/>
        </p:nvSpPr>
        <p:spPr>
          <a:xfrm flipV="1">
            <a:off x="11688031" y="309540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9" name="椭圆 1138"/>
          <p:cNvSpPr>
            <a:spLocks noChangeAspect="1"/>
          </p:cNvSpPr>
          <p:nvPr/>
        </p:nvSpPr>
        <p:spPr>
          <a:xfrm flipV="1">
            <a:off x="11303185" y="1725617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0" name="椭圆 1139"/>
          <p:cNvSpPr>
            <a:spLocks noChangeAspect="1"/>
          </p:cNvSpPr>
          <p:nvPr/>
        </p:nvSpPr>
        <p:spPr>
          <a:xfrm flipV="1">
            <a:off x="6070143" y="1792060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1" name="椭圆 1140"/>
          <p:cNvSpPr>
            <a:spLocks noChangeAspect="1"/>
          </p:cNvSpPr>
          <p:nvPr/>
        </p:nvSpPr>
        <p:spPr>
          <a:xfrm flipV="1">
            <a:off x="9551918" y="576941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2" name="椭圆 1141"/>
          <p:cNvSpPr>
            <a:spLocks noChangeAspect="1"/>
          </p:cNvSpPr>
          <p:nvPr/>
        </p:nvSpPr>
        <p:spPr>
          <a:xfrm flipV="1">
            <a:off x="8445257" y="635785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3" name="椭圆 1142"/>
          <p:cNvSpPr>
            <a:spLocks noChangeAspect="1"/>
          </p:cNvSpPr>
          <p:nvPr/>
        </p:nvSpPr>
        <p:spPr>
          <a:xfrm flipV="1">
            <a:off x="7971074" y="513871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椭圆 1143"/>
          <p:cNvSpPr>
            <a:spLocks noChangeAspect="1"/>
          </p:cNvSpPr>
          <p:nvPr/>
        </p:nvSpPr>
        <p:spPr>
          <a:xfrm flipH="1" flipV="1">
            <a:off x="3306646" y="4358157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5" name="椭圆 1144"/>
          <p:cNvSpPr>
            <a:spLocks noChangeAspect="1"/>
          </p:cNvSpPr>
          <p:nvPr/>
        </p:nvSpPr>
        <p:spPr>
          <a:xfrm flipH="1" flipV="1">
            <a:off x="3049890" y="571719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6" name="椭圆 1145"/>
          <p:cNvSpPr>
            <a:spLocks noChangeAspect="1"/>
          </p:cNvSpPr>
          <p:nvPr/>
        </p:nvSpPr>
        <p:spPr>
          <a:xfrm flipH="1" flipV="1">
            <a:off x="3829694" y="283704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7" name="椭圆 1146"/>
          <p:cNvSpPr>
            <a:spLocks noChangeAspect="1"/>
          </p:cNvSpPr>
          <p:nvPr/>
        </p:nvSpPr>
        <p:spPr>
          <a:xfrm flipH="1" flipV="1">
            <a:off x="1612873" y="452700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8" name="椭圆 1147"/>
          <p:cNvSpPr>
            <a:spLocks noChangeAspect="1"/>
          </p:cNvSpPr>
          <p:nvPr/>
        </p:nvSpPr>
        <p:spPr>
          <a:xfrm flipH="1" flipV="1">
            <a:off x="810729" y="546121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椭圆 1148"/>
          <p:cNvSpPr>
            <a:spLocks noChangeAspect="1"/>
          </p:cNvSpPr>
          <p:nvPr/>
        </p:nvSpPr>
        <p:spPr>
          <a:xfrm flipH="1" flipV="1">
            <a:off x="452256" y="584882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0" name="椭圆 1149"/>
          <p:cNvSpPr>
            <a:spLocks noChangeAspect="1"/>
          </p:cNvSpPr>
          <p:nvPr/>
        </p:nvSpPr>
        <p:spPr>
          <a:xfrm flipH="1" flipV="1">
            <a:off x="1594330" y="274799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1" name="椭圆 1150"/>
          <p:cNvSpPr>
            <a:spLocks noChangeAspect="1"/>
          </p:cNvSpPr>
          <p:nvPr/>
        </p:nvSpPr>
        <p:spPr>
          <a:xfrm flipV="1">
            <a:off x="1790413" y="88490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9" name="组合 1198"/>
          <p:cNvGrpSpPr/>
          <p:nvPr/>
        </p:nvGrpSpPr>
        <p:grpSpPr>
          <a:xfrm flipH="1">
            <a:off x="10405721" y="5150779"/>
            <a:ext cx="1226873" cy="1230139"/>
            <a:chOff x="2731720" y="54050"/>
            <a:chExt cx="6727675" cy="6745583"/>
          </a:xfrm>
        </p:grpSpPr>
        <p:sp>
          <p:nvSpPr>
            <p:cNvPr id="120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椭圆 72"/>
          <p:cNvSpPr/>
          <p:nvPr>
            <p:custDataLst>
              <p:tags r:id="rId1"/>
            </p:custDataLst>
          </p:nvPr>
        </p:nvSpPr>
        <p:spPr>
          <a:xfrm>
            <a:off x="7112063" y="3484901"/>
            <a:ext cx="137545" cy="137545"/>
          </a:xfrm>
          <a:prstGeom prst="ellipse">
            <a:avLst/>
          </a:prstGeom>
          <a:solidFill>
            <a:srgbClr val="000B26"/>
          </a:solidFill>
          <a:ln>
            <a:gradFill>
              <a:gsLst>
                <a:gs pos="0">
                  <a:srgbClr val="1265BB">
                    <a:alpha val="0"/>
                  </a:srgbClr>
                </a:gs>
                <a:gs pos="56000">
                  <a:srgbClr val="6410BB"/>
                </a:gs>
                <a:gs pos="100000">
                  <a:srgbClr val="1265BB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3" name="直接连接符 132"/>
          <p:cNvCxnSpPr/>
          <p:nvPr/>
        </p:nvCxnSpPr>
        <p:spPr>
          <a:xfrm flipH="1">
            <a:off x="0" y="1218923"/>
            <a:ext cx="1930400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>
                    <a:alpha val="0"/>
                  </a:srgbClr>
                </a:gs>
              </a:gsLst>
              <a:lin ang="5400000" scaled="0"/>
            </a:gra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椭圆 202"/>
          <p:cNvSpPr>
            <a:spLocks noChangeAspect="1"/>
          </p:cNvSpPr>
          <p:nvPr/>
        </p:nvSpPr>
        <p:spPr>
          <a:xfrm flipH="1" flipV="1">
            <a:off x="8739044" y="685463"/>
            <a:ext cx="41178" cy="4117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椭圆 203"/>
          <p:cNvSpPr>
            <a:spLocks noChangeAspect="1"/>
          </p:cNvSpPr>
          <p:nvPr/>
        </p:nvSpPr>
        <p:spPr>
          <a:xfrm flipH="1" flipV="1">
            <a:off x="10474798" y="1742997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椭圆 205"/>
          <p:cNvSpPr>
            <a:spLocks noChangeAspect="1"/>
          </p:cNvSpPr>
          <p:nvPr/>
        </p:nvSpPr>
        <p:spPr>
          <a:xfrm flipH="1" flipV="1">
            <a:off x="11450474" y="644286"/>
            <a:ext cx="41178" cy="41178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椭圆 207"/>
          <p:cNvSpPr>
            <a:spLocks noChangeAspect="1"/>
          </p:cNvSpPr>
          <p:nvPr/>
        </p:nvSpPr>
        <p:spPr>
          <a:xfrm flipH="1" flipV="1">
            <a:off x="9568014" y="1012400"/>
            <a:ext cx="41178" cy="41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椭圆 208"/>
          <p:cNvSpPr>
            <a:spLocks noChangeAspect="1"/>
          </p:cNvSpPr>
          <p:nvPr/>
        </p:nvSpPr>
        <p:spPr>
          <a:xfrm flipH="1" flipV="1">
            <a:off x="10840666" y="3127005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椭圆 209"/>
          <p:cNvSpPr>
            <a:spLocks noChangeAspect="1"/>
          </p:cNvSpPr>
          <p:nvPr/>
        </p:nvSpPr>
        <p:spPr>
          <a:xfrm flipH="1" flipV="1">
            <a:off x="9290954" y="1810118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 descr="页面标题"/>
          <p:cNvSpPr txBox="1"/>
          <p:nvPr/>
        </p:nvSpPr>
        <p:spPr>
          <a:xfrm>
            <a:off x="720251" y="611403"/>
            <a:ext cx="254837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项目创新点</a:t>
            </a:r>
            <a:endParaRPr lang="zh-CN" altLang="en-US" sz="320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 flipH="1">
            <a:off x="9861361" y="397330"/>
            <a:ext cx="1226873" cy="1230139"/>
            <a:chOff x="2731720" y="54050"/>
            <a:chExt cx="6727675" cy="6745583"/>
          </a:xfrm>
        </p:grpSpPr>
        <p:sp>
          <p:nvSpPr>
            <p:cNvPr id="13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7" name="Freeform 8"/>
          <p:cNvSpPr/>
          <p:nvPr/>
        </p:nvSpPr>
        <p:spPr bwMode="auto">
          <a:xfrm>
            <a:off x="8145669" y="1893714"/>
            <a:ext cx="389502" cy="390524"/>
          </a:xfrm>
          <a:custGeom>
            <a:avLst/>
            <a:gdLst>
              <a:gd name="T0" fmla="*/ 3474 w 4193"/>
              <a:gd name="T1" fmla="*/ 3694 h 4204"/>
              <a:gd name="T2" fmla="*/ 2762 w 4193"/>
              <a:gd name="T3" fmla="*/ 4100 h 4204"/>
              <a:gd name="T4" fmla="*/ 1947 w 4193"/>
              <a:gd name="T5" fmla="*/ 4204 h 4204"/>
              <a:gd name="T6" fmla="*/ 1156 w 4193"/>
              <a:gd name="T7" fmla="*/ 3986 h 4204"/>
              <a:gd name="T8" fmla="*/ 508 w 4193"/>
              <a:gd name="T9" fmla="*/ 3480 h 4204"/>
              <a:gd name="T10" fmla="*/ 103 w 4193"/>
              <a:gd name="T11" fmla="*/ 2766 h 4204"/>
              <a:gd name="T12" fmla="*/ 0 w 4193"/>
              <a:gd name="T13" fmla="*/ 1952 h 4204"/>
              <a:gd name="T14" fmla="*/ 217 w 4193"/>
              <a:gd name="T15" fmla="*/ 1159 h 4204"/>
              <a:gd name="T16" fmla="*/ 719 w 4193"/>
              <a:gd name="T17" fmla="*/ 509 h 4204"/>
              <a:gd name="T18" fmla="*/ 1434 w 4193"/>
              <a:gd name="T19" fmla="*/ 101 h 4204"/>
              <a:gd name="T20" fmla="*/ 2246 w 4193"/>
              <a:gd name="T21" fmla="*/ 0 h 4204"/>
              <a:gd name="T22" fmla="*/ 3037 w 4193"/>
              <a:gd name="T23" fmla="*/ 218 h 4204"/>
              <a:gd name="T24" fmla="*/ 3685 w 4193"/>
              <a:gd name="T25" fmla="*/ 722 h 4204"/>
              <a:gd name="T26" fmla="*/ 4090 w 4193"/>
              <a:gd name="T27" fmla="*/ 1435 h 4204"/>
              <a:gd name="T28" fmla="*/ 4193 w 4193"/>
              <a:gd name="T29" fmla="*/ 2252 h 4204"/>
              <a:gd name="T30" fmla="*/ 3977 w 4193"/>
              <a:gd name="T31" fmla="*/ 3045 h 4204"/>
              <a:gd name="T32" fmla="*/ 3474 w 4193"/>
              <a:gd name="T33" fmla="*/ 3694 h 4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193" h="4204">
                <a:moveTo>
                  <a:pt x="3474" y="3694"/>
                </a:moveTo>
                <a:lnTo>
                  <a:pt x="2762" y="4100"/>
                </a:lnTo>
                <a:lnTo>
                  <a:pt x="1947" y="4204"/>
                </a:lnTo>
                <a:lnTo>
                  <a:pt x="1156" y="3986"/>
                </a:lnTo>
                <a:lnTo>
                  <a:pt x="508" y="3480"/>
                </a:lnTo>
                <a:lnTo>
                  <a:pt x="103" y="2766"/>
                </a:lnTo>
                <a:lnTo>
                  <a:pt x="0" y="1952"/>
                </a:lnTo>
                <a:lnTo>
                  <a:pt x="217" y="1159"/>
                </a:lnTo>
                <a:lnTo>
                  <a:pt x="719" y="509"/>
                </a:lnTo>
                <a:lnTo>
                  <a:pt x="1434" y="101"/>
                </a:lnTo>
                <a:lnTo>
                  <a:pt x="2246" y="0"/>
                </a:lnTo>
                <a:lnTo>
                  <a:pt x="3037" y="218"/>
                </a:lnTo>
                <a:lnTo>
                  <a:pt x="3685" y="722"/>
                </a:lnTo>
                <a:lnTo>
                  <a:pt x="4090" y="1435"/>
                </a:lnTo>
                <a:lnTo>
                  <a:pt x="4193" y="2252"/>
                </a:lnTo>
                <a:lnTo>
                  <a:pt x="3977" y="3045"/>
                </a:lnTo>
                <a:lnTo>
                  <a:pt x="3474" y="3694"/>
                </a:lnTo>
                <a:close/>
              </a:path>
            </a:pathLst>
          </a:custGeom>
          <a:noFill/>
          <a:ln w="3175" cap="flat">
            <a:solidFill>
              <a:srgbClr val="910475">
                <a:alpha val="5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1880703" y="2877535"/>
            <a:ext cx="682698" cy="682698"/>
            <a:chOff x="993052" y="4106654"/>
            <a:chExt cx="1063465" cy="1063465"/>
          </a:xfrm>
        </p:grpSpPr>
        <p:sp>
          <p:nvSpPr>
            <p:cNvPr id="255" name="椭圆 254"/>
            <p:cNvSpPr/>
            <p:nvPr>
              <p:custDataLst>
                <p:tags r:id="rId3"/>
              </p:custDataLst>
            </p:nvPr>
          </p:nvSpPr>
          <p:spPr>
            <a:xfrm>
              <a:off x="993052" y="4106654"/>
              <a:ext cx="1063465" cy="1063465"/>
            </a:xfrm>
            <a:prstGeom prst="ellipse">
              <a:avLst/>
            </a:prstGeom>
            <a:gradFill>
              <a:gsLst>
                <a:gs pos="0">
                  <a:srgbClr val="3C178D"/>
                </a:gs>
                <a:gs pos="100000">
                  <a:srgbClr val="4F34F3"/>
                </a:gs>
                <a:gs pos="57000">
                  <a:srgbClr val="841CEC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9" name="组合 258"/>
            <p:cNvGrpSpPr/>
            <p:nvPr/>
          </p:nvGrpSpPr>
          <p:grpSpPr>
            <a:xfrm>
              <a:off x="1221830" y="4335432"/>
              <a:ext cx="605909" cy="605909"/>
              <a:chOff x="985110" y="4613079"/>
              <a:chExt cx="216790" cy="216790"/>
            </a:xfrm>
            <a:solidFill>
              <a:schemeClr val="bg1">
                <a:lumMod val="95000"/>
              </a:schemeClr>
            </a:solidFill>
          </p:grpSpPr>
          <p:sp>
            <p:nvSpPr>
              <p:cNvPr id="260" name="Freeform 48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985110" y="4613079"/>
                <a:ext cx="216790" cy="216790"/>
              </a:xfrm>
              <a:custGeom>
                <a:avLst/>
                <a:gdLst>
                  <a:gd name="T0" fmla="*/ 116 w 128"/>
                  <a:gd name="T1" fmla="*/ 77 h 128"/>
                  <a:gd name="T2" fmla="*/ 128 w 128"/>
                  <a:gd name="T3" fmla="*/ 50 h 128"/>
                  <a:gd name="T4" fmla="*/ 116 w 128"/>
                  <a:gd name="T5" fmla="*/ 49 h 128"/>
                  <a:gd name="T6" fmla="*/ 111 w 128"/>
                  <a:gd name="T7" fmla="*/ 36 h 128"/>
                  <a:gd name="T8" fmla="*/ 100 w 128"/>
                  <a:gd name="T9" fmla="*/ 9 h 128"/>
                  <a:gd name="T10" fmla="*/ 91 w 128"/>
                  <a:gd name="T11" fmla="*/ 16 h 128"/>
                  <a:gd name="T12" fmla="*/ 77 w 128"/>
                  <a:gd name="T13" fmla="*/ 11 h 128"/>
                  <a:gd name="T14" fmla="*/ 51 w 128"/>
                  <a:gd name="T15" fmla="*/ 0 h 128"/>
                  <a:gd name="T16" fmla="*/ 50 w 128"/>
                  <a:gd name="T17" fmla="*/ 11 h 128"/>
                  <a:gd name="T18" fmla="*/ 36 w 128"/>
                  <a:gd name="T19" fmla="*/ 17 h 128"/>
                  <a:gd name="T20" fmla="*/ 9 w 128"/>
                  <a:gd name="T21" fmla="*/ 28 h 128"/>
                  <a:gd name="T22" fmla="*/ 17 w 128"/>
                  <a:gd name="T23" fmla="*/ 37 h 128"/>
                  <a:gd name="T24" fmla="*/ 11 w 128"/>
                  <a:gd name="T25" fmla="*/ 50 h 128"/>
                  <a:gd name="T26" fmla="*/ 0 w 128"/>
                  <a:gd name="T27" fmla="*/ 77 h 128"/>
                  <a:gd name="T28" fmla="*/ 12 w 128"/>
                  <a:gd name="T29" fmla="*/ 78 h 128"/>
                  <a:gd name="T30" fmla="*/ 17 w 128"/>
                  <a:gd name="T31" fmla="*/ 91 h 128"/>
                  <a:gd name="T32" fmla="*/ 28 w 128"/>
                  <a:gd name="T33" fmla="*/ 118 h 128"/>
                  <a:gd name="T34" fmla="*/ 37 w 128"/>
                  <a:gd name="T35" fmla="*/ 111 h 128"/>
                  <a:gd name="T36" fmla="*/ 51 w 128"/>
                  <a:gd name="T37" fmla="*/ 116 h 128"/>
                  <a:gd name="T38" fmla="*/ 77 w 128"/>
                  <a:gd name="T39" fmla="*/ 128 h 128"/>
                  <a:gd name="T40" fmla="*/ 78 w 128"/>
                  <a:gd name="T41" fmla="*/ 116 h 128"/>
                  <a:gd name="T42" fmla="*/ 92 w 128"/>
                  <a:gd name="T43" fmla="*/ 110 h 128"/>
                  <a:gd name="T44" fmla="*/ 119 w 128"/>
                  <a:gd name="T45" fmla="*/ 99 h 128"/>
                  <a:gd name="T46" fmla="*/ 111 w 128"/>
                  <a:gd name="T47" fmla="*/ 90 h 128"/>
                  <a:gd name="T48" fmla="*/ 112 w 128"/>
                  <a:gd name="T49" fmla="*/ 99 h 128"/>
                  <a:gd name="T50" fmla="*/ 92 w 128"/>
                  <a:gd name="T51" fmla="*/ 105 h 128"/>
                  <a:gd name="T52" fmla="*/ 77 w 128"/>
                  <a:gd name="T53" fmla="*/ 111 h 128"/>
                  <a:gd name="T54" fmla="*/ 73 w 128"/>
                  <a:gd name="T55" fmla="*/ 123 h 128"/>
                  <a:gd name="T56" fmla="*/ 55 w 128"/>
                  <a:gd name="T57" fmla="*/ 113 h 128"/>
                  <a:gd name="T58" fmla="*/ 40 w 128"/>
                  <a:gd name="T59" fmla="*/ 107 h 128"/>
                  <a:gd name="T60" fmla="*/ 28 w 128"/>
                  <a:gd name="T61" fmla="*/ 112 h 128"/>
                  <a:gd name="T62" fmla="*/ 23 w 128"/>
                  <a:gd name="T63" fmla="*/ 92 h 128"/>
                  <a:gd name="T64" fmla="*/ 16 w 128"/>
                  <a:gd name="T65" fmla="*/ 77 h 128"/>
                  <a:gd name="T66" fmla="*/ 5 w 128"/>
                  <a:gd name="T67" fmla="*/ 72 h 128"/>
                  <a:gd name="T68" fmla="*/ 15 w 128"/>
                  <a:gd name="T69" fmla="*/ 55 h 128"/>
                  <a:gd name="T70" fmla="*/ 21 w 128"/>
                  <a:gd name="T71" fmla="*/ 39 h 128"/>
                  <a:gd name="T72" fmla="*/ 16 w 128"/>
                  <a:gd name="T73" fmla="*/ 28 h 128"/>
                  <a:gd name="T74" fmla="*/ 36 w 128"/>
                  <a:gd name="T75" fmla="*/ 23 h 128"/>
                  <a:gd name="T76" fmla="*/ 51 w 128"/>
                  <a:gd name="T77" fmla="*/ 16 h 128"/>
                  <a:gd name="T78" fmla="*/ 55 w 128"/>
                  <a:gd name="T79" fmla="*/ 4 h 128"/>
                  <a:gd name="T80" fmla="*/ 73 w 128"/>
                  <a:gd name="T81" fmla="*/ 15 h 128"/>
                  <a:gd name="T82" fmla="*/ 88 w 128"/>
                  <a:gd name="T83" fmla="*/ 20 h 128"/>
                  <a:gd name="T84" fmla="*/ 100 w 128"/>
                  <a:gd name="T85" fmla="*/ 15 h 128"/>
                  <a:gd name="T86" fmla="*/ 105 w 128"/>
                  <a:gd name="T87" fmla="*/ 35 h 128"/>
                  <a:gd name="T88" fmla="*/ 112 w 128"/>
                  <a:gd name="T89" fmla="*/ 50 h 128"/>
                  <a:gd name="T90" fmla="*/ 123 w 128"/>
                  <a:gd name="T91" fmla="*/ 55 h 128"/>
                  <a:gd name="T92" fmla="*/ 113 w 128"/>
                  <a:gd name="T93" fmla="*/ 72 h 128"/>
                  <a:gd name="T94" fmla="*/ 107 w 128"/>
                  <a:gd name="T95" fmla="*/ 88 h 128"/>
                  <a:gd name="T96" fmla="*/ 112 w 128"/>
                  <a:gd name="T97" fmla="*/ 9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8" h="128">
                    <a:moveTo>
                      <a:pt x="116" y="78"/>
                    </a:moveTo>
                    <a:cubicBezTo>
                      <a:pt x="116" y="77"/>
                      <a:pt x="116" y="77"/>
                      <a:pt x="116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50"/>
                      <a:pt x="128" y="50"/>
                      <a:pt x="128" y="50"/>
                    </a:cubicBezTo>
                    <a:cubicBezTo>
                      <a:pt x="116" y="50"/>
                      <a:pt x="116" y="50"/>
                      <a:pt x="116" y="50"/>
                    </a:cubicBezTo>
                    <a:cubicBezTo>
                      <a:pt x="116" y="49"/>
                      <a:pt x="116" y="49"/>
                      <a:pt x="116" y="49"/>
                    </a:cubicBezTo>
                    <a:cubicBezTo>
                      <a:pt x="115" y="45"/>
                      <a:pt x="113" y="41"/>
                      <a:pt x="111" y="37"/>
                    </a:cubicBezTo>
                    <a:cubicBezTo>
                      <a:pt x="111" y="36"/>
                      <a:pt x="111" y="36"/>
                      <a:pt x="111" y="36"/>
                    </a:cubicBezTo>
                    <a:cubicBezTo>
                      <a:pt x="119" y="28"/>
                      <a:pt x="119" y="28"/>
                      <a:pt x="119" y="28"/>
                    </a:cubicBezTo>
                    <a:cubicBezTo>
                      <a:pt x="100" y="9"/>
                      <a:pt x="100" y="9"/>
                      <a:pt x="100" y="9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87" y="14"/>
                      <a:pt x="83" y="13"/>
                      <a:pt x="78" y="11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45" y="13"/>
                      <a:pt x="41" y="14"/>
                      <a:pt x="37" y="16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5" y="41"/>
                      <a:pt x="13" y="45"/>
                      <a:pt x="12" y="49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11" y="77"/>
                      <a:pt x="11" y="77"/>
                      <a:pt x="11" y="77"/>
                    </a:cubicBezTo>
                    <a:cubicBezTo>
                      <a:pt x="12" y="78"/>
                      <a:pt x="12" y="78"/>
                      <a:pt x="12" y="78"/>
                    </a:cubicBezTo>
                    <a:cubicBezTo>
                      <a:pt x="13" y="82"/>
                      <a:pt x="15" y="86"/>
                      <a:pt x="17" y="90"/>
                    </a:cubicBezTo>
                    <a:cubicBezTo>
                      <a:pt x="17" y="91"/>
                      <a:pt x="17" y="91"/>
                      <a:pt x="17" y="91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28" y="118"/>
                      <a:pt x="28" y="118"/>
                      <a:pt x="28" y="118"/>
                    </a:cubicBezTo>
                    <a:cubicBezTo>
                      <a:pt x="36" y="110"/>
                      <a:pt x="36" y="110"/>
                      <a:pt x="36" y="110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41" y="113"/>
                      <a:pt x="45" y="115"/>
                      <a:pt x="50" y="116"/>
                    </a:cubicBezTo>
                    <a:cubicBezTo>
                      <a:pt x="51" y="116"/>
                      <a:pt x="51" y="116"/>
                      <a:pt x="51" y="116"/>
                    </a:cubicBezTo>
                    <a:cubicBezTo>
                      <a:pt x="51" y="128"/>
                      <a:pt x="51" y="128"/>
                      <a:pt x="51" y="128"/>
                    </a:cubicBezTo>
                    <a:cubicBezTo>
                      <a:pt x="77" y="128"/>
                      <a:pt x="77" y="128"/>
                      <a:pt x="77" y="128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78" y="116"/>
                      <a:pt x="78" y="116"/>
                      <a:pt x="78" y="116"/>
                    </a:cubicBezTo>
                    <a:cubicBezTo>
                      <a:pt x="83" y="115"/>
                      <a:pt x="87" y="113"/>
                      <a:pt x="91" y="111"/>
                    </a:cubicBezTo>
                    <a:cubicBezTo>
                      <a:pt x="92" y="110"/>
                      <a:pt x="92" y="110"/>
                      <a:pt x="92" y="110"/>
                    </a:cubicBezTo>
                    <a:cubicBezTo>
                      <a:pt x="100" y="118"/>
                      <a:pt x="100" y="118"/>
                      <a:pt x="100" y="118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11" y="91"/>
                      <a:pt x="111" y="91"/>
                      <a:pt x="111" y="91"/>
                    </a:cubicBezTo>
                    <a:cubicBezTo>
                      <a:pt x="111" y="90"/>
                      <a:pt x="111" y="90"/>
                      <a:pt x="111" y="90"/>
                    </a:cubicBezTo>
                    <a:cubicBezTo>
                      <a:pt x="113" y="86"/>
                      <a:pt x="115" y="82"/>
                      <a:pt x="116" y="78"/>
                    </a:cubicBezTo>
                    <a:close/>
                    <a:moveTo>
                      <a:pt x="112" y="99"/>
                    </a:moveTo>
                    <a:cubicBezTo>
                      <a:pt x="100" y="112"/>
                      <a:pt x="100" y="112"/>
                      <a:pt x="100" y="112"/>
                    </a:cubicBezTo>
                    <a:cubicBezTo>
                      <a:pt x="92" y="105"/>
                      <a:pt x="92" y="105"/>
                      <a:pt x="92" y="105"/>
                    </a:cubicBezTo>
                    <a:cubicBezTo>
                      <a:pt x="88" y="107"/>
                      <a:pt x="88" y="107"/>
                      <a:pt x="88" y="107"/>
                    </a:cubicBezTo>
                    <a:cubicBezTo>
                      <a:pt x="85" y="109"/>
                      <a:pt x="81" y="110"/>
                      <a:pt x="77" y="111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5" y="113"/>
                      <a:pt x="55" y="113"/>
                      <a:pt x="55" y="113"/>
                    </a:cubicBezTo>
                    <a:cubicBezTo>
                      <a:pt x="51" y="111"/>
                      <a:pt x="51" y="111"/>
                      <a:pt x="51" y="111"/>
                    </a:cubicBezTo>
                    <a:cubicBezTo>
                      <a:pt x="47" y="110"/>
                      <a:pt x="43" y="109"/>
                      <a:pt x="40" y="107"/>
                    </a:cubicBezTo>
                    <a:cubicBezTo>
                      <a:pt x="36" y="105"/>
                      <a:pt x="36" y="105"/>
                      <a:pt x="36" y="105"/>
                    </a:cubicBezTo>
                    <a:cubicBezTo>
                      <a:pt x="28" y="112"/>
                      <a:pt x="28" y="112"/>
                      <a:pt x="28" y="112"/>
                    </a:cubicBezTo>
                    <a:cubicBezTo>
                      <a:pt x="16" y="99"/>
                      <a:pt x="16" y="99"/>
                      <a:pt x="16" y="99"/>
                    </a:cubicBezTo>
                    <a:cubicBezTo>
                      <a:pt x="23" y="92"/>
                      <a:pt x="23" y="92"/>
                      <a:pt x="23" y="92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19" y="85"/>
                      <a:pt x="17" y="81"/>
                      <a:pt x="16" y="77"/>
                    </a:cubicBezTo>
                    <a:cubicBezTo>
                      <a:pt x="15" y="72"/>
                      <a:pt x="15" y="72"/>
                      <a:pt x="15" y="72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7" y="46"/>
                      <a:pt x="19" y="43"/>
                      <a:pt x="21" y="39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36" y="23"/>
                      <a:pt x="36" y="23"/>
                      <a:pt x="36" y="23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3" y="18"/>
                      <a:pt x="47" y="17"/>
                      <a:pt x="51" y="16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7" y="16"/>
                      <a:pt x="77" y="16"/>
                      <a:pt x="77" y="16"/>
                    </a:cubicBezTo>
                    <a:cubicBezTo>
                      <a:pt x="81" y="17"/>
                      <a:pt x="85" y="18"/>
                      <a:pt x="88" y="20"/>
                    </a:cubicBezTo>
                    <a:cubicBezTo>
                      <a:pt x="92" y="23"/>
                      <a:pt x="92" y="23"/>
                      <a:pt x="92" y="23"/>
                    </a:cubicBezTo>
                    <a:cubicBezTo>
                      <a:pt x="100" y="15"/>
                      <a:pt x="100" y="15"/>
                      <a:pt x="100" y="15"/>
                    </a:cubicBezTo>
                    <a:cubicBezTo>
                      <a:pt x="112" y="28"/>
                      <a:pt x="112" y="28"/>
                      <a:pt x="112" y="28"/>
                    </a:cubicBezTo>
                    <a:cubicBezTo>
                      <a:pt x="105" y="35"/>
                      <a:pt x="105" y="35"/>
                      <a:pt x="105" y="35"/>
                    </a:cubicBezTo>
                    <a:cubicBezTo>
                      <a:pt x="107" y="39"/>
                      <a:pt x="107" y="39"/>
                      <a:pt x="107" y="39"/>
                    </a:cubicBezTo>
                    <a:cubicBezTo>
                      <a:pt x="109" y="43"/>
                      <a:pt x="111" y="46"/>
                      <a:pt x="112" y="50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23" y="55"/>
                      <a:pt x="123" y="55"/>
                      <a:pt x="123" y="55"/>
                    </a:cubicBezTo>
                    <a:cubicBezTo>
                      <a:pt x="123" y="72"/>
                      <a:pt x="123" y="72"/>
                      <a:pt x="123" y="72"/>
                    </a:cubicBezTo>
                    <a:cubicBezTo>
                      <a:pt x="113" y="72"/>
                      <a:pt x="113" y="72"/>
                      <a:pt x="113" y="72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1" y="81"/>
                      <a:pt x="109" y="85"/>
                      <a:pt x="107" y="88"/>
                    </a:cubicBezTo>
                    <a:cubicBezTo>
                      <a:pt x="105" y="92"/>
                      <a:pt x="105" y="92"/>
                      <a:pt x="105" y="92"/>
                    </a:cubicBezTo>
                    <a:lnTo>
                      <a:pt x="112" y="99"/>
                    </a:ln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1" name="Freeform 49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051152" y="4679121"/>
                <a:ext cx="83270" cy="83270"/>
              </a:xfrm>
              <a:custGeom>
                <a:avLst/>
                <a:gdLst>
                  <a:gd name="T0" fmla="*/ 25 w 49"/>
                  <a:gd name="T1" fmla="*/ 0 h 49"/>
                  <a:gd name="T2" fmla="*/ 0 w 49"/>
                  <a:gd name="T3" fmla="*/ 25 h 49"/>
                  <a:gd name="T4" fmla="*/ 25 w 49"/>
                  <a:gd name="T5" fmla="*/ 49 h 49"/>
                  <a:gd name="T6" fmla="*/ 49 w 49"/>
                  <a:gd name="T7" fmla="*/ 25 h 49"/>
                  <a:gd name="T8" fmla="*/ 25 w 49"/>
                  <a:gd name="T9" fmla="*/ 0 h 49"/>
                  <a:gd name="T10" fmla="*/ 39 w 49"/>
                  <a:gd name="T11" fmla="*/ 39 h 49"/>
                  <a:gd name="T12" fmla="*/ 25 w 49"/>
                  <a:gd name="T13" fmla="*/ 45 h 49"/>
                  <a:gd name="T14" fmla="*/ 11 w 49"/>
                  <a:gd name="T15" fmla="*/ 39 h 49"/>
                  <a:gd name="T16" fmla="*/ 5 w 49"/>
                  <a:gd name="T17" fmla="*/ 25 h 49"/>
                  <a:gd name="T18" fmla="*/ 11 w 49"/>
                  <a:gd name="T19" fmla="*/ 10 h 49"/>
                  <a:gd name="T20" fmla="*/ 25 w 49"/>
                  <a:gd name="T21" fmla="*/ 5 h 49"/>
                  <a:gd name="T22" fmla="*/ 39 w 49"/>
                  <a:gd name="T23" fmla="*/ 10 h 49"/>
                  <a:gd name="T24" fmla="*/ 45 w 49"/>
                  <a:gd name="T25" fmla="*/ 25 h 49"/>
                  <a:gd name="T26" fmla="*/ 39 w 49"/>
                  <a:gd name="T27" fmla="*/ 3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49">
                    <a:moveTo>
                      <a:pt x="25" y="0"/>
                    </a:moveTo>
                    <a:cubicBezTo>
                      <a:pt x="11" y="0"/>
                      <a:pt x="0" y="11"/>
                      <a:pt x="0" y="25"/>
                    </a:cubicBezTo>
                    <a:cubicBezTo>
                      <a:pt x="0" y="38"/>
                      <a:pt x="11" y="49"/>
                      <a:pt x="25" y="49"/>
                    </a:cubicBezTo>
                    <a:cubicBezTo>
                      <a:pt x="38" y="49"/>
                      <a:pt x="49" y="38"/>
                      <a:pt x="49" y="25"/>
                    </a:cubicBezTo>
                    <a:cubicBezTo>
                      <a:pt x="49" y="11"/>
                      <a:pt x="38" y="0"/>
                      <a:pt x="25" y="0"/>
                    </a:cubicBezTo>
                    <a:close/>
                    <a:moveTo>
                      <a:pt x="39" y="39"/>
                    </a:moveTo>
                    <a:cubicBezTo>
                      <a:pt x="35" y="43"/>
                      <a:pt x="30" y="45"/>
                      <a:pt x="25" y="45"/>
                    </a:cubicBezTo>
                    <a:cubicBezTo>
                      <a:pt x="20" y="45"/>
                      <a:pt x="15" y="43"/>
                      <a:pt x="11" y="39"/>
                    </a:cubicBezTo>
                    <a:cubicBezTo>
                      <a:pt x="7" y="35"/>
                      <a:pt x="5" y="30"/>
                      <a:pt x="5" y="25"/>
                    </a:cubicBezTo>
                    <a:cubicBezTo>
                      <a:pt x="5" y="19"/>
                      <a:pt x="7" y="14"/>
                      <a:pt x="11" y="10"/>
                    </a:cubicBezTo>
                    <a:cubicBezTo>
                      <a:pt x="15" y="7"/>
                      <a:pt x="20" y="5"/>
                      <a:pt x="25" y="5"/>
                    </a:cubicBezTo>
                    <a:cubicBezTo>
                      <a:pt x="30" y="5"/>
                      <a:pt x="35" y="7"/>
                      <a:pt x="39" y="10"/>
                    </a:cubicBezTo>
                    <a:cubicBezTo>
                      <a:pt x="43" y="14"/>
                      <a:pt x="45" y="19"/>
                      <a:pt x="45" y="25"/>
                    </a:cubicBezTo>
                    <a:cubicBezTo>
                      <a:pt x="45" y="30"/>
                      <a:pt x="43" y="35"/>
                      <a:pt x="39" y="39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12" name="椭圆 211"/>
          <p:cNvSpPr>
            <a:spLocks noChangeAspect="1"/>
          </p:cNvSpPr>
          <p:nvPr/>
        </p:nvSpPr>
        <p:spPr>
          <a:xfrm flipH="1" flipV="1">
            <a:off x="847164" y="2263649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6"/>
            </p:custDataLst>
          </p:nvPr>
        </p:nvGrpSpPr>
        <p:grpSpPr>
          <a:xfrm>
            <a:off x="1880703" y="1741235"/>
            <a:ext cx="682698" cy="682698"/>
            <a:chOff x="612559" y="1703992"/>
            <a:chExt cx="1063465" cy="1063465"/>
          </a:xfrm>
        </p:grpSpPr>
        <p:sp>
          <p:nvSpPr>
            <p:cNvPr id="252" name="椭圆 251"/>
            <p:cNvSpPr/>
            <p:nvPr>
              <p:custDataLst>
                <p:tags r:id="rId7"/>
              </p:custDataLst>
            </p:nvPr>
          </p:nvSpPr>
          <p:spPr>
            <a:xfrm>
              <a:off x="612559" y="1703992"/>
              <a:ext cx="1063465" cy="1063465"/>
            </a:xfrm>
            <a:prstGeom prst="ellipse">
              <a:avLst/>
            </a:prstGeom>
            <a:gradFill>
              <a:gsLst>
                <a:gs pos="100000">
                  <a:srgbClr val="9F4EF0"/>
                </a:gs>
                <a:gs pos="0">
                  <a:srgbClr val="2F1270"/>
                </a:gs>
                <a:gs pos="66000">
                  <a:srgbClr val="841CEC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2" name="组合 261"/>
            <p:cNvGrpSpPr/>
            <p:nvPr/>
          </p:nvGrpSpPr>
          <p:grpSpPr>
            <a:xfrm>
              <a:off x="840333" y="1932770"/>
              <a:ext cx="607916" cy="605909"/>
              <a:chOff x="1853705" y="4613079"/>
              <a:chExt cx="217508" cy="216790"/>
            </a:xfrm>
            <a:solidFill>
              <a:schemeClr val="bg1">
                <a:lumMod val="95000"/>
              </a:schemeClr>
            </a:solidFill>
          </p:grpSpPr>
          <p:sp>
            <p:nvSpPr>
              <p:cNvPr id="263" name="Freeform 38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853705" y="4613079"/>
                <a:ext cx="217508" cy="216790"/>
              </a:xfrm>
              <a:custGeom>
                <a:avLst/>
                <a:gdLst>
                  <a:gd name="T0" fmla="*/ 122 w 128"/>
                  <a:gd name="T1" fmla="*/ 0 h 128"/>
                  <a:gd name="T2" fmla="*/ 6 w 128"/>
                  <a:gd name="T3" fmla="*/ 0 h 128"/>
                  <a:gd name="T4" fmla="*/ 0 w 128"/>
                  <a:gd name="T5" fmla="*/ 6 h 128"/>
                  <a:gd name="T6" fmla="*/ 0 w 128"/>
                  <a:gd name="T7" fmla="*/ 122 h 128"/>
                  <a:gd name="T8" fmla="*/ 6 w 128"/>
                  <a:gd name="T9" fmla="*/ 128 h 128"/>
                  <a:gd name="T10" fmla="*/ 122 w 128"/>
                  <a:gd name="T11" fmla="*/ 128 h 128"/>
                  <a:gd name="T12" fmla="*/ 128 w 128"/>
                  <a:gd name="T13" fmla="*/ 122 h 128"/>
                  <a:gd name="T14" fmla="*/ 128 w 128"/>
                  <a:gd name="T15" fmla="*/ 6 h 128"/>
                  <a:gd name="T16" fmla="*/ 122 w 128"/>
                  <a:gd name="T17" fmla="*/ 0 h 128"/>
                  <a:gd name="T18" fmla="*/ 123 w 128"/>
                  <a:gd name="T19" fmla="*/ 123 h 128"/>
                  <a:gd name="T20" fmla="*/ 5 w 128"/>
                  <a:gd name="T21" fmla="*/ 123 h 128"/>
                  <a:gd name="T22" fmla="*/ 5 w 128"/>
                  <a:gd name="T23" fmla="*/ 4 h 128"/>
                  <a:gd name="T24" fmla="*/ 123 w 128"/>
                  <a:gd name="T25" fmla="*/ 4 h 128"/>
                  <a:gd name="T26" fmla="*/ 123 w 128"/>
                  <a:gd name="T27" fmla="*/ 123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128">
                    <a:moveTo>
                      <a:pt x="122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122"/>
                      <a:pt x="0" y="122"/>
                      <a:pt x="0" y="122"/>
                    </a:cubicBezTo>
                    <a:cubicBezTo>
                      <a:pt x="0" y="125"/>
                      <a:pt x="3" y="128"/>
                      <a:pt x="6" y="128"/>
                    </a:cubicBezTo>
                    <a:cubicBezTo>
                      <a:pt x="122" y="128"/>
                      <a:pt x="122" y="128"/>
                      <a:pt x="122" y="128"/>
                    </a:cubicBezTo>
                    <a:cubicBezTo>
                      <a:pt x="125" y="128"/>
                      <a:pt x="128" y="125"/>
                      <a:pt x="128" y="122"/>
                    </a:cubicBezTo>
                    <a:cubicBezTo>
                      <a:pt x="128" y="6"/>
                      <a:pt x="128" y="6"/>
                      <a:pt x="128" y="6"/>
                    </a:cubicBezTo>
                    <a:cubicBezTo>
                      <a:pt x="128" y="2"/>
                      <a:pt x="125" y="0"/>
                      <a:pt x="122" y="0"/>
                    </a:cubicBezTo>
                    <a:close/>
                    <a:moveTo>
                      <a:pt x="123" y="123"/>
                    </a:moveTo>
                    <a:cubicBezTo>
                      <a:pt x="5" y="123"/>
                      <a:pt x="5" y="123"/>
                      <a:pt x="5" y="12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123" y="4"/>
                      <a:pt x="123" y="4"/>
                      <a:pt x="123" y="4"/>
                    </a:cubicBezTo>
                    <a:lnTo>
                      <a:pt x="123" y="123"/>
                    </a:ln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Freeform 39"/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889597" y="4641793"/>
                <a:ext cx="145723" cy="45942"/>
              </a:xfrm>
              <a:custGeom>
                <a:avLst/>
                <a:gdLst>
                  <a:gd name="T0" fmla="*/ 2 w 86"/>
                  <a:gd name="T1" fmla="*/ 16 h 27"/>
                  <a:gd name="T2" fmla="*/ 8 w 86"/>
                  <a:gd name="T3" fmla="*/ 16 h 27"/>
                  <a:gd name="T4" fmla="*/ 8 w 86"/>
                  <a:gd name="T5" fmla="*/ 17 h 27"/>
                  <a:gd name="T6" fmla="*/ 21 w 86"/>
                  <a:gd name="T7" fmla="*/ 27 h 27"/>
                  <a:gd name="T8" fmla="*/ 34 w 86"/>
                  <a:gd name="T9" fmla="*/ 17 h 27"/>
                  <a:gd name="T10" fmla="*/ 34 w 86"/>
                  <a:gd name="T11" fmla="*/ 16 h 27"/>
                  <a:gd name="T12" fmla="*/ 84 w 86"/>
                  <a:gd name="T13" fmla="*/ 16 h 27"/>
                  <a:gd name="T14" fmla="*/ 86 w 86"/>
                  <a:gd name="T15" fmla="*/ 13 h 27"/>
                  <a:gd name="T16" fmla="*/ 84 w 86"/>
                  <a:gd name="T17" fmla="*/ 11 h 27"/>
                  <a:gd name="T18" fmla="*/ 34 w 86"/>
                  <a:gd name="T19" fmla="*/ 11 h 27"/>
                  <a:gd name="T20" fmla="*/ 34 w 86"/>
                  <a:gd name="T21" fmla="*/ 10 h 27"/>
                  <a:gd name="T22" fmla="*/ 21 w 86"/>
                  <a:gd name="T23" fmla="*/ 0 h 27"/>
                  <a:gd name="T24" fmla="*/ 8 w 86"/>
                  <a:gd name="T25" fmla="*/ 10 h 27"/>
                  <a:gd name="T26" fmla="*/ 8 w 86"/>
                  <a:gd name="T27" fmla="*/ 11 h 27"/>
                  <a:gd name="T28" fmla="*/ 2 w 86"/>
                  <a:gd name="T29" fmla="*/ 11 h 27"/>
                  <a:gd name="T30" fmla="*/ 0 w 86"/>
                  <a:gd name="T31" fmla="*/ 13 h 27"/>
                  <a:gd name="T32" fmla="*/ 2 w 86"/>
                  <a:gd name="T33" fmla="*/ 16 h 27"/>
                  <a:gd name="T34" fmla="*/ 21 w 86"/>
                  <a:gd name="T35" fmla="*/ 4 h 27"/>
                  <a:gd name="T36" fmla="*/ 30 w 86"/>
                  <a:gd name="T37" fmla="*/ 13 h 27"/>
                  <a:gd name="T38" fmla="*/ 21 w 86"/>
                  <a:gd name="T39" fmla="*/ 22 h 27"/>
                  <a:gd name="T40" fmla="*/ 12 w 86"/>
                  <a:gd name="T41" fmla="*/ 13 h 27"/>
                  <a:gd name="T42" fmla="*/ 21 w 86"/>
                  <a:gd name="T43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27">
                    <a:moveTo>
                      <a:pt x="2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22"/>
                      <a:pt x="15" y="27"/>
                      <a:pt x="21" y="27"/>
                    </a:cubicBezTo>
                    <a:cubicBezTo>
                      <a:pt x="27" y="27"/>
                      <a:pt x="32" y="22"/>
                      <a:pt x="34" y="17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5" y="16"/>
                      <a:pt x="86" y="14"/>
                      <a:pt x="86" y="13"/>
                    </a:cubicBezTo>
                    <a:cubicBezTo>
                      <a:pt x="86" y="12"/>
                      <a:pt x="85" y="11"/>
                      <a:pt x="8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2" y="4"/>
                      <a:pt x="27" y="0"/>
                      <a:pt x="21" y="0"/>
                    </a:cubicBezTo>
                    <a:cubicBezTo>
                      <a:pt x="15" y="0"/>
                      <a:pt x="9" y="4"/>
                      <a:pt x="8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0" y="12"/>
                      <a:pt x="0" y="13"/>
                    </a:cubicBezTo>
                    <a:cubicBezTo>
                      <a:pt x="0" y="14"/>
                      <a:pt x="1" y="16"/>
                      <a:pt x="2" y="16"/>
                    </a:cubicBezTo>
                    <a:close/>
                    <a:moveTo>
                      <a:pt x="21" y="4"/>
                    </a:moveTo>
                    <a:cubicBezTo>
                      <a:pt x="26" y="4"/>
                      <a:pt x="30" y="8"/>
                      <a:pt x="30" y="13"/>
                    </a:cubicBezTo>
                    <a:cubicBezTo>
                      <a:pt x="30" y="18"/>
                      <a:pt x="26" y="22"/>
                      <a:pt x="21" y="22"/>
                    </a:cubicBezTo>
                    <a:cubicBezTo>
                      <a:pt x="16" y="22"/>
                      <a:pt x="12" y="18"/>
                      <a:pt x="12" y="13"/>
                    </a:cubicBezTo>
                    <a:cubicBezTo>
                      <a:pt x="12" y="8"/>
                      <a:pt x="16" y="4"/>
                      <a:pt x="21" y="4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5" name="Freeform 40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889597" y="4755213"/>
                <a:ext cx="145723" cy="44506"/>
              </a:xfrm>
              <a:custGeom>
                <a:avLst/>
                <a:gdLst>
                  <a:gd name="T0" fmla="*/ 2 w 86"/>
                  <a:gd name="T1" fmla="*/ 15 h 26"/>
                  <a:gd name="T2" fmla="*/ 52 w 86"/>
                  <a:gd name="T3" fmla="*/ 15 h 26"/>
                  <a:gd name="T4" fmla="*/ 52 w 86"/>
                  <a:gd name="T5" fmla="*/ 16 h 26"/>
                  <a:gd name="T6" fmla="*/ 65 w 86"/>
                  <a:gd name="T7" fmla="*/ 26 h 26"/>
                  <a:gd name="T8" fmla="*/ 78 w 86"/>
                  <a:gd name="T9" fmla="*/ 16 h 26"/>
                  <a:gd name="T10" fmla="*/ 78 w 86"/>
                  <a:gd name="T11" fmla="*/ 15 h 26"/>
                  <a:gd name="T12" fmla="*/ 84 w 86"/>
                  <a:gd name="T13" fmla="*/ 15 h 26"/>
                  <a:gd name="T14" fmla="*/ 86 w 86"/>
                  <a:gd name="T15" fmla="*/ 13 h 26"/>
                  <a:gd name="T16" fmla="*/ 84 w 86"/>
                  <a:gd name="T17" fmla="*/ 11 h 26"/>
                  <a:gd name="T18" fmla="*/ 78 w 86"/>
                  <a:gd name="T19" fmla="*/ 11 h 26"/>
                  <a:gd name="T20" fmla="*/ 78 w 86"/>
                  <a:gd name="T21" fmla="*/ 10 h 26"/>
                  <a:gd name="T22" fmla="*/ 65 w 86"/>
                  <a:gd name="T23" fmla="*/ 0 h 26"/>
                  <a:gd name="T24" fmla="*/ 52 w 86"/>
                  <a:gd name="T25" fmla="*/ 10 h 26"/>
                  <a:gd name="T26" fmla="*/ 52 w 86"/>
                  <a:gd name="T27" fmla="*/ 11 h 26"/>
                  <a:gd name="T28" fmla="*/ 2 w 86"/>
                  <a:gd name="T29" fmla="*/ 11 h 26"/>
                  <a:gd name="T30" fmla="*/ 0 w 86"/>
                  <a:gd name="T31" fmla="*/ 13 h 26"/>
                  <a:gd name="T32" fmla="*/ 2 w 86"/>
                  <a:gd name="T33" fmla="*/ 15 h 26"/>
                  <a:gd name="T34" fmla="*/ 65 w 86"/>
                  <a:gd name="T35" fmla="*/ 4 h 26"/>
                  <a:gd name="T36" fmla="*/ 74 w 86"/>
                  <a:gd name="T37" fmla="*/ 13 h 26"/>
                  <a:gd name="T38" fmla="*/ 65 w 86"/>
                  <a:gd name="T39" fmla="*/ 22 h 26"/>
                  <a:gd name="T40" fmla="*/ 56 w 86"/>
                  <a:gd name="T41" fmla="*/ 13 h 26"/>
                  <a:gd name="T42" fmla="*/ 65 w 86"/>
                  <a:gd name="T4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26">
                    <a:moveTo>
                      <a:pt x="2" y="15"/>
                    </a:moveTo>
                    <a:cubicBezTo>
                      <a:pt x="52" y="15"/>
                      <a:pt x="52" y="15"/>
                      <a:pt x="52" y="15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4" y="22"/>
                      <a:pt x="59" y="26"/>
                      <a:pt x="65" y="26"/>
                    </a:cubicBezTo>
                    <a:cubicBezTo>
                      <a:pt x="71" y="26"/>
                      <a:pt x="77" y="22"/>
                      <a:pt x="78" y="1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84" y="15"/>
                      <a:pt x="84" y="15"/>
                      <a:pt x="84" y="15"/>
                    </a:cubicBezTo>
                    <a:cubicBezTo>
                      <a:pt x="85" y="15"/>
                      <a:pt x="86" y="14"/>
                      <a:pt x="86" y="13"/>
                    </a:cubicBezTo>
                    <a:cubicBezTo>
                      <a:pt x="86" y="12"/>
                      <a:pt x="85" y="11"/>
                      <a:pt x="84" y="11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7" y="4"/>
                      <a:pt x="71" y="0"/>
                      <a:pt x="65" y="0"/>
                    </a:cubicBezTo>
                    <a:cubicBezTo>
                      <a:pt x="59" y="0"/>
                      <a:pt x="54" y="4"/>
                      <a:pt x="52" y="10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0" y="12"/>
                      <a:pt x="0" y="13"/>
                    </a:cubicBezTo>
                    <a:cubicBezTo>
                      <a:pt x="0" y="14"/>
                      <a:pt x="1" y="15"/>
                      <a:pt x="2" y="15"/>
                    </a:cubicBezTo>
                    <a:close/>
                    <a:moveTo>
                      <a:pt x="65" y="4"/>
                    </a:moveTo>
                    <a:cubicBezTo>
                      <a:pt x="70" y="4"/>
                      <a:pt x="74" y="8"/>
                      <a:pt x="74" y="13"/>
                    </a:cubicBezTo>
                    <a:cubicBezTo>
                      <a:pt x="74" y="18"/>
                      <a:pt x="70" y="22"/>
                      <a:pt x="65" y="22"/>
                    </a:cubicBezTo>
                    <a:cubicBezTo>
                      <a:pt x="60" y="22"/>
                      <a:pt x="56" y="18"/>
                      <a:pt x="56" y="13"/>
                    </a:cubicBezTo>
                    <a:cubicBezTo>
                      <a:pt x="56" y="8"/>
                      <a:pt x="60" y="4"/>
                      <a:pt x="65" y="4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6" name="Freeform 41"/>
              <p:cNvSpPr>
                <a:spLocks noEditPoint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889597" y="4697785"/>
                <a:ext cx="145723" cy="45942"/>
              </a:xfrm>
              <a:custGeom>
                <a:avLst/>
                <a:gdLst>
                  <a:gd name="T0" fmla="*/ 2 w 86"/>
                  <a:gd name="T1" fmla="*/ 16 h 27"/>
                  <a:gd name="T2" fmla="*/ 30 w 86"/>
                  <a:gd name="T3" fmla="*/ 16 h 27"/>
                  <a:gd name="T4" fmla="*/ 30 w 86"/>
                  <a:gd name="T5" fmla="*/ 17 h 27"/>
                  <a:gd name="T6" fmla="*/ 43 w 86"/>
                  <a:gd name="T7" fmla="*/ 27 h 27"/>
                  <a:gd name="T8" fmla="*/ 56 w 86"/>
                  <a:gd name="T9" fmla="*/ 17 h 27"/>
                  <a:gd name="T10" fmla="*/ 56 w 86"/>
                  <a:gd name="T11" fmla="*/ 16 h 27"/>
                  <a:gd name="T12" fmla="*/ 84 w 86"/>
                  <a:gd name="T13" fmla="*/ 16 h 27"/>
                  <a:gd name="T14" fmla="*/ 86 w 86"/>
                  <a:gd name="T15" fmla="*/ 14 h 27"/>
                  <a:gd name="T16" fmla="*/ 84 w 86"/>
                  <a:gd name="T17" fmla="*/ 11 h 27"/>
                  <a:gd name="T18" fmla="*/ 56 w 86"/>
                  <a:gd name="T19" fmla="*/ 11 h 27"/>
                  <a:gd name="T20" fmla="*/ 56 w 86"/>
                  <a:gd name="T21" fmla="*/ 10 h 27"/>
                  <a:gd name="T22" fmla="*/ 43 w 86"/>
                  <a:gd name="T23" fmla="*/ 0 h 27"/>
                  <a:gd name="T24" fmla="*/ 30 w 86"/>
                  <a:gd name="T25" fmla="*/ 10 h 27"/>
                  <a:gd name="T26" fmla="*/ 30 w 86"/>
                  <a:gd name="T27" fmla="*/ 11 h 27"/>
                  <a:gd name="T28" fmla="*/ 2 w 86"/>
                  <a:gd name="T29" fmla="*/ 11 h 27"/>
                  <a:gd name="T30" fmla="*/ 0 w 86"/>
                  <a:gd name="T31" fmla="*/ 14 h 27"/>
                  <a:gd name="T32" fmla="*/ 2 w 86"/>
                  <a:gd name="T33" fmla="*/ 16 h 27"/>
                  <a:gd name="T34" fmla="*/ 43 w 86"/>
                  <a:gd name="T35" fmla="*/ 5 h 27"/>
                  <a:gd name="T36" fmla="*/ 52 w 86"/>
                  <a:gd name="T37" fmla="*/ 14 h 27"/>
                  <a:gd name="T38" fmla="*/ 43 w 86"/>
                  <a:gd name="T39" fmla="*/ 22 h 27"/>
                  <a:gd name="T40" fmla="*/ 34 w 86"/>
                  <a:gd name="T41" fmla="*/ 14 h 27"/>
                  <a:gd name="T42" fmla="*/ 43 w 86"/>
                  <a:gd name="T4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27">
                    <a:moveTo>
                      <a:pt x="2" y="16"/>
                    </a:move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2" y="23"/>
                      <a:pt x="37" y="27"/>
                      <a:pt x="43" y="27"/>
                    </a:cubicBezTo>
                    <a:cubicBezTo>
                      <a:pt x="49" y="27"/>
                      <a:pt x="54" y="23"/>
                      <a:pt x="56" y="17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5" y="16"/>
                      <a:pt x="86" y="15"/>
                      <a:pt x="86" y="14"/>
                    </a:cubicBezTo>
                    <a:cubicBezTo>
                      <a:pt x="86" y="12"/>
                      <a:pt x="85" y="11"/>
                      <a:pt x="84" y="11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54" y="4"/>
                      <a:pt x="49" y="0"/>
                      <a:pt x="43" y="0"/>
                    </a:cubicBezTo>
                    <a:cubicBezTo>
                      <a:pt x="37" y="0"/>
                      <a:pt x="32" y="4"/>
                      <a:pt x="30" y="1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0" y="12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  <a:moveTo>
                      <a:pt x="43" y="5"/>
                    </a:moveTo>
                    <a:cubicBezTo>
                      <a:pt x="48" y="5"/>
                      <a:pt x="52" y="9"/>
                      <a:pt x="52" y="14"/>
                    </a:cubicBezTo>
                    <a:cubicBezTo>
                      <a:pt x="52" y="18"/>
                      <a:pt x="48" y="22"/>
                      <a:pt x="43" y="22"/>
                    </a:cubicBezTo>
                    <a:cubicBezTo>
                      <a:pt x="38" y="22"/>
                      <a:pt x="34" y="18"/>
                      <a:pt x="34" y="14"/>
                    </a:cubicBezTo>
                    <a:cubicBezTo>
                      <a:pt x="34" y="9"/>
                      <a:pt x="38" y="5"/>
                      <a:pt x="43" y="5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4" name="组合 13"/>
          <p:cNvGrpSpPr/>
          <p:nvPr>
            <p:custDataLst>
              <p:tags r:id="rId12"/>
            </p:custDataLst>
          </p:nvPr>
        </p:nvGrpSpPr>
        <p:grpSpPr>
          <a:xfrm>
            <a:off x="1880703" y="4013835"/>
            <a:ext cx="682698" cy="682698"/>
            <a:chOff x="2227505" y="4409608"/>
            <a:chExt cx="1063465" cy="1063465"/>
          </a:xfrm>
        </p:grpSpPr>
        <p:sp>
          <p:nvSpPr>
            <p:cNvPr id="256" name="椭圆 255"/>
            <p:cNvSpPr/>
            <p:nvPr>
              <p:custDataLst>
                <p:tags r:id="rId13"/>
              </p:custDataLst>
            </p:nvPr>
          </p:nvSpPr>
          <p:spPr>
            <a:xfrm>
              <a:off x="2227505" y="4409608"/>
              <a:ext cx="1063465" cy="1063465"/>
            </a:xfrm>
            <a:prstGeom prst="ellipse">
              <a:avLst/>
            </a:prstGeom>
            <a:gradFill>
              <a:gsLst>
                <a:gs pos="100000">
                  <a:srgbClr val="9F4EF0"/>
                </a:gs>
                <a:gs pos="0">
                  <a:srgbClr val="2F1270"/>
                </a:gs>
                <a:gs pos="66000">
                  <a:srgbClr val="841CEC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7" name="组合 266"/>
            <p:cNvGrpSpPr/>
            <p:nvPr/>
          </p:nvGrpSpPr>
          <p:grpSpPr>
            <a:xfrm>
              <a:off x="2455279" y="4758765"/>
              <a:ext cx="607916" cy="365150"/>
              <a:chOff x="2288720" y="4655432"/>
              <a:chExt cx="217508" cy="130648"/>
            </a:xfrm>
            <a:solidFill>
              <a:schemeClr val="bg1">
                <a:lumMod val="95000"/>
              </a:schemeClr>
            </a:solidFill>
          </p:grpSpPr>
          <p:sp>
            <p:nvSpPr>
              <p:cNvPr id="268" name="Freeform 36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2288720" y="4655432"/>
                <a:ext cx="217508" cy="130648"/>
              </a:xfrm>
              <a:custGeom>
                <a:avLst/>
                <a:gdLst>
                  <a:gd name="T0" fmla="*/ 64 w 128"/>
                  <a:gd name="T1" fmla="*/ 0 h 77"/>
                  <a:gd name="T2" fmla="*/ 0 w 128"/>
                  <a:gd name="T3" fmla="*/ 39 h 77"/>
                  <a:gd name="T4" fmla="*/ 64 w 128"/>
                  <a:gd name="T5" fmla="*/ 77 h 77"/>
                  <a:gd name="T6" fmla="*/ 128 w 128"/>
                  <a:gd name="T7" fmla="*/ 39 h 77"/>
                  <a:gd name="T8" fmla="*/ 64 w 128"/>
                  <a:gd name="T9" fmla="*/ 0 h 77"/>
                  <a:gd name="T10" fmla="*/ 112 w 128"/>
                  <a:gd name="T11" fmla="*/ 51 h 77"/>
                  <a:gd name="T12" fmla="*/ 97 w 128"/>
                  <a:gd name="T13" fmla="*/ 63 h 77"/>
                  <a:gd name="T14" fmla="*/ 81 w 128"/>
                  <a:gd name="T15" fmla="*/ 70 h 77"/>
                  <a:gd name="T16" fmla="*/ 64 w 128"/>
                  <a:gd name="T17" fmla="*/ 73 h 77"/>
                  <a:gd name="T18" fmla="*/ 47 w 128"/>
                  <a:gd name="T19" fmla="*/ 70 h 77"/>
                  <a:gd name="T20" fmla="*/ 31 w 128"/>
                  <a:gd name="T21" fmla="*/ 63 h 77"/>
                  <a:gd name="T22" fmla="*/ 16 w 128"/>
                  <a:gd name="T23" fmla="*/ 51 h 77"/>
                  <a:gd name="T24" fmla="*/ 6 w 128"/>
                  <a:gd name="T25" fmla="*/ 39 h 77"/>
                  <a:gd name="T26" fmla="*/ 6 w 128"/>
                  <a:gd name="T27" fmla="*/ 39 h 77"/>
                  <a:gd name="T28" fmla="*/ 6 w 128"/>
                  <a:gd name="T29" fmla="*/ 38 h 77"/>
                  <a:gd name="T30" fmla="*/ 16 w 128"/>
                  <a:gd name="T31" fmla="*/ 26 h 77"/>
                  <a:gd name="T32" fmla="*/ 31 w 128"/>
                  <a:gd name="T33" fmla="*/ 14 h 77"/>
                  <a:gd name="T34" fmla="*/ 47 w 128"/>
                  <a:gd name="T35" fmla="*/ 7 h 77"/>
                  <a:gd name="T36" fmla="*/ 81 w 128"/>
                  <a:gd name="T37" fmla="*/ 7 h 77"/>
                  <a:gd name="T38" fmla="*/ 97 w 128"/>
                  <a:gd name="T39" fmla="*/ 14 h 77"/>
                  <a:gd name="T40" fmla="*/ 112 w 128"/>
                  <a:gd name="T41" fmla="*/ 26 h 77"/>
                  <a:gd name="T42" fmla="*/ 122 w 128"/>
                  <a:gd name="T43" fmla="*/ 38 h 77"/>
                  <a:gd name="T44" fmla="*/ 122 w 128"/>
                  <a:gd name="T45" fmla="*/ 39 h 77"/>
                  <a:gd name="T46" fmla="*/ 122 w 128"/>
                  <a:gd name="T47" fmla="*/ 39 h 77"/>
                  <a:gd name="T48" fmla="*/ 112 w 128"/>
                  <a:gd name="T49" fmla="*/ 5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77">
                    <a:moveTo>
                      <a:pt x="64" y="0"/>
                    </a:moveTo>
                    <a:cubicBezTo>
                      <a:pt x="40" y="0"/>
                      <a:pt x="16" y="14"/>
                      <a:pt x="0" y="39"/>
                    </a:cubicBezTo>
                    <a:cubicBezTo>
                      <a:pt x="16" y="63"/>
                      <a:pt x="40" y="77"/>
                      <a:pt x="64" y="77"/>
                    </a:cubicBezTo>
                    <a:cubicBezTo>
                      <a:pt x="88" y="77"/>
                      <a:pt x="112" y="63"/>
                      <a:pt x="128" y="39"/>
                    </a:cubicBezTo>
                    <a:cubicBezTo>
                      <a:pt x="112" y="14"/>
                      <a:pt x="88" y="0"/>
                      <a:pt x="64" y="0"/>
                    </a:cubicBezTo>
                    <a:close/>
                    <a:moveTo>
                      <a:pt x="112" y="51"/>
                    </a:moveTo>
                    <a:cubicBezTo>
                      <a:pt x="108" y="56"/>
                      <a:pt x="103" y="60"/>
                      <a:pt x="97" y="63"/>
                    </a:cubicBezTo>
                    <a:cubicBezTo>
                      <a:pt x="92" y="66"/>
                      <a:pt x="87" y="69"/>
                      <a:pt x="81" y="70"/>
                    </a:cubicBezTo>
                    <a:cubicBezTo>
                      <a:pt x="76" y="72"/>
                      <a:pt x="70" y="73"/>
                      <a:pt x="64" y="73"/>
                    </a:cubicBezTo>
                    <a:cubicBezTo>
                      <a:pt x="58" y="73"/>
                      <a:pt x="52" y="72"/>
                      <a:pt x="47" y="70"/>
                    </a:cubicBezTo>
                    <a:cubicBezTo>
                      <a:pt x="41" y="69"/>
                      <a:pt x="36" y="66"/>
                      <a:pt x="31" y="63"/>
                    </a:cubicBezTo>
                    <a:cubicBezTo>
                      <a:pt x="25" y="60"/>
                      <a:pt x="20" y="56"/>
                      <a:pt x="16" y="51"/>
                    </a:cubicBezTo>
                    <a:cubicBezTo>
                      <a:pt x="12" y="48"/>
                      <a:pt x="9" y="44"/>
                      <a:pt x="6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9" y="33"/>
                      <a:pt x="12" y="30"/>
                      <a:pt x="16" y="26"/>
                    </a:cubicBezTo>
                    <a:cubicBezTo>
                      <a:pt x="20" y="21"/>
                      <a:pt x="25" y="17"/>
                      <a:pt x="31" y="14"/>
                    </a:cubicBezTo>
                    <a:cubicBezTo>
                      <a:pt x="36" y="11"/>
                      <a:pt x="41" y="8"/>
                      <a:pt x="47" y="7"/>
                    </a:cubicBezTo>
                    <a:cubicBezTo>
                      <a:pt x="58" y="3"/>
                      <a:pt x="70" y="3"/>
                      <a:pt x="81" y="7"/>
                    </a:cubicBezTo>
                    <a:cubicBezTo>
                      <a:pt x="87" y="8"/>
                      <a:pt x="92" y="11"/>
                      <a:pt x="97" y="14"/>
                    </a:cubicBezTo>
                    <a:cubicBezTo>
                      <a:pt x="103" y="17"/>
                      <a:pt x="108" y="21"/>
                      <a:pt x="112" y="26"/>
                    </a:cubicBezTo>
                    <a:cubicBezTo>
                      <a:pt x="116" y="30"/>
                      <a:pt x="119" y="33"/>
                      <a:pt x="122" y="38"/>
                    </a:cubicBezTo>
                    <a:cubicBezTo>
                      <a:pt x="122" y="39"/>
                      <a:pt x="122" y="39"/>
                      <a:pt x="122" y="39"/>
                    </a:cubicBezTo>
                    <a:cubicBezTo>
                      <a:pt x="122" y="39"/>
                      <a:pt x="122" y="39"/>
                      <a:pt x="122" y="39"/>
                    </a:cubicBezTo>
                    <a:cubicBezTo>
                      <a:pt x="119" y="44"/>
                      <a:pt x="116" y="48"/>
                      <a:pt x="112" y="51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9" name="Freeform 37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361940" y="4685582"/>
                <a:ext cx="71067" cy="69631"/>
              </a:xfrm>
              <a:custGeom>
                <a:avLst/>
                <a:gdLst>
                  <a:gd name="T0" fmla="*/ 21 w 42"/>
                  <a:gd name="T1" fmla="*/ 0 h 41"/>
                  <a:gd name="T2" fmla="*/ 0 w 42"/>
                  <a:gd name="T3" fmla="*/ 21 h 41"/>
                  <a:gd name="T4" fmla="*/ 21 w 42"/>
                  <a:gd name="T5" fmla="*/ 41 h 41"/>
                  <a:gd name="T6" fmla="*/ 42 w 42"/>
                  <a:gd name="T7" fmla="*/ 21 h 41"/>
                  <a:gd name="T8" fmla="*/ 21 w 42"/>
                  <a:gd name="T9" fmla="*/ 0 h 41"/>
                  <a:gd name="T10" fmla="*/ 21 w 42"/>
                  <a:gd name="T11" fmla="*/ 37 h 41"/>
                  <a:gd name="T12" fmla="*/ 5 w 42"/>
                  <a:gd name="T13" fmla="*/ 21 h 41"/>
                  <a:gd name="T14" fmla="*/ 21 w 42"/>
                  <a:gd name="T15" fmla="*/ 4 h 41"/>
                  <a:gd name="T16" fmla="*/ 37 w 42"/>
                  <a:gd name="T17" fmla="*/ 21 h 41"/>
                  <a:gd name="T18" fmla="*/ 21 w 42"/>
                  <a:gd name="T19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9" y="0"/>
                      <a:pt x="0" y="9"/>
                      <a:pt x="0" y="21"/>
                    </a:cubicBezTo>
                    <a:cubicBezTo>
                      <a:pt x="0" y="32"/>
                      <a:pt x="9" y="41"/>
                      <a:pt x="21" y="41"/>
                    </a:cubicBezTo>
                    <a:cubicBezTo>
                      <a:pt x="33" y="41"/>
                      <a:pt x="42" y="32"/>
                      <a:pt x="42" y="21"/>
                    </a:cubicBezTo>
                    <a:cubicBezTo>
                      <a:pt x="42" y="9"/>
                      <a:pt x="33" y="0"/>
                      <a:pt x="21" y="0"/>
                    </a:cubicBezTo>
                    <a:close/>
                    <a:moveTo>
                      <a:pt x="21" y="37"/>
                    </a:moveTo>
                    <a:cubicBezTo>
                      <a:pt x="12" y="37"/>
                      <a:pt x="5" y="30"/>
                      <a:pt x="5" y="21"/>
                    </a:cubicBezTo>
                    <a:cubicBezTo>
                      <a:pt x="5" y="12"/>
                      <a:pt x="12" y="4"/>
                      <a:pt x="21" y="4"/>
                    </a:cubicBezTo>
                    <a:cubicBezTo>
                      <a:pt x="30" y="4"/>
                      <a:pt x="37" y="12"/>
                      <a:pt x="37" y="21"/>
                    </a:cubicBezTo>
                    <a:cubicBezTo>
                      <a:pt x="37" y="30"/>
                      <a:pt x="30" y="37"/>
                      <a:pt x="21" y="37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6" name="组合 15"/>
          <p:cNvGrpSpPr/>
          <p:nvPr>
            <p:custDataLst>
              <p:tags r:id="rId16"/>
            </p:custDataLst>
          </p:nvPr>
        </p:nvGrpSpPr>
        <p:grpSpPr>
          <a:xfrm>
            <a:off x="1880703" y="5150134"/>
            <a:ext cx="682698" cy="682698"/>
            <a:chOff x="6186143" y="2365535"/>
            <a:chExt cx="1063465" cy="1063465"/>
          </a:xfrm>
        </p:grpSpPr>
        <p:sp>
          <p:nvSpPr>
            <p:cNvPr id="271" name="椭圆 270"/>
            <p:cNvSpPr/>
            <p:nvPr>
              <p:custDataLst>
                <p:tags r:id="rId17"/>
              </p:custDataLst>
            </p:nvPr>
          </p:nvSpPr>
          <p:spPr>
            <a:xfrm>
              <a:off x="6186143" y="2365535"/>
              <a:ext cx="1063465" cy="1063465"/>
            </a:xfrm>
            <a:prstGeom prst="ellipse">
              <a:avLst/>
            </a:prstGeom>
            <a:gradFill>
              <a:gsLst>
                <a:gs pos="0">
                  <a:srgbClr val="3C178D"/>
                </a:gs>
                <a:gs pos="100000">
                  <a:srgbClr val="4F34F3"/>
                </a:gs>
                <a:gs pos="57000">
                  <a:srgbClr val="841CEC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Freeform 19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6413917" y="2593309"/>
              <a:ext cx="607916" cy="607916"/>
            </a:xfrm>
            <a:custGeom>
              <a:avLst/>
              <a:gdLst>
                <a:gd name="T0" fmla="*/ 103 w 128"/>
                <a:gd name="T1" fmla="*/ 79 h 128"/>
                <a:gd name="T2" fmla="*/ 83 w 128"/>
                <a:gd name="T3" fmla="*/ 89 h 128"/>
                <a:gd name="T4" fmla="*/ 47 w 128"/>
                <a:gd name="T5" fmla="*/ 73 h 128"/>
                <a:gd name="T6" fmla="*/ 49 w 128"/>
                <a:gd name="T7" fmla="*/ 64 h 128"/>
                <a:gd name="T8" fmla="*/ 47 w 128"/>
                <a:gd name="T9" fmla="*/ 55 h 128"/>
                <a:gd name="T10" fmla="*/ 83 w 128"/>
                <a:gd name="T11" fmla="*/ 38 h 128"/>
                <a:gd name="T12" fmla="*/ 114 w 128"/>
                <a:gd name="T13" fmla="*/ 46 h 128"/>
                <a:gd name="T14" fmla="*/ 103 w 128"/>
                <a:gd name="T15" fmla="*/ 0 h 128"/>
                <a:gd name="T16" fmla="*/ 79 w 128"/>
                <a:gd name="T17" fmla="*/ 24 h 128"/>
                <a:gd name="T18" fmla="*/ 81 w 128"/>
                <a:gd name="T19" fmla="*/ 33 h 128"/>
                <a:gd name="T20" fmla="*/ 45 w 128"/>
                <a:gd name="T21" fmla="*/ 50 h 128"/>
                <a:gd name="T22" fmla="*/ 14 w 128"/>
                <a:gd name="T23" fmla="*/ 42 h 128"/>
                <a:gd name="T24" fmla="*/ 25 w 128"/>
                <a:gd name="T25" fmla="*/ 88 h 128"/>
                <a:gd name="T26" fmla="*/ 45 w 128"/>
                <a:gd name="T27" fmla="*/ 78 h 128"/>
                <a:gd name="T28" fmla="*/ 81 w 128"/>
                <a:gd name="T29" fmla="*/ 94 h 128"/>
                <a:gd name="T30" fmla="*/ 79 w 128"/>
                <a:gd name="T31" fmla="*/ 103 h 128"/>
                <a:gd name="T32" fmla="*/ 114 w 128"/>
                <a:gd name="T33" fmla="*/ 125 h 128"/>
                <a:gd name="T34" fmla="*/ 87 w 128"/>
                <a:gd name="T35" fmla="*/ 14 h 128"/>
                <a:gd name="T36" fmla="*/ 103 w 128"/>
                <a:gd name="T37" fmla="*/ 4 h 128"/>
                <a:gd name="T38" fmla="*/ 123 w 128"/>
                <a:gd name="T39" fmla="*/ 24 h 128"/>
                <a:gd name="T40" fmla="*/ 112 w 128"/>
                <a:gd name="T41" fmla="*/ 42 h 128"/>
                <a:gd name="T42" fmla="*/ 89 w 128"/>
                <a:gd name="T43" fmla="*/ 38 h 128"/>
                <a:gd name="T44" fmla="*/ 87 w 128"/>
                <a:gd name="T45" fmla="*/ 14 h 128"/>
                <a:gd name="T46" fmla="*/ 33 w 128"/>
                <a:gd name="T47" fmla="*/ 82 h 128"/>
                <a:gd name="T48" fmla="*/ 10 w 128"/>
                <a:gd name="T49" fmla="*/ 78 h 128"/>
                <a:gd name="T50" fmla="*/ 8 w 128"/>
                <a:gd name="T51" fmla="*/ 53 h 128"/>
                <a:gd name="T52" fmla="*/ 25 w 128"/>
                <a:gd name="T53" fmla="*/ 44 h 128"/>
                <a:gd name="T54" fmla="*/ 45 w 128"/>
                <a:gd name="T55" fmla="*/ 64 h 128"/>
                <a:gd name="T56" fmla="*/ 112 w 128"/>
                <a:gd name="T57" fmla="*/ 121 h 128"/>
                <a:gd name="T58" fmla="*/ 89 w 128"/>
                <a:gd name="T59" fmla="*/ 117 h 128"/>
                <a:gd name="T60" fmla="*/ 87 w 128"/>
                <a:gd name="T61" fmla="*/ 93 h 128"/>
                <a:gd name="T62" fmla="*/ 118 w 128"/>
                <a:gd name="T63" fmla="*/ 89 h 128"/>
                <a:gd name="T64" fmla="*/ 120 w 128"/>
                <a:gd name="T65" fmla="*/ 11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" h="128">
                  <a:moveTo>
                    <a:pt x="128" y="103"/>
                  </a:moveTo>
                  <a:cubicBezTo>
                    <a:pt x="128" y="90"/>
                    <a:pt x="117" y="79"/>
                    <a:pt x="103" y="79"/>
                  </a:cubicBezTo>
                  <a:cubicBezTo>
                    <a:pt x="100" y="79"/>
                    <a:pt x="96" y="80"/>
                    <a:pt x="93" y="81"/>
                  </a:cubicBezTo>
                  <a:cubicBezTo>
                    <a:pt x="89" y="83"/>
                    <a:pt x="86" y="86"/>
                    <a:pt x="83" y="89"/>
                  </a:cubicBezTo>
                  <a:cubicBezTo>
                    <a:pt x="83" y="90"/>
                    <a:pt x="83" y="90"/>
                    <a:pt x="83" y="90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9" y="69"/>
                    <a:pt x="49" y="66"/>
                    <a:pt x="49" y="64"/>
                  </a:cubicBezTo>
                  <a:cubicBezTo>
                    <a:pt x="49" y="61"/>
                    <a:pt x="49" y="59"/>
                    <a:pt x="48" y="56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8" y="45"/>
                    <a:pt x="95" y="49"/>
                    <a:pt x="103" y="49"/>
                  </a:cubicBezTo>
                  <a:cubicBezTo>
                    <a:pt x="107" y="49"/>
                    <a:pt x="111" y="48"/>
                    <a:pt x="114" y="46"/>
                  </a:cubicBezTo>
                  <a:cubicBezTo>
                    <a:pt x="123" y="42"/>
                    <a:pt x="128" y="34"/>
                    <a:pt x="128" y="24"/>
                  </a:cubicBezTo>
                  <a:cubicBezTo>
                    <a:pt x="128" y="11"/>
                    <a:pt x="117" y="0"/>
                    <a:pt x="103" y="0"/>
                  </a:cubicBezTo>
                  <a:cubicBezTo>
                    <a:pt x="100" y="0"/>
                    <a:pt x="96" y="1"/>
                    <a:pt x="93" y="2"/>
                  </a:cubicBezTo>
                  <a:cubicBezTo>
                    <a:pt x="84" y="6"/>
                    <a:pt x="79" y="15"/>
                    <a:pt x="79" y="24"/>
                  </a:cubicBezTo>
                  <a:cubicBezTo>
                    <a:pt x="79" y="27"/>
                    <a:pt x="79" y="30"/>
                    <a:pt x="80" y="32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0" y="43"/>
                    <a:pt x="33" y="39"/>
                    <a:pt x="25" y="39"/>
                  </a:cubicBezTo>
                  <a:cubicBezTo>
                    <a:pt x="21" y="39"/>
                    <a:pt x="17" y="40"/>
                    <a:pt x="14" y="42"/>
                  </a:cubicBezTo>
                  <a:cubicBezTo>
                    <a:pt x="5" y="46"/>
                    <a:pt x="0" y="54"/>
                    <a:pt x="0" y="64"/>
                  </a:cubicBezTo>
                  <a:cubicBezTo>
                    <a:pt x="0" y="77"/>
                    <a:pt x="11" y="88"/>
                    <a:pt x="25" y="88"/>
                  </a:cubicBezTo>
                  <a:cubicBezTo>
                    <a:pt x="28" y="88"/>
                    <a:pt x="32" y="87"/>
                    <a:pt x="35" y="86"/>
                  </a:cubicBezTo>
                  <a:cubicBezTo>
                    <a:pt x="39" y="84"/>
                    <a:pt x="42" y="81"/>
                    <a:pt x="45" y="78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79" y="98"/>
                    <a:pt x="79" y="101"/>
                    <a:pt x="79" y="103"/>
                  </a:cubicBezTo>
                  <a:cubicBezTo>
                    <a:pt x="79" y="117"/>
                    <a:pt x="90" y="128"/>
                    <a:pt x="103" y="128"/>
                  </a:cubicBezTo>
                  <a:cubicBezTo>
                    <a:pt x="107" y="128"/>
                    <a:pt x="111" y="127"/>
                    <a:pt x="114" y="125"/>
                  </a:cubicBezTo>
                  <a:cubicBezTo>
                    <a:pt x="123" y="121"/>
                    <a:pt x="128" y="113"/>
                    <a:pt x="128" y="103"/>
                  </a:cubicBezTo>
                  <a:close/>
                  <a:moveTo>
                    <a:pt x="87" y="14"/>
                  </a:moveTo>
                  <a:cubicBezTo>
                    <a:pt x="89" y="11"/>
                    <a:pt x="91" y="8"/>
                    <a:pt x="95" y="6"/>
                  </a:cubicBezTo>
                  <a:cubicBezTo>
                    <a:pt x="97" y="5"/>
                    <a:pt x="100" y="4"/>
                    <a:pt x="103" y="4"/>
                  </a:cubicBezTo>
                  <a:cubicBezTo>
                    <a:pt x="109" y="4"/>
                    <a:pt x="114" y="6"/>
                    <a:pt x="118" y="10"/>
                  </a:cubicBezTo>
                  <a:cubicBezTo>
                    <a:pt x="121" y="14"/>
                    <a:pt x="123" y="19"/>
                    <a:pt x="123" y="24"/>
                  </a:cubicBezTo>
                  <a:cubicBezTo>
                    <a:pt x="123" y="28"/>
                    <a:pt x="122" y="32"/>
                    <a:pt x="120" y="35"/>
                  </a:cubicBezTo>
                  <a:cubicBezTo>
                    <a:pt x="118" y="38"/>
                    <a:pt x="116" y="41"/>
                    <a:pt x="112" y="42"/>
                  </a:cubicBezTo>
                  <a:cubicBezTo>
                    <a:pt x="110" y="44"/>
                    <a:pt x="107" y="44"/>
                    <a:pt x="103" y="44"/>
                  </a:cubicBezTo>
                  <a:cubicBezTo>
                    <a:pt x="98" y="44"/>
                    <a:pt x="93" y="42"/>
                    <a:pt x="89" y="38"/>
                  </a:cubicBezTo>
                  <a:cubicBezTo>
                    <a:pt x="86" y="35"/>
                    <a:pt x="83" y="30"/>
                    <a:pt x="83" y="24"/>
                  </a:cubicBezTo>
                  <a:cubicBezTo>
                    <a:pt x="83" y="20"/>
                    <a:pt x="85" y="17"/>
                    <a:pt x="87" y="14"/>
                  </a:cubicBezTo>
                  <a:close/>
                  <a:moveTo>
                    <a:pt x="41" y="74"/>
                  </a:moveTo>
                  <a:cubicBezTo>
                    <a:pt x="39" y="77"/>
                    <a:pt x="37" y="80"/>
                    <a:pt x="33" y="82"/>
                  </a:cubicBezTo>
                  <a:cubicBezTo>
                    <a:pt x="31" y="83"/>
                    <a:pt x="28" y="84"/>
                    <a:pt x="25" y="84"/>
                  </a:cubicBezTo>
                  <a:cubicBezTo>
                    <a:pt x="19" y="84"/>
                    <a:pt x="14" y="82"/>
                    <a:pt x="10" y="78"/>
                  </a:cubicBezTo>
                  <a:cubicBezTo>
                    <a:pt x="7" y="74"/>
                    <a:pt x="5" y="69"/>
                    <a:pt x="5" y="64"/>
                  </a:cubicBezTo>
                  <a:cubicBezTo>
                    <a:pt x="5" y="60"/>
                    <a:pt x="6" y="56"/>
                    <a:pt x="8" y="53"/>
                  </a:cubicBezTo>
                  <a:cubicBezTo>
                    <a:pt x="10" y="50"/>
                    <a:pt x="12" y="47"/>
                    <a:pt x="16" y="46"/>
                  </a:cubicBezTo>
                  <a:cubicBezTo>
                    <a:pt x="18" y="44"/>
                    <a:pt x="21" y="44"/>
                    <a:pt x="25" y="44"/>
                  </a:cubicBezTo>
                  <a:cubicBezTo>
                    <a:pt x="30" y="44"/>
                    <a:pt x="35" y="46"/>
                    <a:pt x="39" y="50"/>
                  </a:cubicBezTo>
                  <a:cubicBezTo>
                    <a:pt x="42" y="53"/>
                    <a:pt x="45" y="58"/>
                    <a:pt x="45" y="64"/>
                  </a:cubicBezTo>
                  <a:cubicBezTo>
                    <a:pt x="45" y="68"/>
                    <a:pt x="43" y="71"/>
                    <a:pt x="41" y="74"/>
                  </a:cubicBezTo>
                  <a:close/>
                  <a:moveTo>
                    <a:pt x="112" y="121"/>
                  </a:moveTo>
                  <a:cubicBezTo>
                    <a:pt x="110" y="122"/>
                    <a:pt x="107" y="123"/>
                    <a:pt x="103" y="123"/>
                  </a:cubicBezTo>
                  <a:cubicBezTo>
                    <a:pt x="98" y="123"/>
                    <a:pt x="93" y="121"/>
                    <a:pt x="89" y="117"/>
                  </a:cubicBezTo>
                  <a:cubicBezTo>
                    <a:pt x="86" y="114"/>
                    <a:pt x="83" y="109"/>
                    <a:pt x="83" y="103"/>
                  </a:cubicBezTo>
                  <a:cubicBezTo>
                    <a:pt x="83" y="99"/>
                    <a:pt x="85" y="96"/>
                    <a:pt x="87" y="93"/>
                  </a:cubicBezTo>
                  <a:cubicBezTo>
                    <a:pt x="89" y="89"/>
                    <a:pt x="91" y="87"/>
                    <a:pt x="95" y="85"/>
                  </a:cubicBezTo>
                  <a:cubicBezTo>
                    <a:pt x="102" y="82"/>
                    <a:pt x="112" y="83"/>
                    <a:pt x="118" y="89"/>
                  </a:cubicBezTo>
                  <a:cubicBezTo>
                    <a:pt x="121" y="93"/>
                    <a:pt x="123" y="98"/>
                    <a:pt x="123" y="103"/>
                  </a:cubicBezTo>
                  <a:cubicBezTo>
                    <a:pt x="123" y="107"/>
                    <a:pt x="122" y="111"/>
                    <a:pt x="120" y="114"/>
                  </a:cubicBezTo>
                  <a:cubicBezTo>
                    <a:pt x="118" y="117"/>
                    <a:pt x="116" y="119"/>
                    <a:pt x="112" y="12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72" name="文本框 271"/>
          <p:cNvSpPr txBox="1"/>
          <p:nvPr>
            <p:custDataLst>
              <p:tags r:id="rId19"/>
            </p:custDataLst>
          </p:nvPr>
        </p:nvSpPr>
        <p:spPr>
          <a:xfrm>
            <a:off x="2854635" y="1600987"/>
            <a:ext cx="8789945" cy="9531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双重判定</a:t>
            </a:r>
            <a:endParaRPr lang="zh-CN" altLang="en-US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关键词快速筛选 +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大模型精准判定，兼顾速度与 AI 成本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3" name="文本框 272"/>
          <p:cNvSpPr txBox="1"/>
          <p:nvPr>
            <p:custDataLst>
              <p:tags r:id="rId20"/>
            </p:custDataLst>
          </p:nvPr>
        </p:nvSpPr>
        <p:spPr>
          <a:xfrm>
            <a:off x="2854635" y="2746906"/>
            <a:ext cx="8789945" cy="9531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双平台对齐</a:t>
            </a:r>
            <a:endParaRPr lang="zh-CN" altLang="en-US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 推送 + 钉钉轮询统一抽象为适配器，管线完全复用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4" name="文本框 273"/>
          <p:cNvSpPr txBox="1"/>
          <p:nvPr>
            <p:custDataLst>
              <p:tags r:id="rId21"/>
            </p:custDataLst>
          </p:nvPr>
        </p:nvSpPr>
        <p:spPr>
          <a:xfrm>
            <a:off x="2854635" y="3892825"/>
            <a:ext cx="8789945" cy="9531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多租户接入</a:t>
            </a:r>
            <a:endParaRPr lang="zh-CN" altLang="en-US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每账号独立绑定与数据隔离，新账号绑定 15 秒自动接入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文本框 274"/>
          <p:cNvSpPr txBox="1"/>
          <p:nvPr>
            <p:custDataLst>
              <p:tags r:id="rId22"/>
            </p:custDataLst>
          </p:nvPr>
        </p:nvSpPr>
        <p:spPr>
          <a:xfrm>
            <a:off x="2854635" y="5038745"/>
            <a:ext cx="8789945" cy="9531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  <a:sym typeface="+mn-ea"/>
              </a:rPr>
              <a:t>场景词库</a:t>
            </a:r>
            <a:endParaRPr lang="zh-CN" altLang="en-US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  <a:sym typeface="+mn-ea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 16 类 288 校园专属风险词，新注册自动初始化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任意多边形: 形状 220"/>
          <p:cNvSpPr/>
          <p:nvPr/>
        </p:nvSpPr>
        <p:spPr>
          <a:xfrm rot="16200000">
            <a:off x="8153627" y="-3023229"/>
            <a:ext cx="1253189" cy="6489403"/>
          </a:xfrm>
          <a:custGeom>
            <a:avLst/>
            <a:gdLst>
              <a:gd name="connsiteX0" fmla="*/ 1253189 w 1253189"/>
              <a:gd name="connsiteY0" fmla="*/ 0 h 6489403"/>
              <a:gd name="connsiteX1" fmla="*/ 1253189 w 1253189"/>
              <a:gd name="connsiteY1" fmla="*/ 6489403 h 6489403"/>
              <a:gd name="connsiteX2" fmla="*/ 1102273 w 1253189"/>
              <a:gd name="connsiteY2" fmla="*/ 6315180 h 6489403"/>
              <a:gd name="connsiteX3" fmla="*/ 0 w 1253189"/>
              <a:gd name="connsiteY3" fmla="*/ 3244701 h 6489403"/>
              <a:gd name="connsiteX4" fmla="*/ 1102273 w 1253189"/>
              <a:gd name="connsiteY4" fmla="*/ 174223 h 648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189" h="6489403">
                <a:moveTo>
                  <a:pt x="1253189" y="0"/>
                </a:moveTo>
                <a:lnTo>
                  <a:pt x="1253189" y="6489403"/>
                </a:lnTo>
                <a:lnTo>
                  <a:pt x="1102273" y="6315180"/>
                </a:lnTo>
                <a:cubicBezTo>
                  <a:pt x="413660" y="5480774"/>
                  <a:pt x="0" y="4411045"/>
                  <a:pt x="0" y="3244701"/>
                </a:cubicBezTo>
                <a:cubicBezTo>
                  <a:pt x="0" y="2078357"/>
                  <a:pt x="413660" y="1008629"/>
                  <a:pt x="1102273" y="174223"/>
                </a:cubicBezTo>
                <a:close/>
              </a:path>
            </a:pathLst>
          </a:custGeom>
          <a:noFill/>
          <a:ln>
            <a:gradFill>
              <a:gsLst>
                <a:gs pos="100000">
                  <a:srgbClr val="1265BB">
                    <a:alpha val="0"/>
                  </a:srgbClr>
                </a:gs>
                <a:gs pos="52000">
                  <a:srgbClr val="474FA4"/>
                </a:gs>
                <a:gs pos="35000">
                  <a:srgbClr val="D41366"/>
                </a:gs>
                <a:gs pos="0">
                  <a:srgbClr val="1265BB">
                    <a:alpha val="0"/>
                  </a:srgbClr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7112063" y="3484901"/>
            <a:ext cx="137545" cy="137545"/>
          </a:xfrm>
          <a:prstGeom prst="ellipse">
            <a:avLst/>
          </a:prstGeom>
          <a:solidFill>
            <a:srgbClr val="000B26"/>
          </a:solidFill>
          <a:ln>
            <a:gradFill>
              <a:gsLst>
                <a:gs pos="0">
                  <a:srgbClr val="1265BB">
                    <a:alpha val="0"/>
                  </a:srgbClr>
                </a:gs>
                <a:gs pos="56000">
                  <a:srgbClr val="6410BB"/>
                </a:gs>
                <a:gs pos="100000">
                  <a:srgbClr val="1265BB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3" name="直接连接符 132"/>
          <p:cNvCxnSpPr/>
          <p:nvPr/>
        </p:nvCxnSpPr>
        <p:spPr>
          <a:xfrm flipH="1">
            <a:off x="0" y="1218923"/>
            <a:ext cx="1930400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>
                    <a:alpha val="0"/>
                  </a:srgbClr>
                </a:gs>
              </a:gsLst>
              <a:lin ang="5400000" scaled="0"/>
            </a:gra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椭圆 202"/>
          <p:cNvSpPr>
            <a:spLocks noChangeAspect="1"/>
          </p:cNvSpPr>
          <p:nvPr/>
        </p:nvSpPr>
        <p:spPr>
          <a:xfrm flipH="1" flipV="1">
            <a:off x="8739044" y="685463"/>
            <a:ext cx="41178" cy="4117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椭圆 203"/>
          <p:cNvSpPr>
            <a:spLocks noChangeAspect="1"/>
          </p:cNvSpPr>
          <p:nvPr/>
        </p:nvSpPr>
        <p:spPr>
          <a:xfrm flipH="1" flipV="1">
            <a:off x="10474798" y="1742997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椭圆 205"/>
          <p:cNvSpPr>
            <a:spLocks noChangeAspect="1"/>
          </p:cNvSpPr>
          <p:nvPr/>
        </p:nvSpPr>
        <p:spPr>
          <a:xfrm flipH="1" flipV="1">
            <a:off x="11450474" y="644286"/>
            <a:ext cx="41178" cy="41178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椭圆 207"/>
          <p:cNvSpPr>
            <a:spLocks noChangeAspect="1"/>
          </p:cNvSpPr>
          <p:nvPr/>
        </p:nvSpPr>
        <p:spPr>
          <a:xfrm flipH="1" flipV="1">
            <a:off x="9568014" y="1012400"/>
            <a:ext cx="41178" cy="41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椭圆 208"/>
          <p:cNvSpPr>
            <a:spLocks noChangeAspect="1"/>
          </p:cNvSpPr>
          <p:nvPr/>
        </p:nvSpPr>
        <p:spPr>
          <a:xfrm flipH="1" flipV="1">
            <a:off x="10840666" y="3127005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椭圆 209"/>
          <p:cNvSpPr>
            <a:spLocks noChangeAspect="1"/>
          </p:cNvSpPr>
          <p:nvPr/>
        </p:nvSpPr>
        <p:spPr>
          <a:xfrm flipH="1" flipV="1">
            <a:off x="9290954" y="1810118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2" name="椭圆 211"/>
          <p:cNvSpPr>
            <a:spLocks noChangeAspect="1"/>
          </p:cNvSpPr>
          <p:nvPr/>
        </p:nvSpPr>
        <p:spPr>
          <a:xfrm flipH="1" flipV="1">
            <a:off x="847164" y="2263649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" name="椭圆 212"/>
          <p:cNvSpPr>
            <a:spLocks noChangeAspect="1"/>
          </p:cNvSpPr>
          <p:nvPr/>
        </p:nvSpPr>
        <p:spPr>
          <a:xfrm flipH="1" flipV="1">
            <a:off x="1909811" y="2434487"/>
            <a:ext cx="41178" cy="4117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 descr="页面标题"/>
          <p:cNvSpPr txBox="1"/>
          <p:nvPr/>
        </p:nvSpPr>
        <p:spPr>
          <a:xfrm>
            <a:off x="0" y="142875"/>
            <a:ext cx="5436870" cy="1076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创新驱动 · 让每一句重要的话都不被淹没</a:t>
            </a:r>
            <a:endParaRPr lang="zh-CN" altLang="en-US" sz="320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40441" y="1329347"/>
            <a:ext cx="5311118" cy="4680586"/>
            <a:chOff x="3440441" y="1329347"/>
            <a:chExt cx="5311118" cy="4680586"/>
          </a:xfrm>
        </p:grpSpPr>
        <p:sp>
          <p:nvSpPr>
            <p:cNvPr id="110" name="椭圆 109"/>
            <p:cNvSpPr/>
            <p:nvPr/>
          </p:nvSpPr>
          <p:spPr>
            <a:xfrm>
              <a:off x="6772945" y="1329351"/>
              <a:ext cx="1978614" cy="1978614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29000">
                  <a:srgbClr val="910475"/>
                </a:gs>
                <a:gs pos="83000">
                  <a:srgbClr val="001340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6772945" y="4031319"/>
              <a:ext cx="1978614" cy="1978614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29000">
                  <a:srgbClr val="910475"/>
                </a:gs>
                <a:gs pos="83000">
                  <a:srgbClr val="001340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3440441" y="4031319"/>
              <a:ext cx="1978614" cy="1978614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29000">
                  <a:srgbClr val="910475"/>
                </a:gs>
                <a:gs pos="83000">
                  <a:srgbClr val="001340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椭圆 112"/>
            <p:cNvSpPr/>
            <p:nvPr/>
          </p:nvSpPr>
          <p:spPr>
            <a:xfrm>
              <a:off x="3440441" y="1329347"/>
              <a:ext cx="1978614" cy="1978614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29000">
                  <a:srgbClr val="910475"/>
                </a:gs>
                <a:gs pos="83000">
                  <a:srgbClr val="001340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矩形: 圆角 113"/>
            <p:cNvSpPr/>
            <p:nvPr/>
          </p:nvSpPr>
          <p:spPr>
            <a:xfrm rot="16200000">
              <a:off x="4254567" y="1828206"/>
              <a:ext cx="3682868" cy="3682869"/>
            </a:xfrm>
            <a:prstGeom prst="roundRect">
              <a:avLst>
                <a:gd name="adj" fmla="val 36777"/>
              </a:avLst>
            </a:prstGeom>
            <a:gradFill flip="none" rotWithShape="1">
              <a:gsLst>
                <a:gs pos="100000">
                  <a:srgbClr val="3C178D"/>
                </a:gs>
                <a:gs pos="50000">
                  <a:srgbClr val="00134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254000" sx="102000" sy="102000" algn="ctr" rotWithShape="0">
                <a:schemeClr val="accent4">
                  <a:lumMod val="5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585770" y="2382833"/>
              <a:ext cx="3020460" cy="2573614"/>
              <a:chOff x="4476694" y="1997833"/>
              <a:chExt cx="3199720" cy="2726355"/>
            </a:xfrm>
          </p:grpSpPr>
          <p:sp>
            <p:nvSpPr>
              <p:cNvPr id="116" name="文本框 115"/>
              <p:cNvSpPr txBox="1"/>
              <p:nvPr/>
            </p:nvSpPr>
            <p:spPr>
              <a:xfrm>
                <a:off x="4562855" y="199783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S</a:t>
                </a:r>
                <a:endPara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7055804" y="199783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W</a:t>
                </a:r>
                <a:endPara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4562855" y="426252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O</a:t>
                </a:r>
                <a:endPara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7055804" y="426252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T</a:t>
                </a:r>
                <a:endPara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4476694" y="2957903"/>
                <a:ext cx="3199720" cy="749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4000" dirty="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STRATEGY</a:t>
                </a:r>
                <a:endParaRPr lang="zh-CN" altLang="en-US" sz="40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</p:grpSp>
      </p:grpSp>
      <p:sp>
        <p:nvSpPr>
          <p:cNvPr id="125" name="文本框 124"/>
          <p:cNvSpPr txBox="1"/>
          <p:nvPr/>
        </p:nvSpPr>
        <p:spPr>
          <a:xfrm>
            <a:off x="225718" y="1565585"/>
            <a:ext cx="3042903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接入更多平台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pPr algn="r"/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扩展微信/飞书/企业微信等群聊源，一套架构复用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225718" y="4233172"/>
            <a:ext cx="3042903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周报与趋势分析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pPr algn="r"/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从日报到周报月报，洞察信息动态趋势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8923379" y="1565585"/>
            <a:ext cx="3042903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文件库智能问答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基于归档资料实现 AI 问答检索，知识即取即用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8923378" y="4233172"/>
            <a:ext cx="3042903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自定义监控策略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组织配置专属关键词与判定规则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组合 909"/>
          <p:cNvGrpSpPr/>
          <p:nvPr/>
        </p:nvGrpSpPr>
        <p:grpSpPr>
          <a:xfrm rot="15450687" flipH="1">
            <a:off x="8255746" y="5493165"/>
            <a:ext cx="1859030" cy="1241674"/>
            <a:chOff x="8339192" y="5694828"/>
            <a:chExt cx="1859030" cy="1241674"/>
          </a:xfr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</p:grpSpPr>
        <p:sp>
          <p:nvSpPr>
            <p:cNvPr id="12589" name="任意多边形: 形状 12588"/>
            <p:cNvSpPr/>
            <p:nvPr/>
          </p:nvSpPr>
          <p:spPr>
            <a:xfrm rot="21419344" flipH="1">
              <a:off x="9007469" y="5694828"/>
              <a:ext cx="1187665" cy="1232932"/>
            </a:xfrm>
            <a:custGeom>
              <a:avLst/>
              <a:gdLst>
                <a:gd name="connsiteX0" fmla="*/ 715110 w 1895900"/>
                <a:gd name="connsiteY0" fmla="*/ 0 h 1940291"/>
                <a:gd name="connsiteX1" fmla="*/ 1895900 w 1895900"/>
                <a:gd name="connsiteY1" fmla="*/ 181109 h 1940291"/>
                <a:gd name="connsiteX2" fmla="*/ 0 w 1895900"/>
                <a:gd name="connsiteY2" fmla="*/ 1940291 h 1940291"/>
                <a:gd name="connsiteX3" fmla="*/ 715110 w 1895900"/>
                <a:gd name="connsiteY3" fmla="*/ 0 h 1940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5900" h="1940291">
                  <a:moveTo>
                    <a:pt x="715110" y="0"/>
                  </a:moveTo>
                  <a:lnTo>
                    <a:pt x="1895900" y="181109"/>
                  </a:lnTo>
                  <a:lnTo>
                    <a:pt x="0" y="1940291"/>
                  </a:lnTo>
                  <a:lnTo>
                    <a:pt x="71511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90" name="任意多边形: 形状 12589"/>
            <p:cNvSpPr/>
            <p:nvPr/>
          </p:nvSpPr>
          <p:spPr>
            <a:xfrm rot="21419344" flipH="1">
              <a:off x="8774844" y="5815127"/>
              <a:ext cx="1423378" cy="1118609"/>
            </a:xfrm>
            <a:custGeom>
              <a:avLst/>
              <a:gdLst>
                <a:gd name="connsiteX0" fmla="*/ 1926658 w 2306864"/>
                <a:gd name="connsiteY0" fmla="*/ 0 h 1812925"/>
                <a:gd name="connsiteX1" fmla="*/ 2306864 w 2306864"/>
                <a:gd name="connsiteY1" fmla="*/ 1747723 h 1812925"/>
                <a:gd name="connsiteX2" fmla="*/ 0 w 2306864"/>
                <a:gd name="connsiteY2" fmla="*/ 1812925 h 1812925"/>
                <a:gd name="connsiteX3" fmla="*/ 1926658 w 2306864"/>
                <a:gd name="connsiteY3" fmla="*/ 0 h 181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6864" h="1812925">
                  <a:moveTo>
                    <a:pt x="1926658" y="0"/>
                  </a:moveTo>
                  <a:lnTo>
                    <a:pt x="2306864" y="1747723"/>
                  </a:lnTo>
                  <a:lnTo>
                    <a:pt x="0" y="1812925"/>
                  </a:lnTo>
                  <a:lnTo>
                    <a:pt x="192665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92" name="任意多边形: 形状 12591"/>
            <p:cNvSpPr/>
            <p:nvPr/>
          </p:nvSpPr>
          <p:spPr>
            <a:xfrm rot="21419344" flipH="1">
              <a:off x="8704625" y="5849651"/>
              <a:ext cx="306099" cy="1080966"/>
            </a:xfrm>
            <a:custGeom>
              <a:avLst/>
              <a:gdLst>
                <a:gd name="connsiteX0" fmla="*/ 0 w 496094"/>
                <a:gd name="connsiteY0" fmla="*/ 0 h 1751918"/>
                <a:gd name="connsiteX1" fmla="*/ 496094 w 496094"/>
                <a:gd name="connsiteY1" fmla="*/ 275996 h 1751918"/>
                <a:gd name="connsiteX2" fmla="*/ 381340 w 496094"/>
                <a:gd name="connsiteY2" fmla="*/ 1751918 h 1751918"/>
                <a:gd name="connsiteX3" fmla="*/ 0 w 496094"/>
                <a:gd name="connsiteY3" fmla="*/ 0 h 1751918"/>
                <a:gd name="connsiteX4" fmla="*/ 44771 w 543246"/>
                <a:gd name="connsiteY4" fmla="*/ 38070 h 1782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094" h="1751918">
                  <a:moveTo>
                    <a:pt x="0" y="0"/>
                  </a:moveTo>
                  <a:lnTo>
                    <a:pt x="496094" y="275996"/>
                  </a:lnTo>
                  <a:lnTo>
                    <a:pt x="381340" y="175191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93" name="任意多边形: 形状 12592"/>
            <p:cNvSpPr/>
            <p:nvPr/>
          </p:nvSpPr>
          <p:spPr>
            <a:xfrm rot="21419344" flipH="1">
              <a:off x="8360517" y="5760798"/>
              <a:ext cx="629830" cy="268528"/>
            </a:xfrm>
            <a:custGeom>
              <a:avLst/>
              <a:gdLst>
                <a:gd name="connsiteX0" fmla="*/ 0 w 1020763"/>
                <a:gd name="connsiteY0" fmla="*/ 161132 h 435202"/>
                <a:gd name="connsiteX1" fmla="*/ 502785 w 1020763"/>
                <a:gd name="connsiteY1" fmla="*/ 435202 h 435202"/>
                <a:gd name="connsiteX2" fmla="*/ 1020763 w 1020763"/>
                <a:gd name="connsiteY2" fmla="*/ 0 h 435202"/>
                <a:gd name="connsiteX3" fmla="*/ 0 w 1020763"/>
                <a:gd name="connsiteY3" fmla="*/ 161132 h 43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0763" h="435202">
                  <a:moveTo>
                    <a:pt x="0" y="161132"/>
                  </a:moveTo>
                  <a:lnTo>
                    <a:pt x="502785" y="435202"/>
                  </a:lnTo>
                  <a:lnTo>
                    <a:pt x="1020763" y="0"/>
                  </a:lnTo>
                  <a:lnTo>
                    <a:pt x="0" y="16113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05" name="任意多边形: 形状 12604"/>
            <p:cNvSpPr/>
            <p:nvPr/>
          </p:nvSpPr>
          <p:spPr>
            <a:xfrm rot="21419344" flipH="1">
              <a:off x="8591063" y="6022892"/>
              <a:ext cx="190445" cy="913610"/>
            </a:xfrm>
            <a:custGeom>
              <a:avLst/>
              <a:gdLst>
                <a:gd name="connsiteX0" fmla="*/ 109991 w 308654"/>
                <a:gd name="connsiteY0" fmla="*/ 0 h 1480684"/>
                <a:gd name="connsiteX1" fmla="*/ 308654 w 308654"/>
                <a:gd name="connsiteY1" fmla="*/ 97064 h 1480684"/>
                <a:gd name="connsiteX2" fmla="*/ 0 w 308654"/>
                <a:gd name="connsiteY2" fmla="*/ 1480684 h 1480684"/>
                <a:gd name="connsiteX3" fmla="*/ 109991 w 308654"/>
                <a:gd name="connsiteY3" fmla="*/ 0 h 148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654" h="1480684">
                  <a:moveTo>
                    <a:pt x="109991" y="0"/>
                  </a:moveTo>
                  <a:lnTo>
                    <a:pt x="308654" y="97064"/>
                  </a:lnTo>
                  <a:lnTo>
                    <a:pt x="0" y="1480684"/>
                  </a:lnTo>
                  <a:lnTo>
                    <a:pt x="10999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6" name="任意多边形: 形状 895"/>
            <p:cNvSpPr/>
            <p:nvPr/>
          </p:nvSpPr>
          <p:spPr>
            <a:xfrm rot="21419344" flipH="1">
              <a:off x="8364734" y="5770255"/>
              <a:ext cx="313866" cy="322400"/>
            </a:xfrm>
            <a:custGeom>
              <a:avLst/>
              <a:gdLst>
                <a:gd name="connsiteX0" fmla="*/ 0 w 508681"/>
                <a:gd name="connsiteY0" fmla="*/ 427830 h 522513"/>
                <a:gd name="connsiteX1" fmla="*/ 186759 w 508681"/>
                <a:gd name="connsiteY1" fmla="*/ 522513 h 522513"/>
                <a:gd name="connsiteX2" fmla="*/ 508681 w 508681"/>
                <a:gd name="connsiteY2" fmla="*/ 0 h 522513"/>
                <a:gd name="connsiteX3" fmla="*/ 0 w 508681"/>
                <a:gd name="connsiteY3" fmla="*/ 427830 h 52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681" h="522513">
                  <a:moveTo>
                    <a:pt x="0" y="427830"/>
                  </a:moveTo>
                  <a:lnTo>
                    <a:pt x="186759" y="522513"/>
                  </a:lnTo>
                  <a:lnTo>
                    <a:pt x="508681" y="0"/>
                  </a:lnTo>
                  <a:lnTo>
                    <a:pt x="0" y="42783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0" name="任意多边形: 形状 899"/>
            <p:cNvSpPr/>
            <p:nvPr/>
          </p:nvSpPr>
          <p:spPr>
            <a:xfrm rot="21419344" flipH="1">
              <a:off x="8339192" y="5772583"/>
              <a:ext cx="230047" cy="483601"/>
            </a:xfrm>
            <a:custGeom>
              <a:avLst/>
              <a:gdLst>
                <a:gd name="connsiteX0" fmla="*/ 324531 w 372836"/>
                <a:gd name="connsiteY0" fmla="*/ 0 h 783771"/>
                <a:gd name="connsiteX1" fmla="*/ 372836 w 372836"/>
                <a:gd name="connsiteY1" fmla="*/ 783771 h 783771"/>
                <a:gd name="connsiteX2" fmla="*/ 0 w 372836"/>
                <a:gd name="connsiteY2" fmla="*/ 525348 h 783771"/>
                <a:gd name="connsiteX3" fmla="*/ 0 w 391885"/>
                <a:gd name="connsiteY3" fmla="*/ 551542 h 783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2836" h="783771">
                  <a:moveTo>
                    <a:pt x="324531" y="0"/>
                  </a:moveTo>
                  <a:lnTo>
                    <a:pt x="372836" y="783771"/>
                  </a:lnTo>
                  <a:lnTo>
                    <a:pt x="0" y="525348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2" name="任意多边形: 形状 901"/>
            <p:cNvSpPr/>
            <p:nvPr/>
          </p:nvSpPr>
          <p:spPr>
            <a:xfrm rot="21419344" flipH="1">
              <a:off x="8361527" y="6088547"/>
              <a:ext cx="398733" cy="755067"/>
            </a:xfrm>
            <a:custGeom>
              <a:avLst/>
              <a:gdLst>
                <a:gd name="connsiteX0" fmla="*/ 0 w 646225"/>
                <a:gd name="connsiteY0" fmla="*/ 1223735 h 1223735"/>
                <a:gd name="connsiteX1" fmla="*/ 268400 w 646225"/>
                <a:gd name="connsiteY1" fmla="*/ 0 h 1223735"/>
                <a:gd name="connsiteX2" fmla="*/ 646225 w 646225"/>
                <a:gd name="connsiteY2" fmla="*/ 261030 h 1223735"/>
                <a:gd name="connsiteX3" fmla="*/ 74952 w 641463"/>
                <a:gd name="connsiteY3" fmla="*/ 1190171 h 122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6225" h="1223735">
                  <a:moveTo>
                    <a:pt x="0" y="1223735"/>
                  </a:moveTo>
                  <a:lnTo>
                    <a:pt x="268400" y="0"/>
                  </a:lnTo>
                  <a:lnTo>
                    <a:pt x="646225" y="261030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591" name="任意多边形: 形状 12590"/>
          <p:cNvSpPr/>
          <p:nvPr/>
        </p:nvSpPr>
        <p:spPr>
          <a:xfrm flipV="1">
            <a:off x="9689049" y="5534338"/>
            <a:ext cx="1163666" cy="1561364"/>
          </a:xfrm>
          <a:custGeom>
            <a:avLst/>
            <a:gdLst>
              <a:gd name="connsiteX0" fmla="*/ 474549 w 1876425"/>
              <a:gd name="connsiteY0" fmla="*/ 0 h 2537506"/>
              <a:gd name="connsiteX1" fmla="*/ 0 w 1876425"/>
              <a:gd name="connsiteY1" fmla="*/ 2537506 h 2537506"/>
              <a:gd name="connsiteX2" fmla="*/ 1876425 w 1876425"/>
              <a:gd name="connsiteY2" fmla="*/ 820399 h 2537506"/>
              <a:gd name="connsiteX3" fmla="*/ 474549 w 1876425"/>
              <a:gd name="connsiteY3" fmla="*/ 0 h 253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425" h="2537506">
                <a:moveTo>
                  <a:pt x="474549" y="0"/>
                </a:moveTo>
                <a:lnTo>
                  <a:pt x="0" y="2537506"/>
                </a:lnTo>
                <a:lnTo>
                  <a:pt x="1876425" y="820399"/>
                </a:lnTo>
                <a:lnTo>
                  <a:pt x="474549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5" name="任意多边形: 形状 12594"/>
          <p:cNvSpPr/>
          <p:nvPr/>
        </p:nvSpPr>
        <p:spPr>
          <a:xfrm flipV="1">
            <a:off x="9984516" y="6587657"/>
            <a:ext cx="988406" cy="506550"/>
          </a:xfrm>
          <a:custGeom>
            <a:avLst/>
            <a:gdLst>
              <a:gd name="connsiteX0" fmla="*/ 0 w 1596798"/>
              <a:gd name="connsiteY0" fmla="*/ 0 h 820964"/>
              <a:gd name="connsiteX1" fmla="*/ 1395185 w 1596798"/>
              <a:gd name="connsiteY1" fmla="*/ 820964 h 820964"/>
              <a:gd name="connsiteX2" fmla="*/ 1596798 w 1596798"/>
              <a:gd name="connsiteY2" fmla="*/ 269195 h 820964"/>
              <a:gd name="connsiteX3" fmla="*/ 0 w 1596798"/>
              <a:gd name="connsiteY3" fmla="*/ 0 h 82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6798" h="820964">
                <a:moveTo>
                  <a:pt x="0" y="0"/>
                </a:moveTo>
                <a:lnTo>
                  <a:pt x="1395185" y="820964"/>
                </a:lnTo>
                <a:lnTo>
                  <a:pt x="1596798" y="26919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6" name="任意多边形: 形状 12595"/>
          <p:cNvSpPr/>
          <p:nvPr/>
        </p:nvSpPr>
        <p:spPr>
          <a:xfrm flipV="1">
            <a:off x="9688208" y="5216276"/>
            <a:ext cx="1163666" cy="1379720"/>
          </a:xfrm>
          <a:custGeom>
            <a:avLst/>
            <a:gdLst>
              <a:gd name="connsiteX0" fmla="*/ 0 w 1885950"/>
              <a:gd name="connsiteY0" fmla="*/ 1724025 h 2236107"/>
              <a:gd name="connsiteX1" fmla="*/ 941615 w 1885950"/>
              <a:gd name="connsiteY1" fmla="*/ 2236107 h 2236107"/>
              <a:gd name="connsiteX2" fmla="*/ 1885950 w 1885950"/>
              <a:gd name="connsiteY2" fmla="*/ 0 h 2236107"/>
              <a:gd name="connsiteX3" fmla="*/ 0 w 1885950"/>
              <a:gd name="connsiteY3" fmla="*/ 1724025 h 223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5950" h="2236107">
                <a:moveTo>
                  <a:pt x="0" y="1724025"/>
                </a:moveTo>
                <a:lnTo>
                  <a:pt x="941615" y="2236107"/>
                </a:lnTo>
                <a:lnTo>
                  <a:pt x="1885950" y="0"/>
                </a:lnTo>
                <a:lnTo>
                  <a:pt x="0" y="1724025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7" name="任意多边形: 形状 12596"/>
          <p:cNvSpPr/>
          <p:nvPr/>
        </p:nvSpPr>
        <p:spPr>
          <a:xfrm flipV="1">
            <a:off x="9102600" y="4516060"/>
            <a:ext cx="1164226" cy="1014780"/>
          </a:xfrm>
          <a:custGeom>
            <a:avLst/>
            <a:gdLst>
              <a:gd name="connsiteX0" fmla="*/ 0 w 1886857"/>
              <a:gd name="connsiteY0" fmla="*/ 1644650 h 1644650"/>
              <a:gd name="connsiteX1" fmla="*/ 1886857 w 1886857"/>
              <a:gd name="connsiteY1" fmla="*/ 512536 h 1644650"/>
              <a:gd name="connsiteX2" fmla="*/ 949778 w 1886857"/>
              <a:gd name="connsiteY2" fmla="*/ 0 h 1644650"/>
              <a:gd name="connsiteX3" fmla="*/ 0 w 1886857"/>
              <a:gd name="connsiteY3" fmla="*/ 1644650 h 164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6856" h="1644650">
                <a:moveTo>
                  <a:pt x="0" y="1644650"/>
                </a:moveTo>
                <a:lnTo>
                  <a:pt x="1886857" y="512536"/>
                </a:lnTo>
                <a:lnTo>
                  <a:pt x="949778" y="0"/>
                </a:lnTo>
                <a:lnTo>
                  <a:pt x="0" y="164465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8" name="任意多边形: 形状 12597"/>
          <p:cNvSpPr/>
          <p:nvPr/>
        </p:nvSpPr>
        <p:spPr>
          <a:xfrm flipV="1">
            <a:off x="10269204" y="5214876"/>
            <a:ext cx="911511" cy="1374682"/>
          </a:xfrm>
          <a:custGeom>
            <a:avLst/>
            <a:gdLst>
              <a:gd name="connsiteX0" fmla="*/ 939346 w 1477282"/>
              <a:gd name="connsiteY0" fmla="*/ 0 h 2227943"/>
              <a:gd name="connsiteX1" fmla="*/ 0 w 1477282"/>
              <a:gd name="connsiteY1" fmla="*/ 2227943 h 2227943"/>
              <a:gd name="connsiteX2" fmla="*/ 1477282 w 1477282"/>
              <a:gd name="connsiteY2" fmla="*/ 1726293 h 2227943"/>
              <a:gd name="connsiteX3" fmla="*/ 939346 w 1477282"/>
              <a:gd name="connsiteY3" fmla="*/ 0 h 2227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7282" h="2227943">
                <a:moveTo>
                  <a:pt x="939346" y="0"/>
                </a:moveTo>
                <a:lnTo>
                  <a:pt x="0" y="2227943"/>
                </a:lnTo>
                <a:lnTo>
                  <a:pt x="1477282" y="1726293"/>
                </a:lnTo>
                <a:lnTo>
                  <a:pt x="939346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9" name="任意多边形: 形状 12598"/>
          <p:cNvSpPr/>
          <p:nvPr/>
        </p:nvSpPr>
        <p:spPr>
          <a:xfrm flipV="1">
            <a:off x="10272841" y="4742329"/>
            <a:ext cx="997429" cy="788091"/>
          </a:xfrm>
          <a:custGeom>
            <a:avLst/>
            <a:gdLst>
              <a:gd name="connsiteX0" fmla="*/ 0 w 1616529"/>
              <a:gd name="connsiteY0" fmla="*/ 508453 h 1277257"/>
              <a:gd name="connsiteX1" fmla="*/ 1471386 w 1616529"/>
              <a:gd name="connsiteY1" fmla="*/ 0 h 1277257"/>
              <a:gd name="connsiteX2" fmla="*/ 1616529 w 1616529"/>
              <a:gd name="connsiteY2" fmla="*/ 1277257 h 1277257"/>
              <a:gd name="connsiteX3" fmla="*/ 72572 w 1654629"/>
              <a:gd name="connsiteY3" fmla="*/ 478971 h 1277257"/>
              <a:gd name="connsiteX4" fmla="*/ 72572 w 1654629"/>
              <a:gd name="connsiteY4" fmla="*/ 478971 h 127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6529" h="1277257">
                <a:moveTo>
                  <a:pt x="0" y="508453"/>
                </a:moveTo>
                <a:lnTo>
                  <a:pt x="1471386" y="0"/>
                </a:lnTo>
                <a:lnTo>
                  <a:pt x="1616529" y="1277257"/>
                </a:lnTo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0" name="任意多边形: 形状 12599"/>
          <p:cNvSpPr/>
          <p:nvPr/>
        </p:nvSpPr>
        <p:spPr>
          <a:xfrm flipV="1">
            <a:off x="10848587" y="5524275"/>
            <a:ext cx="332546" cy="1120498"/>
          </a:xfrm>
          <a:custGeom>
            <a:avLst/>
            <a:gdLst>
              <a:gd name="connsiteX0" fmla="*/ 0 w 538956"/>
              <a:gd name="connsiteY0" fmla="*/ 91734 h 1815987"/>
              <a:gd name="connsiteX1" fmla="*/ 255360 w 538956"/>
              <a:gd name="connsiteY1" fmla="*/ 0 h 1815987"/>
              <a:gd name="connsiteX2" fmla="*/ 538956 w 538956"/>
              <a:gd name="connsiteY2" fmla="*/ 1815987 h 1815987"/>
              <a:gd name="connsiteX3" fmla="*/ 0 w 538956"/>
              <a:gd name="connsiteY3" fmla="*/ 91734 h 18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956" h="1815986">
                <a:moveTo>
                  <a:pt x="0" y="91734"/>
                </a:moveTo>
                <a:lnTo>
                  <a:pt x="255360" y="0"/>
                </a:lnTo>
                <a:lnTo>
                  <a:pt x="538956" y="1815987"/>
                </a:lnTo>
                <a:lnTo>
                  <a:pt x="0" y="91734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1" name="任意多边形: 形状 12600"/>
          <p:cNvSpPr/>
          <p:nvPr/>
        </p:nvSpPr>
        <p:spPr>
          <a:xfrm flipV="1">
            <a:off x="11179387" y="5507961"/>
            <a:ext cx="823774" cy="1191093"/>
          </a:xfrm>
          <a:custGeom>
            <a:avLst/>
            <a:gdLst>
              <a:gd name="connsiteX0" fmla="*/ 304572 w 1335087"/>
              <a:gd name="connsiteY0" fmla="*/ 0 h 1930400"/>
              <a:gd name="connsiteX1" fmla="*/ 0 w 1335087"/>
              <a:gd name="connsiteY1" fmla="*/ 1898990 h 1930400"/>
              <a:gd name="connsiteX2" fmla="*/ 1335087 w 1335087"/>
              <a:gd name="connsiteY2" fmla="*/ 1930400 h 1930400"/>
              <a:gd name="connsiteX3" fmla="*/ 304572 w 1335087"/>
              <a:gd name="connsiteY3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5087" h="1930400">
                <a:moveTo>
                  <a:pt x="304572" y="0"/>
                </a:moveTo>
                <a:lnTo>
                  <a:pt x="0" y="1898990"/>
                </a:lnTo>
                <a:lnTo>
                  <a:pt x="1335087" y="1930400"/>
                </a:lnTo>
                <a:lnTo>
                  <a:pt x="304572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2" name="任意多边形: 形状 12601"/>
          <p:cNvSpPr/>
          <p:nvPr/>
        </p:nvSpPr>
        <p:spPr>
          <a:xfrm flipV="1">
            <a:off x="11002301" y="5530420"/>
            <a:ext cx="366480" cy="1167164"/>
          </a:xfrm>
          <a:custGeom>
            <a:avLst/>
            <a:gdLst>
              <a:gd name="connsiteX0" fmla="*/ 0 w 593953"/>
              <a:gd name="connsiteY0" fmla="*/ 84137 h 1891619"/>
              <a:gd name="connsiteX1" fmla="*/ 593953 w 593953"/>
              <a:gd name="connsiteY1" fmla="*/ 0 h 1891619"/>
              <a:gd name="connsiteX2" fmla="*/ 287905 w 593953"/>
              <a:gd name="connsiteY2" fmla="*/ 1891619 h 1891619"/>
              <a:gd name="connsiteX3" fmla="*/ 0 w 593953"/>
              <a:gd name="connsiteY3" fmla="*/ 84137 h 189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953" h="1891619">
                <a:moveTo>
                  <a:pt x="0" y="84137"/>
                </a:moveTo>
                <a:lnTo>
                  <a:pt x="593953" y="0"/>
                </a:lnTo>
                <a:lnTo>
                  <a:pt x="287905" y="1891619"/>
                </a:lnTo>
                <a:lnTo>
                  <a:pt x="0" y="84137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3" name="任意多边形: 形状 12602"/>
          <p:cNvSpPr/>
          <p:nvPr/>
        </p:nvSpPr>
        <p:spPr>
          <a:xfrm flipV="1">
            <a:off x="11367591" y="5509570"/>
            <a:ext cx="959437" cy="1187105"/>
          </a:xfrm>
          <a:custGeom>
            <a:avLst/>
            <a:gdLst>
              <a:gd name="connsiteX0" fmla="*/ 1025753 w 1554956"/>
              <a:gd name="connsiteY0" fmla="*/ 1923937 h 1923937"/>
              <a:gd name="connsiteX1" fmla="*/ 1554956 w 1554956"/>
              <a:gd name="connsiteY1" fmla="*/ 1728108 h 1923937"/>
              <a:gd name="connsiteX2" fmla="*/ 0 w 1554956"/>
              <a:gd name="connsiteY2" fmla="*/ 0 h 1923937"/>
              <a:gd name="connsiteX3" fmla="*/ 1025753 w 1554956"/>
              <a:gd name="connsiteY3" fmla="*/ 1923937 h 192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4956" h="1923936">
                <a:moveTo>
                  <a:pt x="1025753" y="1923937"/>
                </a:moveTo>
                <a:lnTo>
                  <a:pt x="1554956" y="1728108"/>
                </a:lnTo>
                <a:lnTo>
                  <a:pt x="0" y="0"/>
                </a:lnTo>
                <a:lnTo>
                  <a:pt x="1025753" y="1923937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4" name="任意多边形: 形状 12603"/>
          <p:cNvSpPr/>
          <p:nvPr/>
        </p:nvSpPr>
        <p:spPr>
          <a:xfrm flipV="1">
            <a:off x="11365283" y="5631545"/>
            <a:ext cx="959297" cy="1326756"/>
          </a:xfrm>
          <a:custGeom>
            <a:avLst/>
            <a:gdLst>
              <a:gd name="connsiteX0" fmla="*/ 0 w 1554730"/>
              <a:gd name="connsiteY0" fmla="*/ 422616 h 2150269"/>
              <a:gd name="connsiteX1" fmla="*/ 1454037 w 1554730"/>
              <a:gd name="connsiteY1" fmla="*/ 0 h 2150269"/>
              <a:gd name="connsiteX2" fmla="*/ 1554730 w 1554730"/>
              <a:gd name="connsiteY2" fmla="*/ 2150269 h 2150269"/>
              <a:gd name="connsiteX3" fmla="*/ 72571 w 1509486"/>
              <a:gd name="connsiteY3" fmla="*/ 391886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4730" h="2150269">
                <a:moveTo>
                  <a:pt x="0" y="422616"/>
                </a:moveTo>
                <a:lnTo>
                  <a:pt x="1454037" y="0"/>
                </a:lnTo>
                <a:lnTo>
                  <a:pt x="1554730" y="2150269"/>
                </a:lnTo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6" name="任意多边形: 形状 12605"/>
          <p:cNvSpPr/>
          <p:nvPr/>
        </p:nvSpPr>
        <p:spPr>
          <a:xfrm flipV="1">
            <a:off x="10846559" y="6587389"/>
            <a:ext cx="161060" cy="338354"/>
          </a:xfrm>
          <a:custGeom>
            <a:avLst/>
            <a:gdLst>
              <a:gd name="connsiteX0" fmla="*/ 200366 w 261030"/>
              <a:gd name="connsiteY0" fmla="*/ 0 h 548369"/>
              <a:gd name="connsiteX1" fmla="*/ 0 w 261030"/>
              <a:gd name="connsiteY1" fmla="*/ 548369 h 548369"/>
              <a:gd name="connsiteX2" fmla="*/ 261030 w 261030"/>
              <a:gd name="connsiteY2" fmla="*/ 454479 h 548369"/>
              <a:gd name="connsiteX3" fmla="*/ 200366 w 261030"/>
              <a:gd name="connsiteY3" fmla="*/ 0 h 548369"/>
              <a:gd name="connsiteX4" fmla="*/ 174171 w 246742"/>
              <a:gd name="connsiteY4" fmla="*/ 0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030" h="548369">
                <a:moveTo>
                  <a:pt x="200366" y="0"/>
                </a:moveTo>
                <a:lnTo>
                  <a:pt x="0" y="548369"/>
                </a:lnTo>
                <a:lnTo>
                  <a:pt x="261030" y="454479"/>
                </a:lnTo>
                <a:lnTo>
                  <a:pt x="200366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7" name="任意多边形: 形状 12606"/>
          <p:cNvSpPr/>
          <p:nvPr/>
        </p:nvSpPr>
        <p:spPr>
          <a:xfrm flipV="1">
            <a:off x="10968998" y="6639163"/>
            <a:ext cx="399153" cy="289517"/>
          </a:xfrm>
          <a:custGeom>
            <a:avLst/>
            <a:gdLst>
              <a:gd name="connsiteX0" fmla="*/ 646906 w 646906"/>
              <a:gd name="connsiteY0" fmla="*/ 376691 h 469220"/>
              <a:gd name="connsiteX1" fmla="*/ 0 w 646906"/>
              <a:gd name="connsiteY1" fmla="*/ 0 h 469220"/>
              <a:gd name="connsiteX2" fmla="*/ 63499 w 646906"/>
              <a:gd name="connsiteY2" fmla="*/ 469220 h 469220"/>
              <a:gd name="connsiteX3" fmla="*/ 646906 w 646906"/>
              <a:gd name="connsiteY3" fmla="*/ 376691 h 469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906" h="469220">
                <a:moveTo>
                  <a:pt x="646906" y="376691"/>
                </a:moveTo>
                <a:lnTo>
                  <a:pt x="0" y="0"/>
                </a:lnTo>
                <a:lnTo>
                  <a:pt x="63499" y="469220"/>
                </a:lnTo>
                <a:lnTo>
                  <a:pt x="646906" y="376691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7" name="任意多边形: 形状 896"/>
          <p:cNvSpPr/>
          <p:nvPr/>
        </p:nvSpPr>
        <p:spPr>
          <a:xfrm flipV="1">
            <a:off x="10890637" y="6696746"/>
            <a:ext cx="475345" cy="444701"/>
          </a:xfrm>
          <a:custGeom>
            <a:avLst/>
            <a:gdLst>
              <a:gd name="connsiteX0" fmla="*/ 0 w 770390"/>
              <a:gd name="connsiteY0" fmla="*/ 0 h 720725"/>
              <a:gd name="connsiteX1" fmla="*/ 128247 w 770390"/>
              <a:gd name="connsiteY1" fmla="*/ 348343 h 720725"/>
              <a:gd name="connsiteX2" fmla="*/ 770390 w 770390"/>
              <a:gd name="connsiteY2" fmla="*/ 720725 h 720725"/>
              <a:gd name="connsiteX3" fmla="*/ 87086 w 841828"/>
              <a:gd name="connsiteY3" fmla="*/ 58057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0390" h="720725">
                <a:moveTo>
                  <a:pt x="0" y="0"/>
                </a:moveTo>
                <a:lnTo>
                  <a:pt x="128247" y="348343"/>
                </a:lnTo>
                <a:lnTo>
                  <a:pt x="770390" y="720725"/>
                </a:lnTo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8" name="任意多边形: 形状 897"/>
          <p:cNvSpPr/>
          <p:nvPr/>
        </p:nvSpPr>
        <p:spPr>
          <a:xfrm flipV="1">
            <a:off x="10880561" y="6696793"/>
            <a:ext cx="1379160" cy="448409"/>
          </a:xfrm>
          <a:custGeom>
            <a:avLst/>
            <a:gdLst>
              <a:gd name="connsiteX0" fmla="*/ 2235200 w 2235200"/>
              <a:gd name="connsiteY0" fmla="*/ 304800 h 726735"/>
              <a:gd name="connsiteX1" fmla="*/ 788534 w 2235200"/>
              <a:gd name="connsiteY1" fmla="*/ 726735 h 726735"/>
              <a:gd name="connsiteX2" fmla="*/ 0 w 2235200"/>
              <a:gd name="connsiteY2" fmla="*/ 0 h 726735"/>
              <a:gd name="connsiteX3" fmla="*/ 2235200 w 2235200"/>
              <a:gd name="connsiteY3" fmla="*/ 304800 h 726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5200" h="726735">
                <a:moveTo>
                  <a:pt x="2235200" y="304800"/>
                </a:moveTo>
                <a:lnTo>
                  <a:pt x="788534" y="726735"/>
                </a:lnTo>
                <a:lnTo>
                  <a:pt x="0" y="0"/>
                </a:lnTo>
                <a:lnTo>
                  <a:pt x="2235200" y="30480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81" name="组合 12580"/>
          <p:cNvGrpSpPr/>
          <p:nvPr/>
        </p:nvGrpSpPr>
        <p:grpSpPr>
          <a:xfrm flipV="1">
            <a:off x="8067035" y="3285308"/>
            <a:ext cx="4338637" cy="3633788"/>
            <a:chOff x="15939" y="3267112"/>
            <a:chExt cx="4338637" cy="3633788"/>
          </a:xfrm>
        </p:grpSpPr>
        <p:sp>
          <p:nvSpPr>
            <p:cNvPr id="11982" name="Freeform 2105"/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3" name="Freeform 2106"/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4" name="Freeform 2107"/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close/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5" name="Freeform 2108"/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8" name="Freeform 2111"/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9" name="Freeform 2112"/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9" name="Freeform 171"/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close/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close/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close/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0" name="Freeform 172"/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1" name="Freeform 173"/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close/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close/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2" name="Freeform 174"/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3" name="Freeform 175"/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4" name="Freeform 176"/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5" name="Freeform 177"/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6" name="Freeform 178"/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7" name="Freeform 179"/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close/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close/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close/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close/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8" name="Freeform 180"/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9" name="Freeform 181"/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0" name="Freeform 182"/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1" name="Freeform 183"/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close/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close/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2" name="Freeform 184"/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3" name="Freeform 185"/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4" name="Freeform 186"/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5" name="Freeform 187"/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6" name="Freeform 188"/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7" name="Rectangle 189"/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8" name="Rectangle 190"/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9" name="Freeform 191"/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0" name="Freeform 192"/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1" name="Rectangle 193"/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2" name="Rectangle 194"/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3" name="Freeform 195"/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close/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close/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4" name="Freeform 196"/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5" name="Freeform 197"/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6" name="Freeform 198"/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7" name="Freeform 199"/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8" name="Freeform 200"/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9" name="Freeform 201"/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0" name="Freeform 202"/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1" name="Freeform 203"/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2" name="Freeform 204"/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3" name="Freeform 205"/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4" name="Freeform 206"/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5" name="Freeform 207"/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close/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6" name="Freeform 208"/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7" name="Freeform 209"/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8" name="Freeform 210"/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9" name="Freeform 211"/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0" name="Freeform 212"/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1" name="Freeform 213"/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2" name="Freeform 214"/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3" name="Freeform 215"/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4" name="Freeform 216"/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5" name="Freeform 217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6" name="Freeform 218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7" name="Rectangle 219"/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8" name="Rectangle 220"/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9" name="Freeform 221"/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0" name="Freeform 222"/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1" name="Freeform 223"/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2" name="Freeform 224"/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3" name="Freeform 225"/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4" name="Freeform 226"/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5" name="Freeform 227"/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close/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6" name="Freeform 228"/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7" name="Freeform 229"/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8" name="Freeform 230"/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9" name="Freeform 231"/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0" name="Freeform 232"/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1" name="Freeform 233"/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2" name="Freeform 234"/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3" name="Freeform 235"/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4" name="Freeform 236"/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5" name="Freeform 237"/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6" name="Freeform 238"/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7" name="Freeform 239"/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8" name="Freeform 240"/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9" name="Freeform 241"/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0" name="Freeform 242"/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1" name="Freeform 243"/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2" name="Freeform 244"/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3" name="Freeform 245"/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4" name="Freeform 246"/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5" name="Rectangle 247"/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6" name="Rectangle 248"/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7" name="Freeform 249"/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8" name="Freeform 250"/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9" name="Freeform 251"/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0" name="Freeform 252"/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1" name="Freeform 253"/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2" name="Freeform 254"/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3" name="Freeform 255"/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4" name="Freeform 256"/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5" name="Freeform 257"/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6" name="Freeform 258"/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7" name="Freeform 259"/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8" name="Freeform 260"/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9" name="Freeform 261"/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0" name="Freeform 262"/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1" name="Freeform 263"/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2" name="Freeform 264"/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3" name="Freeform 265"/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4" name="Freeform 266"/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5" name="Freeform 267"/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6" name="Freeform 268"/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7" name="Freeform 269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8" name="Freeform 270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9" name="Rectangle 271"/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0" name="Rectangle 272"/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1" name="Freeform 273"/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2" name="Freeform 274"/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3" name="Freeform 275"/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4" name="Freeform 276"/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5" name="Freeform 277"/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6" name="Freeform 278"/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7" name="Freeform 279"/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8" name="Freeform 280"/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9" name="Freeform 281"/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0" name="Freeform 282"/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1" name="Freeform 283"/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2" name="Freeform 284"/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3" name="Freeform 285"/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4" name="Freeform 286"/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5" name="Freeform 287"/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6" name="Freeform 288"/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7" name="Freeform 289"/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8" name="Freeform 290"/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9" name="Freeform 291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0" name="Freeform 292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1" name="Rectangle 293"/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2" name="Rectangle 294"/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3" name="Freeform 295"/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4" name="Freeform 296"/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5" name="Freeform 297"/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6" name="Freeform 298"/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7" name="Freeform 299"/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8" name="Freeform 300"/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9" name="Freeform 301"/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0" name="Freeform 302"/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1" name="Rectangle 303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2" name="Rectangle 304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3" name="Freeform 305"/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4" name="Freeform 306"/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5" name="Freeform 307"/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6" name="Freeform 308"/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7" name="Rectangle 309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8" name="Freeform 310"/>
            <p:cNvSpPr/>
            <p:nvPr/>
          </p:nvSpPr>
          <p:spPr bwMode="auto">
            <a:xfrm flipH="1">
              <a:off x="3036951" y="4502188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9" name="Freeform 311"/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0" name="Freeform 312"/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1" name="Freeform 313"/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2" name="Freeform 314"/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3" name="Freeform 315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4" name="Freeform 316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5" name="Freeform 317"/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6" name="Freeform 318"/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7" name="Freeform 319"/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8" name="Freeform 320"/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9" name="Freeform 321"/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close/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close/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0" name="Freeform 322"/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1" name="Freeform 323"/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2" name="Freeform 324"/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3" name="Freeform 325"/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4" name="Freeform 326"/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5" name="Freeform 327"/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6" name="Freeform 328"/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7" name="Freeform 329"/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8" name="Freeform 330"/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9" name="Rectangle 331"/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0" name="Rectangle 332"/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1" name="Rectangle 333"/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2" name="Rectangle 334"/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3" name="Freeform 335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4" name="Freeform 336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5" name="Freeform 337"/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6" name="Freeform 338"/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7" name="Freeform 339"/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8" name="Freeform 340"/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9" name="Freeform 341"/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0" name="Freeform 342"/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1" name="Freeform 343"/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2" name="Freeform 344"/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3" name="Freeform 345"/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4" name="Freeform 346"/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5" name="Freeform 347"/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6" name="Freeform 348"/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7" name="Freeform 349"/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8" name="Freeform 350"/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9" name="Freeform 351"/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0" name="Freeform 352"/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1" name="Freeform 353"/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2" name="Freeform 354"/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3" name="Freeform 355"/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4" name="Freeform 356"/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5" name="Freeform 357"/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6" name="Freeform 358"/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7" name="Freeform 359"/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8" name="Freeform 360"/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9" name="Freeform 361"/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0" name="Freeform 362"/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1" name="Freeform 363"/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2" name="Freeform 364"/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3" name="Freeform 365"/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4" name="Freeform 366"/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5" name="Freeform 367"/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6" name="Freeform 368"/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7" name="Freeform 369"/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8" name="Freeform 370"/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9" name="Freeform 372"/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0" name="Freeform 373"/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1" name="Freeform 374"/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2" name="Freeform 375"/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3" name="Freeform 376"/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4" name="Freeform 377"/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5" name="Freeform 378"/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6" name="Freeform 379"/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7" name="Freeform 380"/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8" name="Freeform 381"/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9" name="Freeform 382"/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0" name="Freeform 383"/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1" name="Freeform 384"/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2" name="Freeform 385"/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3" name="Freeform 386"/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4" name="Freeform 387"/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5" name="Freeform 388"/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6" name="Freeform 389"/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7" name="Rectangle 390"/>
            <p:cNvSpPr>
              <a:spLocks noChangeArrowheads="1"/>
            </p:cNvSpPr>
            <p:nvPr/>
          </p:nvSpPr>
          <p:spPr bwMode="auto">
            <a:xfrm>
              <a:off x="2300351" y="34671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8" name="Freeform 391"/>
            <p:cNvSpPr/>
            <p:nvPr/>
          </p:nvSpPr>
          <p:spPr bwMode="auto">
            <a:xfrm flipH="1">
              <a:off x="2300351" y="34671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9" name="Freeform 392"/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0" name="Freeform 393"/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1" name="Freeform 394"/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2" name="Freeform 395"/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3" name="Freeform 396"/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4" name="Freeform 397"/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5" name="Freeform 398"/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close/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close/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6" name="Freeform 399"/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7" name="Rectangle 400"/>
            <p:cNvSpPr>
              <a:spLocks noChangeArrowheads="1"/>
            </p:cNvSpPr>
            <p:nvPr/>
          </p:nvSpPr>
          <p:spPr bwMode="auto">
            <a:xfrm>
              <a:off x="2128901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8" name="Freeform 401"/>
            <p:cNvSpPr/>
            <p:nvPr/>
          </p:nvSpPr>
          <p:spPr bwMode="auto">
            <a:xfrm flipH="1">
              <a:off x="2128901" y="45339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9" name="Freeform 402"/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0" name="Freeform 403"/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1" name="Freeform 404"/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2" name="Freeform 405"/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3" name="Freeform 406"/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4" name="Freeform 407"/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5" name="Freeform 408"/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6" name="Freeform 409"/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7" name="Freeform 410"/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8" name="Freeform 411"/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9" name="Freeform 412"/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0" name="Freeform 413"/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1" name="Rectangle 414"/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2" name="Rectangle 415"/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3" name="Freeform 416"/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close/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4" name="Freeform 417"/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5" name="Freeform 418"/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close/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6" name="Freeform 419"/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moveTo>
                    <a:pt x="4" y="1"/>
                  </a:moveTo>
                  <a:lnTo>
                    <a:pt x="4" y="1"/>
                  </a:lnTo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7" name="Freeform 420"/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8" name="Freeform 421"/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9" name="Freeform 422"/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0" name="Freeform 423"/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1" name="Freeform 424"/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2" name="Freeform 425"/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3" name="Freeform 426"/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4" name="Freeform 427"/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5" name="Freeform 428"/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6" name="Freeform 429"/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7" name="Freeform 430"/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8" name="Freeform 431"/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9" name="Freeform 432"/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close/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0" name="Freeform 433"/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1" name="Freeform 434"/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2" name="Freeform 435"/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3" name="Freeform 436"/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4" name="Freeform 437"/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5" name="Freeform 438"/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6" name="Freeform 439"/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7" name="Freeform 440"/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8" name="Freeform 441"/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9" name="Freeform 442"/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0" name="Freeform 443"/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1" name="Freeform 444"/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2" name="Freeform 445"/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3" name="Freeform 446"/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4" name="Freeform 447"/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5" name="Rectangle 448"/>
            <p:cNvSpPr>
              <a:spLocks noChangeArrowheads="1"/>
            </p:cNvSpPr>
            <p:nvPr/>
          </p:nvSpPr>
          <p:spPr bwMode="auto">
            <a:xfrm>
              <a:off x="2146364" y="37973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6" name="Freeform 449"/>
            <p:cNvSpPr/>
            <p:nvPr/>
          </p:nvSpPr>
          <p:spPr bwMode="auto">
            <a:xfrm flipH="1">
              <a:off x="2146364" y="37973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7" name="Freeform 450"/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8" name="Freeform 451"/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9" name="Freeform 452"/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0" name="Freeform 453"/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1" name="Freeform 454"/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2" name="Freeform 455"/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3" name="Freeform 456"/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4" name="Freeform 457"/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5" name="Rectangle 458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6" name="Rectangle 459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7" name="Rectangle 460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8" name="Rectangle 461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9" name="Rectangle 462"/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0" name="Rectangle 463"/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1" name="Freeform 464"/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2" name="Freeform 465"/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3" name="Freeform 466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4" name="Freeform 467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5" name="Freeform 468"/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6" name="Freeform 469"/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7" name="Freeform 470"/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8" name="Freeform 471"/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9" name="Rectangle 472"/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0" name="Rectangle 473"/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1" name="Rectangle 474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2" name="Rectangle 475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3" name="Freeform 476"/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4" name="Freeform 477"/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5" name="Freeform 478"/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6" name="Freeform 479"/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7" name="Freeform 480"/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8" name="Freeform 481"/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9" name="Rectangle 482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0" name="Rectangle 483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1" name="Freeform 484"/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2" name="Freeform 485"/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3" name="Rectangle 486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4" name="Rectangle 487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5" name="Rectangle 488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6" name="Rectangle 489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7" name="Freeform 490"/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8" name="Freeform 491"/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9" name="Rectangle 492"/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0" name="Rectangle 493"/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1" name="Freeform 494"/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2" name="Freeform 495"/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3" name="Freeform 496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4" name="Freeform 497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5" name="Freeform 498"/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6" name="Freeform 499"/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7" name="Freeform 500"/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8" name="Freeform 501"/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9" name="Freeform 502"/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0" name="Freeform 503"/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1" name="Freeform 504"/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2" name="Freeform 505"/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3" name="Freeform 506"/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4" name="Freeform 507"/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5" name="Freeform 508"/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6" name="Freeform 509"/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7" name="Freeform 510"/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8" name="Freeform 511"/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9" name="Freeform 512"/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close/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close/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close/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0" name="Freeform 513"/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1" name="Freeform 514"/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close/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close/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2" name="Freeform 515"/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3" name="Freeform 516"/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4" name="Freeform 517"/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5" name="Freeform 518"/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close/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close/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6" name="Freeform 519"/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7" name="Freeform 520"/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8" name="Freeform 521"/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9" name="Freeform 522"/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0" name="Freeform 523"/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1" name="Freeform 524"/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2" name="Freeform 525"/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3" name="Freeform 526"/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4" name="Freeform 527"/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5" name="Freeform 528"/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close/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6" name="Freeform 529"/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7" name="Freeform 530"/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close/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8" name="Freeform 531"/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9" name="Freeform 532"/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0" name="Freeform 533"/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1" name="Rectangle 534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2" name="Rectangle 535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3" name="Freeform 536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4" name="Freeform 537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5" name="Rectangle 538"/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6" name="Rectangle 539"/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7" name="Rectangle 540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8" name="Rectangle 541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9" name="Rectangle 542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0" name="Rectangle 543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1" name="Freeform 544"/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2" name="Freeform 545"/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3" name="Freeform 546"/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4" name="Freeform 547"/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5" name="Freeform 548"/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6" name="Freeform 549"/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7" name="Freeform 550"/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8" name="Freeform 551"/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9" name="Freeform 552"/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0" name="Freeform 553"/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1" name="Freeform 554"/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close/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2" name="Freeform 555"/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3" name="Freeform 556"/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4" name="Freeform 557"/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5" name="Freeform 558"/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6" name="Freeform 559"/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7" name="Rectangle 560"/>
            <p:cNvSpPr>
              <a:spLocks noChangeArrowheads="1"/>
            </p:cNvSpPr>
            <p:nvPr/>
          </p:nvSpPr>
          <p:spPr bwMode="auto">
            <a:xfrm>
              <a:off x="3090926" y="4778412"/>
              <a:ext cx="1587" cy="4763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8" name="Freeform 561"/>
            <p:cNvSpPr/>
            <p:nvPr/>
          </p:nvSpPr>
          <p:spPr bwMode="auto">
            <a:xfrm flipH="1">
              <a:off x="3090926" y="4778412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9" name="Freeform 562"/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0" name="Freeform 563"/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1" name="Freeform 564"/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2" name="Freeform 565"/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3" name="Freeform 566"/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4" name="Freeform 567"/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5" name="Freeform 568"/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6" name="Freeform 569"/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7" name="Freeform 570"/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close/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8" name="Freeform 571"/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3" name="Freeform 573"/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4" name="Freeform 574"/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5" name="Freeform 575"/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6" name="Freeform 576"/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7" name="Freeform 577"/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8" name="Freeform 578"/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9" name="Freeform 579"/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0" name="Freeform 580"/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1" name="Freeform 581"/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close/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6" name="Freeform 582"/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7" name="Freeform 583"/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0" name="Freeform 584"/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1" name="Freeform 585"/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2" name="Freeform 586"/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3" name="Freeform 587"/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4" name="Freeform 588"/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5" name="Freeform 589"/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6" name="Freeform 590"/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7" name="Rectangle 591"/>
            <p:cNvSpPr>
              <a:spLocks noChangeArrowheads="1"/>
            </p:cNvSpPr>
            <p:nvPr/>
          </p:nvSpPr>
          <p:spPr bwMode="auto">
            <a:xfrm>
              <a:off x="3368739" y="56547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8" name="Freeform 592"/>
            <p:cNvSpPr/>
            <p:nvPr/>
          </p:nvSpPr>
          <p:spPr bwMode="auto">
            <a:xfrm flipH="1">
              <a:off x="3368739" y="56547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9" name="Freeform 593"/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0" name="Freeform 594"/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1" name="Freeform 595"/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2" name="Freeform 596"/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3" name="Freeform 597"/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4" name="Freeform 598"/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5" name="Freeform 599"/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6" name="Freeform 600"/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7" name="Freeform 601"/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8" name="Freeform 602"/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9" name="Freeform 603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0" name="Freeform 604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1" name="Freeform 605"/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2" name="Freeform 606"/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3" name="Freeform 607"/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4" name="Freeform 608"/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5" name="Freeform 609"/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6" name="Freeform 610"/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7" name="Freeform 611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8" name="Freeform 612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9" name="Freeform 613"/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0" name="Freeform 614"/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1" name="Freeform 615"/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2" name="Freeform 616"/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3" name="Freeform 617"/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4" name="Freeform 618"/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5" name="Freeform 619"/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close/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close/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6" name="Freeform 620"/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7" name="Freeform 621"/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8" name="Freeform 622"/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9" name="Freeform 623"/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0" name="Freeform 624"/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1" name="Freeform 625"/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2" name="Freeform 626"/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3" name="Freeform 627"/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close/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4" name="Freeform 628"/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5" name="Freeform 629"/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6" name="Freeform 630"/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7" name="Freeform 631"/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8" name="Freeform 632"/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9" name="Freeform 633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0" name="Freeform 634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1" name="Freeform 635"/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2" name="Freeform 636"/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3" name="Freeform 637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4" name="Freeform 638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5" name="Freeform 639"/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close/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close/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6" name="Freeform 640"/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7" name="Freeform 641"/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8" name="Freeform 642"/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9" name="Freeform 643"/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0" name="Freeform 644"/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1" name="Rectangle 645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2" name="Rectangle 646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3" name="Freeform 647"/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4" name="Freeform 648"/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5" name="Freeform 649"/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6" name="Freeform 650"/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7" name="Freeform 651"/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8" name="Freeform 652"/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9" name="Freeform 653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0" name="Freeform 654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1" name="Rectangle 655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2" name="Rectangle 656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3" name="Rectangle 657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4" name="Rectangle 658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5" name="Rectangle 659"/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6" name="Rectangle 660"/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7" name="Rectangle 661"/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8" name="Rectangle 662"/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9" name="Freeform 663"/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0" name="Freeform 664"/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1" name="Freeform 665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2" name="Freeform 666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3" name="Freeform 667"/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4" name="Freeform 668"/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5" name="Freeform 669"/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6" name="Freeform 670"/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7" name="Freeform 671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8" name="Freeform 672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9" name="Freeform 673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0" name="Freeform 674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1" name="Freeform 675"/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2" name="Freeform 676"/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3" name="Freeform 677"/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4" name="Freeform 678"/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5" name="Rectangle 679"/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6" name="Rectangle 680"/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7" name="Freeform 681"/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8" name="Freeform 682"/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9" name="Freeform 683"/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0" name="Freeform 684"/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1" name="Rectangle 685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2" name="Rectangle 686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3" name="Rectangle 687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4" name="Rectangle 688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5" name="Rectangle 689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6" name="Rectangle 690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7" name="Rectangle 691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8" name="Freeform 692"/>
            <p:cNvSpPr/>
            <p:nvPr/>
          </p:nvSpPr>
          <p:spPr bwMode="auto">
            <a:xfrm flipH="1">
              <a:off x="2122551" y="45434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9" name="Rectangle 693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0" name="Rectangle 694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1" name="Rectangle 695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2" name="Rectangle 696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3" name="Freeform 697"/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4" name="Freeform 698"/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5" name="Freeform 699"/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6" name="Freeform 700"/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7" name="Freeform 701"/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8" name="Freeform 702"/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9" name="Rectangle 703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0" name="Rectangle 704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1" name="Rectangle 705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2" name="Freeform 706"/>
            <p:cNvSpPr/>
            <p:nvPr/>
          </p:nvSpPr>
          <p:spPr bwMode="auto">
            <a:xfrm>
              <a:off x="2120964" y="4543462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3" name="Freeform 707"/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4" name="Freeform 708"/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5" name="Freeform 709"/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6" name="Freeform 710"/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7" name="Freeform 711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8" name="Freeform 712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9" name="Freeform 713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0" name="Freeform 714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1" name="Freeform 715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2" name="Freeform 716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3" name="Rectangle 717"/>
            <p:cNvSpPr>
              <a:spLocks noChangeArrowheads="1"/>
            </p:cNvSpPr>
            <p:nvPr/>
          </p:nvSpPr>
          <p:spPr bwMode="auto">
            <a:xfrm>
              <a:off x="2125726" y="45387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4" name="Freeform 718"/>
            <p:cNvSpPr/>
            <p:nvPr/>
          </p:nvSpPr>
          <p:spPr bwMode="auto">
            <a:xfrm flipH="1">
              <a:off x="2125726" y="453870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5" name="Freeform 719"/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6" name="Freeform 720"/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7" name="Freeform 721"/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8" name="Freeform 722"/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9" name="Freeform 723"/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0" name="Freeform 724"/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1" name="Freeform 725"/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2" name="Freeform 726"/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3" name="Rectangle 727"/>
            <p:cNvSpPr>
              <a:spLocks noChangeArrowheads="1"/>
            </p:cNvSpPr>
            <p:nvPr/>
          </p:nvSpPr>
          <p:spPr bwMode="auto">
            <a:xfrm>
              <a:off x="2119376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4" name="Freeform 728"/>
            <p:cNvSpPr/>
            <p:nvPr/>
          </p:nvSpPr>
          <p:spPr bwMode="auto">
            <a:xfrm>
              <a:off x="2119376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5" name="Freeform 729"/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6" name="Freeform 730"/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7" name="Freeform 731"/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8" name="Freeform 732"/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9" name="Freeform 733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0" name="Freeform 734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1" name="Freeform 735"/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2" name="Freeform 736"/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3" name="Freeform 737"/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4" name="Freeform 738"/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5" name="Rectangle 739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6" name="Rectangle 740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7" name="Rectangle 741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8" name="Freeform 742"/>
            <p:cNvSpPr/>
            <p:nvPr/>
          </p:nvSpPr>
          <p:spPr bwMode="auto">
            <a:xfrm flipH="1">
              <a:off x="2984564" y="49054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9" name="Freeform 743"/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0" name="Freeform 744"/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1" name="Rectangle 745"/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2" name="Rectangle 746"/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3" name="Freeform 747"/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4" name="Freeform 748"/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5" name="Rectangle 749"/>
            <p:cNvSpPr>
              <a:spLocks noChangeArrowheads="1"/>
            </p:cNvSpPr>
            <p:nvPr/>
          </p:nvSpPr>
          <p:spPr bwMode="auto">
            <a:xfrm>
              <a:off x="2982976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6" name="Freeform 750"/>
            <p:cNvSpPr/>
            <p:nvPr/>
          </p:nvSpPr>
          <p:spPr bwMode="auto">
            <a:xfrm flipH="1">
              <a:off x="298297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7" name="Freeform 751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8" name="Freeform 752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9" name="Freeform 753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0" name="Freeform 754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1" name="Freeform 755"/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2" name="Freeform 756"/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3" name="Freeform 757"/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4" name="Freeform 758"/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5" name="Rectangle 759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6" name="Rectangle 760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7" name="Rectangle 761"/>
            <p:cNvSpPr>
              <a:spLocks noChangeArrowheads="1"/>
            </p:cNvSpPr>
            <p:nvPr/>
          </p:nvSpPr>
          <p:spPr bwMode="auto">
            <a:xfrm>
              <a:off x="1889189" y="60420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8" name="Freeform 762"/>
            <p:cNvSpPr/>
            <p:nvPr/>
          </p:nvSpPr>
          <p:spPr bwMode="auto">
            <a:xfrm flipH="1">
              <a:off x="1889189" y="60420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9" name="Freeform 763"/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0" name="Freeform 764"/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1" name="Rectangle 765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2" name="Rectangle 766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3" name="Rectangle 767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4" name="Freeform 768"/>
            <p:cNvSpPr/>
            <p:nvPr/>
          </p:nvSpPr>
          <p:spPr bwMode="auto">
            <a:xfrm flipH="1">
              <a:off x="2976626" y="49022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5" name="Freeform 769"/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6" name="Freeform 770"/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7" name="Freeform 771"/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8" name="Freeform 772"/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774"/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775"/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776"/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777"/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778"/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779"/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780"/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781"/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782"/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783"/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784"/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close/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785"/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786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787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788"/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789"/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790"/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791"/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792"/>
            <p:cNvSpPr>
              <a:spLocks noChangeArrowheads="1"/>
            </p:cNvSpPr>
            <p:nvPr/>
          </p:nvSpPr>
          <p:spPr bwMode="auto">
            <a:xfrm>
              <a:off x="2611501" y="608968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793"/>
            <p:cNvSpPr/>
            <p:nvPr/>
          </p:nvSpPr>
          <p:spPr bwMode="auto">
            <a:xfrm flipH="1">
              <a:off x="2611501" y="608968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794"/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close/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795"/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796"/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797"/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798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799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800"/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801"/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802"/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803"/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804"/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close/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805"/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806"/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807"/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808"/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close/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close/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close/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809"/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810"/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811"/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812"/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close/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813"/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814"/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815"/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816"/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817"/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818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819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820"/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821"/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822"/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823"/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824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825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826"/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827"/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828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829"/>
            <p:cNvSpPr/>
            <p:nvPr/>
          </p:nvSpPr>
          <p:spPr bwMode="auto">
            <a:xfrm flipH="1">
              <a:off x="3400489" y="46180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830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831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832"/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833"/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834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835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836"/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837"/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838"/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839"/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840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841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842"/>
            <p:cNvSpPr>
              <a:spLocks noEditPoints="1"/>
            </p:cNvSpPr>
            <p:nvPr/>
          </p:nvSpPr>
          <p:spPr bwMode="auto">
            <a:xfrm>
              <a:off x="3695764" y="4881600"/>
              <a:ext cx="657225" cy="565150"/>
            </a:xfrm>
            <a:custGeom>
              <a:avLst/>
              <a:gdLst>
                <a:gd name="T0" fmla="*/ 414 w 414"/>
                <a:gd name="T1" fmla="*/ 351 h 356"/>
                <a:gd name="T2" fmla="*/ 411 w 414"/>
                <a:gd name="T3" fmla="*/ 353 h 356"/>
                <a:gd name="T4" fmla="*/ 414 w 414"/>
                <a:gd name="T5" fmla="*/ 356 h 356"/>
                <a:gd name="T6" fmla="*/ 414 w 414"/>
                <a:gd name="T7" fmla="*/ 351 h 356"/>
                <a:gd name="T8" fmla="*/ 0 w 414"/>
                <a:gd name="T9" fmla="*/ 0 h 356"/>
                <a:gd name="T10" fmla="*/ 407 w 414"/>
                <a:gd name="T11" fmla="*/ 350 h 356"/>
                <a:gd name="T12" fmla="*/ 407 w 414"/>
                <a:gd name="T13" fmla="*/ 350 h 356"/>
                <a:gd name="T14" fmla="*/ 0 w 414"/>
                <a:gd name="T15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2" h="356">
                  <a:moveTo>
                    <a:pt x="414" y="351"/>
                  </a:moveTo>
                  <a:lnTo>
                    <a:pt x="411" y="353"/>
                  </a:lnTo>
                  <a:lnTo>
                    <a:pt x="414" y="356"/>
                  </a:lnTo>
                  <a:lnTo>
                    <a:pt x="414" y="351"/>
                  </a:lnTo>
                  <a:close/>
                  <a:moveTo>
                    <a:pt x="0" y="0"/>
                  </a:moveTo>
                  <a:lnTo>
                    <a:pt x="407" y="350"/>
                  </a:lnTo>
                  <a:lnTo>
                    <a:pt x="407" y="35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844"/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845"/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846"/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847"/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848"/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849"/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850"/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851"/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2" name="Freeform 852"/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3" name="Freeform 853"/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4" name="Freeform 854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5" name="Freeform 855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6" name="Freeform 856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7" name="Freeform 857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8" name="Freeform 858"/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9" name="Freeform 859"/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0" name="Rectangle 860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1" name="Rectangle 861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2" name="Rectangle 862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3" name="Rectangle 863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4" name="Freeform 864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5" name="Freeform 865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6" name="Freeform 866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7" name="Freeform 867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8" name="Freeform 868"/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close/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9" name="Freeform 869"/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0" name="Freeform 870"/>
            <p:cNvSpPr/>
            <p:nvPr/>
          </p:nvSpPr>
          <p:spPr bwMode="auto">
            <a:xfrm>
              <a:off x="3403664" y="4629187"/>
              <a:ext cx="708025" cy="968375"/>
            </a:xfrm>
            <a:custGeom>
              <a:avLst/>
              <a:gdLst>
                <a:gd name="T0" fmla="*/ 0 w 446"/>
                <a:gd name="T1" fmla="*/ 0 h 610"/>
                <a:gd name="T2" fmla="*/ 0 w 446"/>
                <a:gd name="T3" fmla="*/ 2 h 610"/>
                <a:gd name="T4" fmla="*/ 441 w 446"/>
                <a:gd name="T5" fmla="*/ 610 h 610"/>
                <a:gd name="T6" fmla="*/ 443 w 446"/>
                <a:gd name="T7" fmla="*/ 610 h 610"/>
                <a:gd name="T8" fmla="*/ 444 w 446"/>
                <a:gd name="T9" fmla="*/ 610 h 610"/>
                <a:gd name="T10" fmla="*/ 446 w 446"/>
                <a:gd name="T11" fmla="*/ 608 h 610"/>
                <a:gd name="T12" fmla="*/ 444 w 446"/>
                <a:gd name="T13" fmla="*/ 607 h 610"/>
                <a:gd name="T14" fmla="*/ 11 w 446"/>
                <a:gd name="T15" fmla="*/ 10 h 610"/>
                <a:gd name="T16" fmla="*/ 0 w 446"/>
                <a:gd name="T17" fmla="*/ 0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6" h="610">
                  <a:moveTo>
                    <a:pt x="0" y="0"/>
                  </a:moveTo>
                  <a:lnTo>
                    <a:pt x="0" y="2"/>
                  </a:lnTo>
                  <a:lnTo>
                    <a:pt x="441" y="610"/>
                  </a:lnTo>
                  <a:lnTo>
                    <a:pt x="443" y="610"/>
                  </a:lnTo>
                  <a:lnTo>
                    <a:pt x="444" y="610"/>
                  </a:lnTo>
                  <a:lnTo>
                    <a:pt x="446" y="608"/>
                  </a:lnTo>
                  <a:lnTo>
                    <a:pt x="444" y="607"/>
                  </a:lnTo>
                  <a:lnTo>
                    <a:pt x="11" y="1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2" name="Freeform 872"/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3" name="Freeform 873"/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4" name="Freeform 874"/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5" name="Freeform 875"/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6" name="Freeform 876"/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" name="Freeform 877"/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8" name="Rectangle 878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9" name="Freeform 879"/>
            <p:cNvSpPr/>
            <p:nvPr/>
          </p:nvSpPr>
          <p:spPr bwMode="auto">
            <a:xfrm flipH="1">
              <a:off x="3397314" y="46244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0" name="Freeform 880"/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close/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1" name="Freeform 881"/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2" name="Rectangle 882"/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3" name="Rectangle 883"/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4" name="Freeform 884"/>
            <p:cNvSpPr/>
            <p:nvPr/>
          </p:nvSpPr>
          <p:spPr bwMode="auto">
            <a:xfrm>
              <a:off x="3410014" y="4629187"/>
              <a:ext cx="942975" cy="812800"/>
            </a:xfrm>
            <a:custGeom>
              <a:avLst/>
              <a:gdLst>
                <a:gd name="T0" fmla="*/ 0 w 594"/>
                <a:gd name="T1" fmla="*/ 0 h 512"/>
                <a:gd name="T2" fmla="*/ 7 w 594"/>
                <a:gd name="T3" fmla="*/ 10 h 512"/>
                <a:gd name="T4" fmla="*/ 180 w 594"/>
                <a:gd name="T5" fmla="*/ 159 h 512"/>
                <a:gd name="T6" fmla="*/ 587 w 594"/>
                <a:gd name="T7" fmla="*/ 509 h 512"/>
                <a:gd name="T8" fmla="*/ 591 w 594"/>
                <a:gd name="T9" fmla="*/ 512 h 512"/>
                <a:gd name="T10" fmla="*/ 594 w 594"/>
                <a:gd name="T11" fmla="*/ 510 h 512"/>
                <a:gd name="T12" fmla="*/ 593 w 594"/>
                <a:gd name="T13" fmla="*/ 508 h 512"/>
                <a:gd name="T14" fmla="*/ 588 w 594"/>
                <a:gd name="T15" fmla="*/ 503 h 512"/>
                <a:gd name="T16" fmla="*/ 588 w 594"/>
                <a:gd name="T17" fmla="*/ 503 h 512"/>
                <a:gd name="T18" fmla="*/ 409 w 594"/>
                <a:gd name="T19" fmla="*/ 349 h 512"/>
                <a:gd name="T20" fmla="*/ 4 w 594"/>
                <a:gd name="T21" fmla="*/ 1 h 512"/>
                <a:gd name="T22" fmla="*/ 0 w 594"/>
                <a:gd name="T2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4" h="512">
                  <a:moveTo>
                    <a:pt x="0" y="0"/>
                  </a:moveTo>
                  <a:lnTo>
                    <a:pt x="7" y="10"/>
                  </a:lnTo>
                  <a:lnTo>
                    <a:pt x="180" y="159"/>
                  </a:lnTo>
                  <a:lnTo>
                    <a:pt x="587" y="509"/>
                  </a:lnTo>
                  <a:lnTo>
                    <a:pt x="591" y="512"/>
                  </a:lnTo>
                  <a:lnTo>
                    <a:pt x="594" y="510"/>
                  </a:lnTo>
                  <a:lnTo>
                    <a:pt x="593" y="508"/>
                  </a:lnTo>
                  <a:lnTo>
                    <a:pt x="588" y="503"/>
                  </a:lnTo>
                  <a:lnTo>
                    <a:pt x="588" y="503"/>
                  </a:lnTo>
                  <a:lnTo>
                    <a:pt x="409" y="349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6" name="Freeform 886"/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" name="Freeform 887"/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" name="Rectangle 888"/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9" name="Rectangle 889"/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0" name="Freeform 890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2" name="Freeform 891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3" name="Freeform 892"/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4" name="Freeform 893"/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5" name="Freeform 894"/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" name="Freeform 895"/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" name="Freeform 896"/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" name="Freeform 897"/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" name="Freeform 898"/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" name="Freeform 899"/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Freeform 900"/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Freeform 901"/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902"/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Freeform 903"/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Freeform 904"/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Freeform 905"/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Freeform 906"/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Freeform 907"/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Rectangle 908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Rectangle 909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Freeform 910"/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Freeform 911"/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Freeform 912"/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Freeform 913"/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Freeform 914"/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8" name="Freeform 915"/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9" name="Freeform 916"/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0" name="Freeform 917"/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1" name="Freeform 918"/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2" name="Freeform 919"/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582" name="组合 12581"/>
          <p:cNvGrpSpPr/>
          <p:nvPr/>
        </p:nvGrpSpPr>
        <p:grpSpPr>
          <a:xfrm flipH="1" flipV="1">
            <a:off x="9923463" y="-401469"/>
            <a:ext cx="2268537" cy="1557339"/>
            <a:chOff x="11796349" y="8382981"/>
            <a:chExt cx="2268537" cy="1557339"/>
          </a:xfrm>
        </p:grpSpPr>
        <p:sp>
          <p:nvSpPr>
            <p:cNvPr id="945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6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7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8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7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8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1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2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3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4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5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6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7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8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9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0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1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2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3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4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5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6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7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8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9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0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1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2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3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6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8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2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4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6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8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0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2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4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6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7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8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9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0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1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2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3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4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5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6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8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9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0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1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2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3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4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5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6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7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8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9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0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1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2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3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4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5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6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7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8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9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0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1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8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9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0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1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2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3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4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5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6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7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8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9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1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2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3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4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5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6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7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8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9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0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1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2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3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4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5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6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7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8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9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0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1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2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3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4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5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6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7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8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9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0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1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2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3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4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5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6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7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8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9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0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2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3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4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5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6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7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8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9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0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1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4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5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6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7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8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9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0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1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2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3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4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5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6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7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8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9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0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1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2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3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4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5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6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7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8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9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0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1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2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3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4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5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6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7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8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9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0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7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8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9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0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1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2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3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4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5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6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7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8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9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0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1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2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3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4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5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6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7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8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9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0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1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2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3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4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5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6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8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1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2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3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4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5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6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7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8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9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0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1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2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3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4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5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6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7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8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9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0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1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2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3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4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5" name="椭圆 184"/>
          <p:cNvSpPr/>
          <p:nvPr/>
        </p:nvSpPr>
        <p:spPr>
          <a:xfrm flipH="1">
            <a:off x="1346418" y="1155870"/>
            <a:ext cx="3489866" cy="3489866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椭圆 185"/>
          <p:cNvSpPr/>
          <p:nvPr/>
        </p:nvSpPr>
        <p:spPr>
          <a:xfrm flipH="1" flipV="1">
            <a:off x="4229067" y="3519322"/>
            <a:ext cx="1382708" cy="1382708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4" name="文本框 913" descr="演讲时间"/>
          <p:cNvSpPr txBox="1"/>
          <p:nvPr/>
        </p:nvSpPr>
        <p:spPr>
          <a:xfrm>
            <a:off x="713348" y="407346"/>
            <a:ext cx="10926956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8800" dirty="0">
                <a:latin typeface="汉仪大宋简" panose="02010609000101010101" charset="-122"/>
                <a:ea typeface="汉仪大宋简" panose="02010609000101010101" charset="-122"/>
              </a:rPr>
              <a:t>One More Thing…</a:t>
            </a:r>
            <a:endParaRPr lang="zh-CN" altLang="en-US" sz="8800" dirty="0"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cxnSp>
        <p:nvCxnSpPr>
          <p:cNvPr id="204" name="直接连接符 203"/>
          <p:cNvCxnSpPr/>
          <p:nvPr/>
        </p:nvCxnSpPr>
        <p:spPr>
          <a:xfrm>
            <a:off x="2809254" y="4614262"/>
            <a:ext cx="268264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41000">
                  <a:srgbClr val="5944C0"/>
                </a:gs>
              </a:gsLst>
              <a:lin ang="0" scaled="0"/>
            </a:gra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27" name="椭圆 12626"/>
          <p:cNvSpPr>
            <a:spLocks noChangeAspect="1"/>
          </p:cNvSpPr>
          <p:nvPr/>
        </p:nvSpPr>
        <p:spPr>
          <a:xfrm>
            <a:off x="8966200" y="29972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3" name="椭圆 2132"/>
          <p:cNvSpPr>
            <a:spLocks noChangeAspect="1"/>
          </p:cNvSpPr>
          <p:nvPr/>
        </p:nvSpPr>
        <p:spPr>
          <a:xfrm>
            <a:off x="9403402" y="32799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4" name="椭圆 2133"/>
          <p:cNvSpPr>
            <a:spLocks noChangeAspect="1"/>
          </p:cNvSpPr>
          <p:nvPr/>
        </p:nvSpPr>
        <p:spPr>
          <a:xfrm>
            <a:off x="9927885" y="4123803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5" name="椭圆 2134"/>
          <p:cNvSpPr>
            <a:spLocks noChangeAspect="1"/>
          </p:cNvSpPr>
          <p:nvPr/>
        </p:nvSpPr>
        <p:spPr>
          <a:xfrm>
            <a:off x="11315904" y="3503661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6" name="椭圆 2135"/>
          <p:cNvSpPr>
            <a:spLocks noChangeAspect="1"/>
          </p:cNvSpPr>
          <p:nvPr/>
        </p:nvSpPr>
        <p:spPr>
          <a:xfrm>
            <a:off x="10153227" y="5632639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7" name="椭圆 2136"/>
          <p:cNvSpPr>
            <a:spLocks noChangeAspect="1"/>
          </p:cNvSpPr>
          <p:nvPr/>
        </p:nvSpPr>
        <p:spPr>
          <a:xfrm>
            <a:off x="9335202" y="4791225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8" name="椭圆 2137"/>
          <p:cNvSpPr>
            <a:spLocks noChangeAspect="1"/>
          </p:cNvSpPr>
          <p:nvPr/>
        </p:nvSpPr>
        <p:spPr>
          <a:xfrm>
            <a:off x="8059176" y="6445050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9" name="椭圆 2138"/>
          <p:cNvSpPr>
            <a:spLocks noChangeAspect="1"/>
          </p:cNvSpPr>
          <p:nvPr/>
        </p:nvSpPr>
        <p:spPr>
          <a:xfrm>
            <a:off x="9807235" y="309053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0" name="椭圆 2139"/>
          <p:cNvSpPr>
            <a:spLocks noChangeAspect="1"/>
          </p:cNvSpPr>
          <p:nvPr/>
        </p:nvSpPr>
        <p:spPr>
          <a:xfrm>
            <a:off x="11591274" y="3890105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1" name="椭圆 2140"/>
          <p:cNvSpPr>
            <a:spLocks noChangeAspect="1"/>
          </p:cNvSpPr>
          <p:nvPr/>
        </p:nvSpPr>
        <p:spPr>
          <a:xfrm>
            <a:off x="10478719" y="456761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4" name="椭圆 2143"/>
          <p:cNvSpPr>
            <a:spLocks noChangeAspect="1"/>
          </p:cNvSpPr>
          <p:nvPr/>
        </p:nvSpPr>
        <p:spPr>
          <a:xfrm>
            <a:off x="8465455" y="6131005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5" name="椭圆 2144"/>
          <p:cNvSpPr>
            <a:spLocks noChangeAspect="1"/>
          </p:cNvSpPr>
          <p:nvPr/>
        </p:nvSpPr>
        <p:spPr>
          <a:xfrm>
            <a:off x="9705635" y="3283075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6" name="椭圆 2145"/>
          <p:cNvSpPr>
            <a:spLocks noChangeAspect="1"/>
          </p:cNvSpPr>
          <p:nvPr/>
        </p:nvSpPr>
        <p:spPr>
          <a:xfrm>
            <a:off x="10647022" y="4083030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7" name="椭圆 2146"/>
          <p:cNvSpPr>
            <a:spLocks noChangeAspect="1"/>
          </p:cNvSpPr>
          <p:nvPr/>
        </p:nvSpPr>
        <p:spPr>
          <a:xfrm>
            <a:off x="11604304" y="3808587"/>
            <a:ext cx="36000" cy="36000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8" name="椭圆 2147"/>
          <p:cNvSpPr>
            <a:spLocks noChangeAspect="1"/>
          </p:cNvSpPr>
          <p:nvPr/>
        </p:nvSpPr>
        <p:spPr>
          <a:xfrm>
            <a:off x="11418151" y="4471166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9" name="椭圆 2148"/>
          <p:cNvSpPr>
            <a:spLocks noChangeAspect="1"/>
          </p:cNvSpPr>
          <p:nvPr/>
        </p:nvSpPr>
        <p:spPr>
          <a:xfrm>
            <a:off x="12140729" y="4575881"/>
            <a:ext cx="36000" cy="36000"/>
          </a:xfrm>
          <a:prstGeom prst="ellipse">
            <a:avLst/>
          </a:prstGeom>
          <a:solidFill>
            <a:srgbClr val="410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" name="椭圆 2149"/>
          <p:cNvSpPr>
            <a:spLocks noChangeAspect="1"/>
          </p:cNvSpPr>
          <p:nvPr/>
        </p:nvSpPr>
        <p:spPr>
          <a:xfrm>
            <a:off x="11433770" y="5543678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" name="椭圆 2150"/>
          <p:cNvSpPr>
            <a:spLocks noChangeAspect="1"/>
          </p:cNvSpPr>
          <p:nvPr/>
        </p:nvSpPr>
        <p:spPr>
          <a:xfrm>
            <a:off x="11128309" y="5389838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2" name="椭圆 2151"/>
          <p:cNvSpPr>
            <a:spLocks noChangeAspect="1"/>
          </p:cNvSpPr>
          <p:nvPr/>
        </p:nvSpPr>
        <p:spPr>
          <a:xfrm>
            <a:off x="11068174" y="5662056"/>
            <a:ext cx="36000" cy="36000"/>
          </a:xfrm>
          <a:prstGeom prst="ellipse">
            <a:avLst/>
          </a:prstGeom>
          <a:solidFill>
            <a:srgbClr val="600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3" name="椭圆 2152"/>
          <p:cNvSpPr>
            <a:spLocks noChangeAspect="1"/>
          </p:cNvSpPr>
          <p:nvPr/>
        </p:nvSpPr>
        <p:spPr>
          <a:xfrm>
            <a:off x="11012156" y="5262592"/>
            <a:ext cx="36000" cy="36000"/>
          </a:xfrm>
          <a:prstGeom prst="ellipse">
            <a:avLst/>
          </a:prstGeom>
          <a:solidFill>
            <a:srgbClr val="6410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5" name="椭圆 2154"/>
          <p:cNvSpPr>
            <a:spLocks noChangeAspect="1"/>
          </p:cNvSpPr>
          <p:nvPr/>
        </p:nvSpPr>
        <p:spPr>
          <a:xfrm>
            <a:off x="8799900" y="450659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6" name="椭圆 2155"/>
          <p:cNvSpPr>
            <a:spLocks noChangeAspect="1"/>
          </p:cNvSpPr>
          <p:nvPr/>
        </p:nvSpPr>
        <p:spPr>
          <a:xfrm>
            <a:off x="9555076" y="3969019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7" name="椭圆 2156"/>
          <p:cNvSpPr>
            <a:spLocks noChangeAspect="1"/>
          </p:cNvSpPr>
          <p:nvPr/>
        </p:nvSpPr>
        <p:spPr>
          <a:xfrm>
            <a:off x="8570511" y="509630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9" name="椭圆 2158"/>
          <p:cNvSpPr>
            <a:spLocks noChangeAspect="1"/>
          </p:cNvSpPr>
          <p:nvPr/>
        </p:nvSpPr>
        <p:spPr>
          <a:xfrm flipV="1">
            <a:off x="10953376" y="898050"/>
            <a:ext cx="14015" cy="14015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8" name="椭圆 2167"/>
          <p:cNvSpPr>
            <a:spLocks noChangeAspect="1"/>
          </p:cNvSpPr>
          <p:nvPr/>
        </p:nvSpPr>
        <p:spPr>
          <a:xfrm flipV="1">
            <a:off x="11197589" y="1063362"/>
            <a:ext cx="14015" cy="14015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630" name="组合 12629"/>
          <p:cNvGrpSpPr/>
          <p:nvPr/>
        </p:nvGrpSpPr>
        <p:grpSpPr>
          <a:xfrm rot="21107131">
            <a:off x="9602075" y="416719"/>
            <a:ext cx="997429" cy="1326338"/>
            <a:chOff x="9602075" y="713103"/>
            <a:chExt cx="774543" cy="1029954"/>
          </a:xfrm>
        </p:grpSpPr>
        <p:sp>
          <p:nvSpPr>
            <p:cNvPr id="2160" name="椭圆 2159"/>
            <p:cNvSpPr>
              <a:spLocks noChangeAspect="1"/>
            </p:cNvSpPr>
            <p:nvPr/>
          </p:nvSpPr>
          <p:spPr>
            <a:xfrm flipV="1">
              <a:off x="10362603" y="1257987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2" name="椭圆 2161"/>
            <p:cNvSpPr>
              <a:spLocks noChangeAspect="1"/>
            </p:cNvSpPr>
            <p:nvPr/>
          </p:nvSpPr>
          <p:spPr>
            <a:xfrm flipV="1">
              <a:off x="10030526" y="884035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5" name="椭圆 2164"/>
            <p:cNvSpPr>
              <a:spLocks noChangeAspect="1"/>
            </p:cNvSpPr>
            <p:nvPr/>
          </p:nvSpPr>
          <p:spPr>
            <a:xfrm flipV="1">
              <a:off x="10238077" y="1729042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9" name="椭圆 2168"/>
            <p:cNvSpPr>
              <a:spLocks noChangeAspect="1"/>
            </p:cNvSpPr>
            <p:nvPr/>
          </p:nvSpPr>
          <p:spPr>
            <a:xfrm flipV="1">
              <a:off x="9730600" y="1043514"/>
              <a:ext cx="14015" cy="14015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0" name="椭圆 2169"/>
            <p:cNvSpPr>
              <a:spLocks noChangeAspect="1"/>
            </p:cNvSpPr>
            <p:nvPr/>
          </p:nvSpPr>
          <p:spPr>
            <a:xfrm flipV="1">
              <a:off x="10153720" y="1344712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1" name="椭圆 2170"/>
            <p:cNvSpPr>
              <a:spLocks noChangeAspect="1"/>
            </p:cNvSpPr>
            <p:nvPr/>
          </p:nvSpPr>
          <p:spPr>
            <a:xfrm flipV="1">
              <a:off x="9602075" y="713103"/>
              <a:ext cx="14015" cy="140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90215" y="1939929"/>
            <a:ext cx="9834744" cy="89255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很高兴地向大家宣布</a:t>
            </a:r>
            <a:r>
              <a:rPr lang="en-US" altLang="zh-CN" sz="2800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已经作为独立产品正式上线！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你可以通过一下渠道体验产品：</a:t>
            </a:r>
            <a:endParaRPr lang="zh-CN" altLang="en-US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64394" y="3006387"/>
            <a:ext cx="3441968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1. QQ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群（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监听对象）</a:t>
            </a:r>
            <a:endParaRPr lang="zh-CN" altLang="en-US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3"/>
          <a:stretch>
            <a:fillRect/>
          </a:stretch>
        </p:blipFill>
        <p:spPr>
          <a:xfrm>
            <a:off x="1993430" y="3539661"/>
            <a:ext cx="1889023" cy="2888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39317" y="2973476"/>
            <a:ext cx="6434775" cy="212365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2. 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服务平台：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浏览器输入</a:t>
            </a:r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hlinkClick r:id="rId2"/>
              </a:rPr>
              <a:t>http://chatmonitor.space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Tips</a:t>
            </a:r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：由于未能获取</a:t>
            </a:r>
            <a:r>
              <a:rPr lang="en-US" altLang="zh-CN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SSL</a:t>
            </a:r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证书，目前只支持</a:t>
            </a:r>
            <a:r>
              <a:rPr lang="en-US" altLang="zh-CN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http</a:t>
            </a:r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访问，</a:t>
            </a:r>
            <a:r>
              <a:rPr lang="en-US" altLang="zh-CN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https</a:t>
            </a:r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入口将在后续开放）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7" name="任意多边形: 形状 12596"/>
          <p:cNvSpPr/>
          <p:nvPr/>
        </p:nvSpPr>
        <p:spPr>
          <a:xfrm flipV="1">
            <a:off x="9102600" y="4516060"/>
            <a:ext cx="1164226" cy="1014780"/>
          </a:xfrm>
          <a:custGeom>
            <a:avLst/>
            <a:gdLst>
              <a:gd name="connsiteX0" fmla="*/ 0 w 1886857"/>
              <a:gd name="connsiteY0" fmla="*/ 1644650 h 1644650"/>
              <a:gd name="connsiteX1" fmla="*/ 1886857 w 1886857"/>
              <a:gd name="connsiteY1" fmla="*/ 512536 h 1644650"/>
              <a:gd name="connsiteX2" fmla="*/ 949778 w 1886857"/>
              <a:gd name="connsiteY2" fmla="*/ 0 h 1644650"/>
              <a:gd name="connsiteX3" fmla="*/ 0 w 1886857"/>
              <a:gd name="connsiteY3" fmla="*/ 1644650 h 164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6856" h="1644650">
                <a:moveTo>
                  <a:pt x="0" y="1644650"/>
                </a:moveTo>
                <a:lnTo>
                  <a:pt x="1886857" y="512536"/>
                </a:lnTo>
                <a:lnTo>
                  <a:pt x="949778" y="0"/>
                </a:lnTo>
                <a:lnTo>
                  <a:pt x="0" y="164465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81" name="组合 12580"/>
          <p:cNvGrpSpPr/>
          <p:nvPr/>
        </p:nvGrpSpPr>
        <p:grpSpPr>
          <a:xfrm flipV="1">
            <a:off x="6890454" y="1777460"/>
            <a:ext cx="6066017" cy="5080540"/>
            <a:chOff x="15939" y="3267112"/>
            <a:chExt cx="4338637" cy="3633788"/>
          </a:xfrm>
        </p:grpSpPr>
        <p:sp>
          <p:nvSpPr>
            <p:cNvPr id="11982" name="Freeform 2105"/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3" name="Freeform 2106"/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4" name="Freeform 2107"/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close/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5" name="Freeform 2108"/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8" name="Freeform 2111"/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9" name="Freeform 2112"/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9" name="Freeform 171"/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close/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close/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close/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0" name="Freeform 172"/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1" name="Freeform 173"/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close/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close/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2" name="Freeform 174"/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3" name="Freeform 175"/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4" name="Freeform 176"/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5" name="Freeform 177"/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6" name="Freeform 178"/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7" name="Freeform 179"/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close/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close/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close/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close/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8" name="Freeform 180"/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9" name="Freeform 181"/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0" name="Freeform 182"/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1" name="Freeform 183"/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close/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close/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2" name="Freeform 184"/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3" name="Freeform 185"/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4" name="Freeform 186"/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5" name="Freeform 187"/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6" name="Freeform 188"/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7" name="Rectangle 189"/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8" name="Rectangle 190"/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9" name="Freeform 191"/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0" name="Freeform 192"/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1" name="Rectangle 193"/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2" name="Rectangle 194"/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3" name="Freeform 195"/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close/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close/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4" name="Freeform 196"/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5" name="Freeform 197"/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6" name="Freeform 198"/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7" name="Freeform 199"/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8" name="Freeform 200"/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9" name="Freeform 201"/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0" name="Freeform 202"/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1" name="Freeform 203"/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2" name="Freeform 204"/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3" name="Freeform 205"/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4" name="Freeform 206"/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5" name="Freeform 207"/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close/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6" name="Freeform 208"/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7" name="Freeform 209"/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8" name="Freeform 210"/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9" name="Freeform 211"/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0" name="Freeform 212"/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1" name="Freeform 213"/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2" name="Freeform 214"/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3" name="Freeform 215"/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4" name="Freeform 216"/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5" name="Freeform 217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6" name="Freeform 218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7" name="Rectangle 219"/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8" name="Rectangle 220"/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9" name="Freeform 221"/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0" name="Freeform 222"/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1" name="Freeform 223"/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2" name="Freeform 224"/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3" name="Freeform 225"/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4" name="Freeform 226"/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5" name="Freeform 227"/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close/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6" name="Freeform 228"/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7" name="Freeform 229"/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8" name="Freeform 230"/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9" name="Freeform 231"/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0" name="Freeform 232"/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1" name="Freeform 233"/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2" name="Freeform 234"/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3" name="Freeform 235"/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4" name="Freeform 236"/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5" name="Freeform 237"/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6" name="Freeform 238"/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7" name="Freeform 239"/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8" name="Freeform 240"/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9" name="Freeform 241"/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0" name="Freeform 242"/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1" name="Freeform 243"/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2" name="Freeform 244"/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3" name="Freeform 245"/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4" name="Freeform 246"/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5" name="Rectangle 247"/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6" name="Rectangle 248"/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7" name="Freeform 249"/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8" name="Freeform 250"/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9" name="Freeform 251"/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0" name="Freeform 252"/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1" name="Freeform 253"/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2" name="Freeform 254"/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3" name="Freeform 255"/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4" name="Freeform 256"/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5" name="Freeform 257"/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6" name="Freeform 258"/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7" name="Freeform 259"/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8" name="Freeform 260"/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9" name="Freeform 261"/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0" name="Freeform 262"/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1" name="Freeform 263"/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2" name="Freeform 264"/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3" name="Freeform 265"/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4" name="Freeform 266"/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5" name="Freeform 267"/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6" name="Freeform 268"/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7" name="Freeform 269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8" name="Freeform 270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9" name="Rectangle 271"/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0" name="Rectangle 272"/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1" name="Freeform 273"/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2" name="Freeform 274"/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3" name="Freeform 275"/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4" name="Freeform 276"/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5" name="Freeform 277"/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6" name="Freeform 278"/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7" name="Freeform 279"/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8" name="Freeform 280"/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9" name="Freeform 281"/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0" name="Freeform 282"/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1" name="Freeform 283"/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2" name="Freeform 284"/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3" name="Freeform 285"/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4" name="Freeform 286"/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5" name="Freeform 287"/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6" name="Freeform 288"/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7" name="Freeform 289"/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8" name="Freeform 290"/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9" name="Freeform 291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0" name="Freeform 292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1" name="Rectangle 293"/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2" name="Rectangle 294"/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3" name="Freeform 295"/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4" name="Freeform 296"/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5" name="Freeform 297"/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6" name="Freeform 298"/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7" name="Freeform 299"/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8" name="Freeform 300"/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9" name="Freeform 301"/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0" name="Freeform 302"/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1" name="Rectangle 303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2" name="Rectangle 304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3" name="Freeform 305"/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4" name="Freeform 306"/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5" name="Freeform 307"/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6" name="Freeform 308"/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7" name="Rectangle 309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8" name="Freeform 310"/>
            <p:cNvSpPr/>
            <p:nvPr/>
          </p:nvSpPr>
          <p:spPr bwMode="auto">
            <a:xfrm flipH="1">
              <a:off x="3036951" y="4502188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9" name="Freeform 311"/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0" name="Freeform 312"/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1" name="Freeform 313"/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2" name="Freeform 314"/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3" name="Freeform 315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4" name="Freeform 316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5" name="Freeform 317"/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6" name="Freeform 318"/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7" name="Freeform 319"/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8" name="Freeform 320"/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9" name="Freeform 321"/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close/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close/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0" name="Freeform 322"/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1" name="Freeform 323"/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2" name="Freeform 324"/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3" name="Freeform 325"/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4" name="Freeform 326"/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5" name="Freeform 327"/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6" name="Freeform 328"/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7" name="Freeform 329"/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8" name="Freeform 330"/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9" name="Rectangle 331"/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0" name="Rectangle 332"/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1" name="Rectangle 333"/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2" name="Rectangle 334"/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3" name="Freeform 335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4" name="Freeform 336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5" name="Freeform 337"/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6" name="Freeform 338"/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7" name="Freeform 339"/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8" name="Freeform 340"/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9" name="Freeform 341"/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0" name="Freeform 342"/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1" name="Freeform 343"/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2" name="Freeform 344"/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3" name="Freeform 345"/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4" name="Freeform 346"/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5" name="Freeform 347"/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6" name="Freeform 348"/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7" name="Freeform 349"/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8" name="Freeform 350"/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9" name="Freeform 351"/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0" name="Freeform 352"/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1" name="Freeform 353"/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2" name="Freeform 354"/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3" name="Freeform 355"/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4" name="Freeform 356"/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5" name="Freeform 357"/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6" name="Freeform 358"/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7" name="Freeform 359"/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8" name="Freeform 360"/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9" name="Freeform 361"/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0" name="Freeform 362"/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1" name="Freeform 363"/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2" name="Freeform 364"/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3" name="Freeform 365"/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4" name="Freeform 366"/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5" name="Freeform 367"/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6" name="Freeform 368"/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7" name="Freeform 369"/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8" name="Freeform 370"/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9" name="Freeform 372"/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0" name="Freeform 373"/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1" name="Freeform 374"/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2" name="Freeform 375"/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3" name="Freeform 376"/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4" name="Freeform 377"/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5" name="Freeform 378"/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6" name="Freeform 379"/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7" name="Freeform 380"/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8" name="Freeform 381"/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9" name="Freeform 382"/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0" name="Freeform 383"/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1" name="Freeform 384"/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2" name="Freeform 385"/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3" name="Freeform 386"/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4" name="Freeform 387"/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5" name="Freeform 388"/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6" name="Freeform 389"/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7" name="Rectangle 390"/>
            <p:cNvSpPr>
              <a:spLocks noChangeArrowheads="1"/>
            </p:cNvSpPr>
            <p:nvPr/>
          </p:nvSpPr>
          <p:spPr bwMode="auto">
            <a:xfrm>
              <a:off x="2300351" y="34671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8" name="Freeform 391"/>
            <p:cNvSpPr/>
            <p:nvPr/>
          </p:nvSpPr>
          <p:spPr bwMode="auto">
            <a:xfrm flipH="1">
              <a:off x="2300351" y="34671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9" name="Freeform 392"/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0" name="Freeform 393"/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1" name="Freeform 394"/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2" name="Freeform 395"/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3" name="Freeform 396"/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4" name="Freeform 397"/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5" name="Freeform 398"/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close/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close/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6" name="Freeform 399"/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7" name="Rectangle 400"/>
            <p:cNvSpPr>
              <a:spLocks noChangeArrowheads="1"/>
            </p:cNvSpPr>
            <p:nvPr/>
          </p:nvSpPr>
          <p:spPr bwMode="auto">
            <a:xfrm>
              <a:off x="2128901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8" name="Freeform 401"/>
            <p:cNvSpPr/>
            <p:nvPr/>
          </p:nvSpPr>
          <p:spPr bwMode="auto">
            <a:xfrm flipH="1">
              <a:off x="2128901" y="45339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9" name="Freeform 402"/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0" name="Freeform 403"/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1" name="Freeform 404"/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2" name="Freeform 405"/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3" name="Freeform 406"/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4" name="Freeform 407"/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5" name="Freeform 408"/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6" name="Freeform 409"/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7" name="Freeform 410"/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8" name="Freeform 411"/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9" name="Freeform 412"/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0" name="Freeform 413"/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1" name="Rectangle 414"/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2" name="Rectangle 415"/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3" name="Freeform 416"/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close/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4" name="Freeform 417"/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5" name="Freeform 418"/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close/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6" name="Freeform 419"/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moveTo>
                    <a:pt x="4" y="1"/>
                  </a:moveTo>
                  <a:lnTo>
                    <a:pt x="4" y="1"/>
                  </a:lnTo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7" name="Freeform 420"/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8" name="Freeform 421"/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9" name="Freeform 422"/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0" name="Freeform 423"/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1" name="Freeform 424"/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2" name="Freeform 425"/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3" name="Freeform 426"/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4" name="Freeform 427"/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5" name="Freeform 428"/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6" name="Freeform 429"/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7" name="Freeform 430"/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8" name="Freeform 431"/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9" name="Freeform 432"/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close/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0" name="Freeform 433"/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1" name="Freeform 434"/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2" name="Freeform 435"/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3" name="Freeform 436"/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4" name="Freeform 437"/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5" name="Freeform 438"/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6" name="Freeform 439"/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7" name="Freeform 440"/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8" name="Freeform 441"/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9" name="Freeform 442"/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0" name="Freeform 443"/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1" name="Freeform 444"/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2" name="Freeform 445"/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3" name="Freeform 446"/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4" name="Freeform 447"/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5" name="Rectangle 448"/>
            <p:cNvSpPr>
              <a:spLocks noChangeArrowheads="1"/>
            </p:cNvSpPr>
            <p:nvPr/>
          </p:nvSpPr>
          <p:spPr bwMode="auto">
            <a:xfrm>
              <a:off x="2146364" y="37973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6" name="Freeform 449"/>
            <p:cNvSpPr/>
            <p:nvPr/>
          </p:nvSpPr>
          <p:spPr bwMode="auto">
            <a:xfrm flipH="1">
              <a:off x="2146364" y="37973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7" name="Freeform 450"/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8" name="Freeform 451"/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9" name="Freeform 452"/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0" name="Freeform 453"/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1" name="Freeform 454"/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2" name="Freeform 455"/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3" name="Freeform 456"/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4" name="Freeform 457"/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5" name="Rectangle 458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6" name="Rectangle 459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7" name="Rectangle 460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8" name="Rectangle 461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9" name="Rectangle 462"/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0" name="Rectangle 463"/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1" name="Freeform 464"/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2" name="Freeform 465"/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3" name="Freeform 466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4" name="Freeform 467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5" name="Freeform 468"/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6" name="Freeform 469"/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7" name="Freeform 470"/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8" name="Freeform 471"/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9" name="Rectangle 472"/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0" name="Rectangle 473"/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1" name="Rectangle 474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2" name="Rectangle 475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3" name="Freeform 476"/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4" name="Freeform 477"/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5" name="Freeform 478"/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6" name="Freeform 479"/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7" name="Freeform 480"/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8" name="Freeform 481"/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9" name="Rectangle 482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0" name="Rectangle 483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1" name="Freeform 484"/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2" name="Freeform 485"/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3" name="Rectangle 486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4" name="Rectangle 487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5" name="Rectangle 488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6" name="Rectangle 489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7" name="Freeform 490"/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8" name="Freeform 491"/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9" name="Rectangle 492"/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0" name="Rectangle 493"/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1" name="Freeform 494"/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2" name="Freeform 495"/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3" name="Freeform 496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4" name="Freeform 497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5" name="Freeform 498"/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6" name="Freeform 499"/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7" name="Freeform 500"/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8" name="Freeform 501"/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9" name="Freeform 502"/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0" name="Freeform 503"/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1" name="Freeform 504"/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2" name="Freeform 505"/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3" name="Freeform 506"/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4" name="Freeform 507"/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5" name="Freeform 508"/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6" name="Freeform 509"/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7" name="Freeform 510"/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8" name="Freeform 511"/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9" name="Freeform 512"/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close/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close/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close/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0" name="Freeform 513"/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1" name="Freeform 514"/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close/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close/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2" name="Freeform 515"/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3" name="Freeform 516"/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4" name="Freeform 517"/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5" name="Freeform 518"/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close/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close/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6" name="Freeform 519"/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7" name="Freeform 520"/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8" name="Freeform 521"/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9" name="Freeform 522"/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0" name="Freeform 523"/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1" name="Freeform 524"/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2" name="Freeform 525"/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3" name="Freeform 526"/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4" name="Freeform 527"/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5" name="Freeform 528"/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close/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6" name="Freeform 529"/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7" name="Freeform 530"/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close/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8" name="Freeform 531"/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9" name="Freeform 532"/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0" name="Freeform 533"/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1" name="Rectangle 534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2" name="Rectangle 535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3" name="Freeform 536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4" name="Freeform 537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5" name="Rectangle 538"/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6" name="Rectangle 539"/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7" name="Rectangle 540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8" name="Rectangle 541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9" name="Rectangle 542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0" name="Rectangle 543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1" name="Freeform 544"/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2" name="Freeform 545"/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3" name="Freeform 546"/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4" name="Freeform 547"/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5" name="Freeform 548"/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6" name="Freeform 549"/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7" name="Freeform 550"/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8" name="Freeform 551"/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9" name="Freeform 552"/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0" name="Freeform 553"/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1" name="Freeform 554"/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close/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2" name="Freeform 555"/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3" name="Freeform 556"/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4" name="Freeform 557"/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5" name="Freeform 558"/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6" name="Freeform 559"/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7" name="Rectangle 560"/>
            <p:cNvSpPr>
              <a:spLocks noChangeArrowheads="1"/>
            </p:cNvSpPr>
            <p:nvPr/>
          </p:nvSpPr>
          <p:spPr bwMode="auto">
            <a:xfrm>
              <a:off x="3090926" y="4778412"/>
              <a:ext cx="1587" cy="4763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8" name="Freeform 561"/>
            <p:cNvSpPr/>
            <p:nvPr/>
          </p:nvSpPr>
          <p:spPr bwMode="auto">
            <a:xfrm flipH="1">
              <a:off x="3090926" y="4778412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9" name="Freeform 562"/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0" name="Freeform 563"/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1" name="Freeform 564"/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2" name="Freeform 565"/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3" name="Freeform 566"/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4" name="Freeform 567"/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5" name="Freeform 568"/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6" name="Freeform 569"/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7" name="Freeform 570"/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close/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8" name="Freeform 571"/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3" name="Freeform 573"/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4" name="Freeform 574"/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5" name="Freeform 575"/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6" name="Freeform 576"/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7" name="Freeform 577"/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8" name="Freeform 578"/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9" name="Freeform 579"/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0" name="Freeform 580"/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1" name="Freeform 581"/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close/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6" name="Freeform 582"/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7" name="Freeform 583"/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0" name="Freeform 584"/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1" name="Freeform 585"/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2" name="Freeform 586"/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3" name="Freeform 587"/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4" name="Freeform 588"/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5" name="Freeform 589"/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6" name="Freeform 590"/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7" name="Rectangle 591"/>
            <p:cNvSpPr>
              <a:spLocks noChangeArrowheads="1"/>
            </p:cNvSpPr>
            <p:nvPr/>
          </p:nvSpPr>
          <p:spPr bwMode="auto">
            <a:xfrm>
              <a:off x="3368739" y="56547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8" name="Freeform 592"/>
            <p:cNvSpPr/>
            <p:nvPr/>
          </p:nvSpPr>
          <p:spPr bwMode="auto">
            <a:xfrm flipH="1">
              <a:off x="3368739" y="56547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9" name="Freeform 593"/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0" name="Freeform 594"/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1" name="Freeform 595"/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2" name="Freeform 596"/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3" name="Freeform 597"/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4" name="Freeform 598"/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5" name="Freeform 599"/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6" name="Freeform 600"/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7" name="Freeform 601"/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8" name="Freeform 602"/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9" name="Freeform 603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0" name="Freeform 604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1" name="Freeform 605"/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2" name="Freeform 606"/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3" name="Freeform 607"/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4" name="Freeform 608"/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5" name="Freeform 609"/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6" name="Freeform 610"/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7" name="Freeform 611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8" name="Freeform 612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9" name="Freeform 613"/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0" name="Freeform 614"/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1" name="Freeform 615"/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2" name="Freeform 616"/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3" name="Freeform 617"/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4" name="Freeform 618"/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5" name="Freeform 619"/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close/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close/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6" name="Freeform 620"/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7" name="Freeform 621"/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8" name="Freeform 622"/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9" name="Freeform 623"/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0" name="Freeform 624"/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1" name="Freeform 625"/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2" name="Freeform 626"/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3" name="Freeform 627"/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close/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4" name="Freeform 628"/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5" name="Freeform 629"/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6" name="Freeform 630"/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7" name="Freeform 631"/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8" name="Freeform 632"/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9" name="Freeform 633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0" name="Freeform 634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1" name="Freeform 635"/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2" name="Freeform 636"/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3" name="Freeform 637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4" name="Freeform 638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5" name="Freeform 639"/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close/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close/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6" name="Freeform 640"/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7" name="Freeform 641"/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8" name="Freeform 642"/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9" name="Freeform 643"/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0" name="Freeform 644"/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1" name="Rectangle 645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2" name="Rectangle 646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3" name="Freeform 647"/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4" name="Freeform 648"/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5" name="Freeform 649"/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6" name="Freeform 650"/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7" name="Freeform 651"/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8" name="Freeform 652"/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9" name="Freeform 653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0" name="Freeform 654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1" name="Rectangle 655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2" name="Rectangle 656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3" name="Rectangle 657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4" name="Rectangle 658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5" name="Rectangle 659"/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6" name="Rectangle 660"/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7" name="Rectangle 661"/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8" name="Rectangle 662"/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9" name="Freeform 663"/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0" name="Freeform 664"/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1" name="Freeform 665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2" name="Freeform 666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3" name="Freeform 667"/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4" name="Freeform 668"/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5" name="Freeform 669"/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6" name="Freeform 670"/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7" name="Freeform 671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8" name="Freeform 672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9" name="Freeform 673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0" name="Freeform 674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1" name="Freeform 675"/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2" name="Freeform 676"/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3" name="Freeform 677"/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4" name="Freeform 678"/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5" name="Rectangle 679"/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6" name="Rectangle 680"/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7" name="Freeform 681"/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8" name="Freeform 682"/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9" name="Freeform 683"/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0" name="Freeform 684"/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1" name="Rectangle 685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2" name="Rectangle 686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3" name="Rectangle 687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4" name="Rectangle 688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5" name="Rectangle 689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6" name="Rectangle 690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7" name="Rectangle 691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8" name="Freeform 692"/>
            <p:cNvSpPr/>
            <p:nvPr/>
          </p:nvSpPr>
          <p:spPr bwMode="auto">
            <a:xfrm flipH="1">
              <a:off x="2122551" y="45434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9" name="Rectangle 693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0" name="Rectangle 694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1" name="Rectangle 695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2" name="Rectangle 696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3" name="Freeform 697"/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4" name="Freeform 698"/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5" name="Freeform 699"/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6" name="Freeform 700"/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7" name="Freeform 701"/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8" name="Freeform 702"/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9" name="Rectangle 703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0" name="Rectangle 704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1" name="Rectangle 705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2" name="Freeform 706"/>
            <p:cNvSpPr/>
            <p:nvPr/>
          </p:nvSpPr>
          <p:spPr bwMode="auto">
            <a:xfrm>
              <a:off x="2120964" y="4543462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3" name="Freeform 707"/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4" name="Freeform 708"/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5" name="Freeform 709"/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6" name="Freeform 710"/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7" name="Freeform 711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8" name="Freeform 712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9" name="Freeform 713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0" name="Freeform 714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1" name="Freeform 715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2" name="Freeform 716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3" name="Rectangle 717"/>
            <p:cNvSpPr>
              <a:spLocks noChangeArrowheads="1"/>
            </p:cNvSpPr>
            <p:nvPr/>
          </p:nvSpPr>
          <p:spPr bwMode="auto">
            <a:xfrm>
              <a:off x="2125726" y="45387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4" name="Freeform 718"/>
            <p:cNvSpPr/>
            <p:nvPr/>
          </p:nvSpPr>
          <p:spPr bwMode="auto">
            <a:xfrm flipH="1">
              <a:off x="2125726" y="453870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5" name="Freeform 719"/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6" name="Freeform 720"/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7" name="Freeform 721"/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8" name="Freeform 722"/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9" name="Freeform 723"/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0" name="Freeform 724"/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1" name="Freeform 725"/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2" name="Freeform 726"/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3" name="Rectangle 727"/>
            <p:cNvSpPr>
              <a:spLocks noChangeArrowheads="1"/>
            </p:cNvSpPr>
            <p:nvPr/>
          </p:nvSpPr>
          <p:spPr bwMode="auto">
            <a:xfrm>
              <a:off x="2119376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4" name="Freeform 728"/>
            <p:cNvSpPr/>
            <p:nvPr/>
          </p:nvSpPr>
          <p:spPr bwMode="auto">
            <a:xfrm>
              <a:off x="2119376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5" name="Freeform 729"/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6" name="Freeform 730"/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7" name="Freeform 731"/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8" name="Freeform 732"/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9" name="Freeform 733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0" name="Freeform 734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1" name="Freeform 735"/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2" name="Freeform 736"/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3" name="Freeform 737"/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4" name="Freeform 738"/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5" name="Rectangle 739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6" name="Rectangle 740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7" name="Rectangle 741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8" name="Freeform 742"/>
            <p:cNvSpPr/>
            <p:nvPr/>
          </p:nvSpPr>
          <p:spPr bwMode="auto">
            <a:xfrm flipH="1">
              <a:off x="2984564" y="49054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9" name="Freeform 743"/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0" name="Freeform 744"/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1" name="Rectangle 745"/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2" name="Rectangle 746"/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3" name="Freeform 747"/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4" name="Freeform 748"/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5" name="Rectangle 749"/>
            <p:cNvSpPr>
              <a:spLocks noChangeArrowheads="1"/>
            </p:cNvSpPr>
            <p:nvPr/>
          </p:nvSpPr>
          <p:spPr bwMode="auto">
            <a:xfrm>
              <a:off x="2982976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6" name="Freeform 750"/>
            <p:cNvSpPr/>
            <p:nvPr/>
          </p:nvSpPr>
          <p:spPr bwMode="auto">
            <a:xfrm flipH="1">
              <a:off x="298297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7" name="Freeform 751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8" name="Freeform 752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9" name="Freeform 753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0" name="Freeform 754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1" name="Freeform 755"/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2" name="Freeform 756"/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3" name="Freeform 757"/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4" name="Freeform 758"/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5" name="Rectangle 759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6" name="Rectangle 760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7" name="Rectangle 761"/>
            <p:cNvSpPr>
              <a:spLocks noChangeArrowheads="1"/>
            </p:cNvSpPr>
            <p:nvPr/>
          </p:nvSpPr>
          <p:spPr bwMode="auto">
            <a:xfrm>
              <a:off x="1889189" y="60420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8" name="Freeform 762"/>
            <p:cNvSpPr/>
            <p:nvPr/>
          </p:nvSpPr>
          <p:spPr bwMode="auto">
            <a:xfrm flipH="1">
              <a:off x="1889189" y="60420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9" name="Freeform 763"/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0" name="Freeform 764"/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1" name="Rectangle 765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2" name="Rectangle 766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3" name="Rectangle 767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4" name="Freeform 768"/>
            <p:cNvSpPr/>
            <p:nvPr/>
          </p:nvSpPr>
          <p:spPr bwMode="auto">
            <a:xfrm flipH="1">
              <a:off x="2976626" y="49022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5" name="Freeform 769"/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6" name="Freeform 770"/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7" name="Freeform 771"/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8" name="Freeform 772"/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774"/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775"/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776"/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777"/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778"/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779"/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780"/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781"/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782"/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783"/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784"/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close/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785"/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786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787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788"/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789"/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790"/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791"/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792"/>
            <p:cNvSpPr>
              <a:spLocks noChangeArrowheads="1"/>
            </p:cNvSpPr>
            <p:nvPr/>
          </p:nvSpPr>
          <p:spPr bwMode="auto">
            <a:xfrm>
              <a:off x="2611501" y="608968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793"/>
            <p:cNvSpPr/>
            <p:nvPr/>
          </p:nvSpPr>
          <p:spPr bwMode="auto">
            <a:xfrm flipH="1">
              <a:off x="2611501" y="608968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794"/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close/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795"/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796"/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797"/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798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799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800"/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801"/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802"/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803"/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804"/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close/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805"/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806"/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807"/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808"/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close/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close/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close/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809"/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810"/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811"/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812"/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close/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813"/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814"/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815"/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816"/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817"/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818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819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820"/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821"/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822"/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823"/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824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825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826"/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827"/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828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829"/>
            <p:cNvSpPr/>
            <p:nvPr/>
          </p:nvSpPr>
          <p:spPr bwMode="auto">
            <a:xfrm flipH="1">
              <a:off x="3400489" y="46180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830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831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832"/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833"/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834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835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836"/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837"/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838"/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839"/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840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841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842"/>
            <p:cNvSpPr>
              <a:spLocks noEditPoints="1"/>
            </p:cNvSpPr>
            <p:nvPr/>
          </p:nvSpPr>
          <p:spPr bwMode="auto">
            <a:xfrm>
              <a:off x="3695764" y="4881600"/>
              <a:ext cx="657225" cy="565150"/>
            </a:xfrm>
            <a:custGeom>
              <a:avLst/>
              <a:gdLst>
                <a:gd name="T0" fmla="*/ 414 w 414"/>
                <a:gd name="T1" fmla="*/ 351 h 356"/>
                <a:gd name="T2" fmla="*/ 411 w 414"/>
                <a:gd name="T3" fmla="*/ 353 h 356"/>
                <a:gd name="T4" fmla="*/ 414 w 414"/>
                <a:gd name="T5" fmla="*/ 356 h 356"/>
                <a:gd name="T6" fmla="*/ 414 w 414"/>
                <a:gd name="T7" fmla="*/ 351 h 356"/>
                <a:gd name="T8" fmla="*/ 0 w 414"/>
                <a:gd name="T9" fmla="*/ 0 h 356"/>
                <a:gd name="T10" fmla="*/ 407 w 414"/>
                <a:gd name="T11" fmla="*/ 350 h 356"/>
                <a:gd name="T12" fmla="*/ 407 w 414"/>
                <a:gd name="T13" fmla="*/ 350 h 356"/>
                <a:gd name="T14" fmla="*/ 0 w 414"/>
                <a:gd name="T15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2" h="356">
                  <a:moveTo>
                    <a:pt x="414" y="351"/>
                  </a:moveTo>
                  <a:lnTo>
                    <a:pt x="411" y="353"/>
                  </a:lnTo>
                  <a:lnTo>
                    <a:pt x="414" y="356"/>
                  </a:lnTo>
                  <a:lnTo>
                    <a:pt x="414" y="351"/>
                  </a:lnTo>
                  <a:close/>
                  <a:moveTo>
                    <a:pt x="0" y="0"/>
                  </a:moveTo>
                  <a:lnTo>
                    <a:pt x="407" y="350"/>
                  </a:lnTo>
                  <a:lnTo>
                    <a:pt x="407" y="35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844"/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845"/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846"/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847"/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848"/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849"/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850"/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851"/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2" name="Freeform 852"/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3" name="Freeform 853"/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4" name="Freeform 854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5" name="Freeform 855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6" name="Freeform 856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7" name="Freeform 857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8" name="Freeform 858"/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9" name="Freeform 859"/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0" name="Rectangle 860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1" name="Rectangle 861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2" name="Rectangle 862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3" name="Rectangle 863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4" name="Freeform 864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5" name="Freeform 865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6" name="Freeform 866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7" name="Freeform 867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8" name="Freeform 868"/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close/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9" name="Freeform 869"/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0" name="Freeform 870"/>
            <p:cNvSpPr/>
            <p:nvPr/>
          </p:nvSpPr>
          <p:spPr bwMode="auto">
            <a:xfrm>
              <a:off x="3403664" y="4629187"/>
              <a:ext cx="708025" cy="968375"/>
            </a:xfrm>
            <a:custGeom>
              <a:avLst/>
              <a:gdLst>
                <a:gd name="T0" fmla="*/ 0 w 446"/>
                <a:gd name="T1" fmla="*/ 0 h 610"/>
                <a:gd name="T2" fmla="*/ 0 w 446"/>
                <a:gd name="T3" fmla="*/ 2 h 610"/>
                <a:gd name="T4" fmla="*/ 441 w 446"/>
                <a:gd name="T5" fmla="*/ 610 h 610"/>
                <a:gd name="T6" fmla="*/ 443 w 446"/>
                <a:gd name="T7" fmla="*/ 610 h 610"/>
                <a:gd name="T8" fmla="*/ 444 w 446"/>
                <a:gd name="T9" fmla="*/ 610 h 610"/>
                <a:gd name="T10" fmla="*/ 446 w 446"/>
                <a:gd name="T11" fmla="*/ 608 h 610"/>
                <a:gd name="T12" fmla="*/ 444 w 446"/>
                <a:gd name="T13" fmla="*/ 607 h 610"/>
                <a:gd name="T14" fmla="*/ 11 w 446"/>
                <a:gd name="T15" fmla="*/ 10 h 610"/>
                <a:gd name="T16" fmla="*/ 0 w 446"/>
                <a:gd name="T17" fmla="*/ 0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6" h="610">
                  <a:moveTo>
                    <a:pt x="0" y="0"/>
                  </a:moveTo>
                  <a:lnTo>
                    <a:pt x="0" y="2"/>
                  </a:lnTo>
                  <a:lnTo>
                    <a:pt x="441" y="610"/>
                  </a:lnTo>
                  <a:lnTo>
                    <a:pt x="443" y="610"/>
                  </a:lnTo>
                  <a:lnTo>
                    <a:pt x="444" y="610"/>
                  </a:lnTo>
                  <a:lnTo>
                    <a:pt x="446" y="608"/>
                  </a:lnTo>
                  <a:lnTo>
                    <a:pt x="444" y="607"/>
                  </a:lnTo>
                  <a:lnTo>
                    <a:pt x="11" y="1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2" name="Freeform 872"/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3" name="Freeform 873"/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4" name="Freeform 874"/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5" name="Freeform 875"/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6" name="Freeform 876"/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" name="Freeform 877"/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8" name="Rectangle 878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9" name="Freeform 879"/>
            <p:cNvSpPr/>
            <p:nvPr/>
          </p:nvSpPr>
          <p:spPr bwMode="auto">
            <a:xfrm flipH="1">
              <a:off x="3397314" y="46244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0" name="Freeform 880"/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close/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1" name="Freeform 881"/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2" name="Rectangle 882"/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3" name="Rectangle 883"/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4" name="Freeform 884"/>
            <p:cNvSpPr/>
            <p:nvPr/>
          </p:nvSpPr>
          <p:spPr bwMode="auto">
            <a:xfrm>
              <a:off x="3410014" y="4629187"/>
              <a:ext cx="942975" cy="812800"/>
            </a:xfrm>
            <a:custGeom>
              <a:avLst/>
              <a:gdLst>
                <a:gd name="T0" fmla="*/ 0 w 594"/>
                <a:gd name="T1" fmla="*/ 0 h 512"/>
                <a:gd name="T2" fmla="*/ 7 w 594"/>
                <a:gd name="T3" fmla="*/ 10 h 512"/>
                <a:gd name="T4" fmla="*/ 180 w 594"/>
                <a:gd name="T5" fmla="*/ 159 h 512"/>
                <a:gd name="T6" fmla="*/ 587 w 594"/>
                <a:gd name="T7" fmla="*/ 509 h 512"/>
                <a:gd name="T8" fmla="*/ 591 w 594"/>
                <a:gd name="T9" fmla="*/ 512 h 512"/>
                <a:gd name="T10" fmla="*/ 594 w 594"/>
                <a:gd name="T11" fmla="*/ 510 h 512"/>
                <a:gd name="T12" fmla="*/ 593 w 594"/>
                <a:gd name="T13" fmla="*/ 508 h 512"/>
                <a:gd name="T14" fmla="*/ 588 w 594"/>
                <a:gd name="T15" fmla="*/ 503 h 512"/>
                <a:gd name="T16" fmla="*/ 588 w 594"/>
                <a:gd name="T17" fmla="*/ 503 h 512"/>
                <a:gd name="T18" fmla="*/ 409 w 594"/>
                <a:gd name="T19" fmla="*/ 349 h 512"/>
                <a:gd name="T20" fmla="*/ 4 w 594"/>
                <a:gd name="T21" fmla="*/ 1 h 512"/>
                <a:gd name="T22" fmla="*/ 0 w 594"/>
                <a:gd name="T2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4" h="512">
                  <a:moveTo>
                    <a:pt x="0" y="0"/>
                  </a:moveTo>
                  <a:lnTo>
                    <a:pt x="7" y="10"/>
                  </a:lnTo>
                  <a:lnTo>
                    <a:pt x="180" y="159"/>
                  </a:lnTo>
                  <a:lnTo>
                    <a:pt x="587" y="509"/>
                  </a:lnTo>
                  <a:lnTo>
                    <a:pt x="591" y="512"/>
                  </a:lnTo>
                  <a:lnTo>
                    <a:pt x="594" y="510"/>
                  </a:lnTo>
                  <a:lnTo>
                    <a:pt x="593" y="508"/>
                  </a:lnTo>
                  <a:lnTo>
                    <a:pt x="588" y="503"/>
                  </a:lnTo>
                  <a:lnTo>
                    <a:pt x="588" y="503"/>
                  </a:lnTo>
                  <a:lnTo>
                    <a:pt x="409" y="349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6" name="Freeform 886"/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" name="Freeform 887"/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" name="Rectangle 888"/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9" name="Rectangle 889"/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0" name="Freeform 890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2" name="Freeform 891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3" name="Freeform 892"/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4" name="Freeform 893"/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5" name="Freeform 894"/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" name="Freeform 895"/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" name="Freeform 896"/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" name="Freeform 897"/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" name="Freeform 898"/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" name="Freeform 899"/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Freeform 900"/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Freeform 901"/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902"/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Freeform 903"/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Freeform 904"/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Freeform 905"/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Freeform 906"/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Freeform 907"/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Rectangle 908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Rectangle 909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Freeform 910"/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Freeform 911"/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Freeform 912"/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Freeform 913"/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Freeform 914"/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8" name="Freeform 915"/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9" name="Freeform 916"/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0" name="Freeform 917"/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1" name="Freeform 918"/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2" name="Freeform 919"/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582" name="组合 12581"/>
          <p:cNvGrpSpPr/>
          <p:nvPr/>
        </p:nvGrpSpPr>
        <p:grpSpPr>
          <a:xfrm flipH="1" flipV="1">
            <a:off x="9937213" y="740157"/>
            <a:ext cx="2268537" cy="1557339"/>
            <a:chOff x="11796349" y="8382981"/>
            <a:chExt cx="2268537" cy="1557339"/>
          </a:xfrm>
        </p:grpSpPr>
        <p:sp>
          <p:nvSpPr>
            <p:cNvPr id="945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6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7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8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7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8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1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2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3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4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5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6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7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8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9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0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1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2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3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4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5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6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7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8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9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0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1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2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3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6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8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2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4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6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8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0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2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4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6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7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8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9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0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1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2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3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4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5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6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8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9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0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1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2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3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4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5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6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7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8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9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0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1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2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3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4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5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6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7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8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9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0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1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8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9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0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1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2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3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4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5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6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7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8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9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1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2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3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4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5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6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7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8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9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0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1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2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3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4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5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6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7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8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9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0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1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2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3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4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5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6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7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8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9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0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1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2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3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4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5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6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7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8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9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0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2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3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4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5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6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7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8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9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0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1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4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5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6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7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8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9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0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1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2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3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4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5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6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7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8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9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0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1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2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3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4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5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6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7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8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9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0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1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2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3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4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5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6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7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8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9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0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7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8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9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0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1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2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3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4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5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6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7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8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9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0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1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2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3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4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5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6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7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8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9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0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1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2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3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4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5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6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8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1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2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3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4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5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6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7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8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9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0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1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2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3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4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5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6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7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8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9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0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1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2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3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4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5" name="椭圆 184"/>
          <p:cNvSpPr/>
          <p:nvPr/>
        </p:nvSpPr>
        <p:spPr>
          <a:xfrm flipH="1">
            <a:off x="351128" y="48195"/>
            <a:ext cx="3489866" cy="3489866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椭圆 185"/>
          <p:cNvSpPr/>
          <p:nvPr/>
        </p:nvSpPr>
        <p:spPr>
          <a:xfrm flipH="1" flipV="1">
            <a:off x="5837347" y="3843422"/>
            <a:ext cx="1382708" cy="1382708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1" name="文本框 910" descr="演讲标题"/>
          <p:cNvSpPr txBox="1"/>
          <p:nvPr/>
        </p:nvSpPr>
        <p:spPr>
          <a:xfrm>
            <a:off x="1677281" y="2505396"/>
            <a:ext cx="5849257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00FAFF"/>
                </a:solidFill>
                <a:ea typeface="华文细黑" panose="02010600040101010101" pitchFamily="2" charset="-122"/>
              </a:defRPr>
            </a:lvl1pPr>
          </a:lstStyle>
          <a:p>
            <a:r>
              <a:rPr lang="en-US" altLang="zh-CN" sz="60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Thanks for your watching!</a:t>
            </a:r>
            <a:endParaRPr lang="zh-CN" altLang="en-US" sz="6000" dirty="0">
              <a:solidFill>
                <a:srgbClr val="FF156E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914" name="文本框 913" descr="演讲时间"/>
          <p:cNvSpPr txBox="1"/>
          <p:nvPr/>
        </p:nvSpPr>
        <p:spPr>
          <a:xfrm>
            <a:off x="1712045" y="1959853"/>
            <a:ext cx="825060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2400" dirty="0">
                <a:latin typeface="汉仪大宋简" panose="02010609000101010101" charset="-122"/>
                <a:ea typeface="汉仪大宋简" panose="02010609000101010101" charset="-122"/>
              </a:rPr>
              <a:t>科学夏令营结业科创项目汇报</a:t>
            </a:r>
            <a:endParaRPr lang="zh-CN" altLang="en-US" sz="2400" dirty="0"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913" name="文本框 912" descr="演讲人"/>
          <p:cNvSpPr txBox="1"/>
          <p:nvPr/>
        </p:nvSpPr>
        <p:spPr>
          <a:xfrm>
            <a:off x="1677281" y="4876087"/>
            <a:ext cx="5849257" cy="3683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汇报人：吴厚润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冯明一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4" name="直接连接符 203"/>
          <p:cNvCxnSpPr/>
          <p:nvPr/>
        </p:nvCxnSpPr>
        <p:spPr>
          <a:xfrm>
            <a:off x="1791606" y="5336373"/>
            <a:ext cx="268264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41000">
                  <a:srgbClr val="5944C0"/>
                </a:gs>
              </a:gsLst>
              <a:lin ang="0" scaled="0"/>
            </a:gra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27" name="椭圆 12626"/>
          <p:cNvSpPr>
            <a:spLocks noChangeAspect="1"/>
          </p:cNvSpPr>
          <p:nvPr/>
        </p:nvSpPr>
        <p:spPr>
          <a:xfrm>
            <a:off x="8966200" y="29972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3" name="椭圆 2132"/>
          <p:cNvSpPr>
            <a:spLocks noChangeAspect="1"/>
          </p:cNvSpPr>
          <p:nvPr/>
        </p:nvSpPr>
        <p:spPr>
          <a:xfrm>
            <a:off x="9403402" y="32799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4" name="椭圆 2133"/>
          <p:cNvSpPr>
            <a:spLocks noChangeAspect="1"/>
          </p:cNvSpPr>
          <p:nvPr/>
        </p:nvSpPr>
        <p:spPr>
          <a:xfrm>
            <a:off x="9927885" y="4123803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5" name="椭圆 2134"/>
          <p:cNvSpPr>
            <a:spLocks noChangeAspect="1"/>
          </p:cNvSpPr>
          <p:nvPr/>
        </p:nvSpPr>
        <p:spPr>
          <a:xfrm>
            <a:off x="11315904" y="3503661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7" name="椭圆 2136"/>
          <p:cNvSpPr>
            <a:spLocks noChangeAspect="1"/>
          </p:cNvSpPr>
          <p:nvPr/>
        </p:nvSpPr>
        <p:spPr>
          <a:xfrm>
            <a:off x="9335202" y="4791225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9" name="椭圆 2138"/>
          <p:cNvSpPr>
            <a:spLocks noChangeAspect="1"/>
          </p:cNvSpPr>
          <p:nvPr/>
        </p:nvSpPr>
        <p:spPr>
          <a:xfrm>
            <a:off x="9807235" y="309053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0" name="椭圆 2139"/>
          <p:cNvSpPr>
            <a:spLocks noChangeAspect="1"/>
          </p:cNvSpPr>
          <p:nvPr/>
        </p:nvSpPr>
        <p:spPr>
          <a:xfrm>
            <a:off x="11591274" y="3890105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1" name="椭圆 2140"/>
          <p:cNvSpPr>
            <a:spLocks noChangeAspect="1"/>
          </p:cNvSpPr>
          <p:nvPr/>
        </p:nvSpPr>
        <p:spPr>
          <a:xfrm>
            <a:off x="10478719" y="456761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5" name="椭圆 2144"/>
          <p:cNvSpPr>
            <a:spLocks noChangeAspect="1"/>
          </p:cNvSpPr>
          <p:nvPr/>
        </p:nvSpPr>
        <p:spPr>
          <a:xfrm>
            <a:off x="9705635" y="3283075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6" name="椭圆 2145"/>
          <p:cNvSpPr>
            <a:spLocks noChangeAspect="1"/>
          </p:cNvSpPr>
          <p:nvPr/>
        </p:nvSpPr>
        <p:spPr>
          <a:xfrm>
            <a:off x="10647022" y="4083030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7" name="椭圆 2146"/>
          <p:cNvSpPr>
            <a:spLocks noChangeAspect="1"/>
          </p:cNvSpPr>
          <p:nvPr/>
        </p:nvSpPr>
        <p:spPr>
          <a:xfrm>
            <a:off x="11604304" y="3808587"/>
            <a:ext cx="36000" cy="36000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8" name="椭圆 2147"/>
          <p:cNvSpPr>
            <a:spLocks noChangeAspect="1"/>
          </p:cNvSpPr>
          <p:nvPr/>
        </p:nvSpPr>
        <p:spPr>
          <a:xfrm>
            <a:off x="11418151" y="4471166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9" name="椭圆 2148"/>
          <p:cNvSpPr>
            <a:spLocks noChangeAspect="1"/>
          </p:cNvSpPr>
          <p:nvPr/>
        </p:nvSpPr>
        <p:spPr>
          <a:xfrm>
            <a:off x="12140729" y="4575881"/>
            <a:ext cx="36000" cy="36000"/>
          </a:xfrm>
          <a:prstGeom prst="ellipse">
            <a:avLst/>
          </a:prstGeom>
          <a:solidFill>
            <a:srgbClr val="410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" name="椭圆 2150"/>
          <p:cNvSpPr>
            <a:spLocks noChangeAspect="1"/>
          </p:cNvSpPr>
          <p:nvPr/>
        </p:nvSpPr>
        <p:spPr>
          <a:xfrm>
            <a:off x="11128309" y="5389838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3" name="椭圆 2152"/>
          <p:cNvSpPr>
            <a:spLocks noChangeAspect="1"/>
          </p:cNvSpPr>
          <p:nvPr/>
        </p:nvSpPr>
        <p:spPr>
          <a:xfrm>
            <a:off x="11012156" y="5262592"/>
            <a:ext cx="36000" cy="36000"/>
          </a:xfrm>
          <a:prstGeom prst="ellipse">
            <a:avLst/>
          </a:prstGeom>
          <a:solidFill>
            <a:srgbClr val="6410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5" name="椭圆 2154"/>
          <p:cNvSpPr>
            <a:spLocks noChangeAspect="1"/>
          </p:cNvSpPr>
          <p:nvPr/>
        </p:nvSpPr>
        <p:spPr>
          <a:xfrm>
            <a:off x="8799900" y="450659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6" name="椭圆 2155"/>
          <p:cNvSpPr>
            <a:spLocks noChangeAspect="1"/>
          </p:cNvSpPr>
          <p:nvPr/>
        </p:nvSpPr>
        <p:spPr>
          <a:xfrm>
            <a:off x="9555076" y="3969019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7" name="椭圆 2156"/>
          <p:cNvSpPr>
            <a:spLocks noChangeAspect="1"/>
          </p:cNvSpPr>
          <p:nvPr/>
        </p:nvSpPr>
        <p:spPr>
          <a:xfrm>
            <a:off x="8570511" y="509630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9" name="椭圆 2158"/>
          <p:cNvSpPr>
            <a:spLocks noChangeAspect="1"/>
          </p:cNvSpPr>
          <p:nvPr/>
        </p:nvSpPr>
        <p:spPr>
          <a:xfrm flipV="1">
            <a:off x="10953376" y="898050"/>
            <a:ext cx="14015" cy="14015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8" name="椭圆 2167"/>
          <p:cNvSpPr>
            <a:spLocks noChangeAspect="1"/>
          </p:cNvSpPr>
          <p:nvPr/>
        </p:nvSpPr>
        <p:spPr>
          <a:xfrm flipV="1">
            <a:off x="11197589" y="1063362"/>
            <a:ext cx="14015" cy="14015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630" name="组合 12629"/>
          <p:cNvGrpSpPr/>
          <p:nvPr/>
        </p:nvGrpSpPr>
        <p:grpSpPr>
          <a:xfrm rot="21107131">
            <a:off x="9602075" y="416719"/>
            <a:ext cx="997429" cy="1326338"/>
            <a:chOff x="9602075" y="713103"/>
            <a:chExt cx="774543" cy="1029954"/>
          </a:xfrm>
        </p:grpSpPr>
        <p:sp>
          <p:nvSpPr>
            <p:cNvPr id="2160" name="椭圆 2159"/>
            <p:cNvSpPr>
              <a:spLocks noChangeAspect="1"/>
            </p:cNvSpPr>
            <p:nvPr/>
          </p:nvSpPr>
          <p:spPr>
            <a:xfrm flipV="1">
              <a:off x="10362603" y="1257987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2" name="椭圆 2161"/>
            <p:cNvSpPr>
              <a:spLocks noChangeAspect="1"/>
            </p:cNvSpPr>
            <p:nvPr/>
          </p:nvSpPr>
          <p:spPr>
            <a:xfrm flipV="1">
              <a:off x="10030526" y="884035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5" name="椭圆 2164"/>
            <p:cNvSpPr>
              <a:spLocks noChangeAspect="1"/>
            </p:cNvSpPr>
            <p:nvPr/>
          </p:nvSpPr>
          <p:spPr>
            <a:xfrm flipV="1">
              <a:off x="10238077" y="1729042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9" name="椭圆 2168"/>
            <p:cNvSpPr>
              <a:spLocks noChangeAspect="1"/>
            </p:cNvSpPr>
            <p:nvPr/>
          </p:nvSpPr>
          <p:spPr>
            <a:xfrm flipV="1">
              <a:off x="9730600" y="1043514"/>
              <a:ext cx="14015" cy="14015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0" name="椭圆 2169"/>
            <p:cNvSpPr>
              <a:spLocks noChangeAspect="1"/>
            </p:cNvSpPr>
            <p:nvPr/>
          </p:nvSpPr>
          <p:spPr>
            <a:xfrm flipV="1">
              <a:off x="10153720" y="1344712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1" name="椭圆 2170"/>
            <p:cNvSpPr>
              <a:spLocks noChangeAspect="1"/>
            </p:cNvSpPr>
            <p:nvPr/>
          </p:nvSpPr>
          <p:spPr>
            <a:xfrm flipV="1">
              <a:off x="9602075" y="713103"/>
              <a:ext cx="14015" cy="140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9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0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1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2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3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4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5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6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7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8.xml><?xml version="1.0" encoding="utf-8"?>
<p:tagLst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9.xml><?xml version="1.0" encoding="utf-8"?>
<p:tagLst xmlns:p="http://schemas.openxmlformats.org/presentationml/2006/main">
  <p:tag name="KSO_WM_DIAGRAM_VIRTUALLY_FRAME" val="{&quot;height&quot;:271.634094488189,&quot;left&quot;:323.9390551181102,&quot;top&quot;:149.17110236220472,&quot;width&quot;:362.452125984252}"/>
</p:tagLst>
</file>

<file path=ppt/tags/tag210.xml><?xml version="1.0" encoding="utf-8"?>
<p:tagLst xmlns:p="http://schemas.openxmlformats.org/presentationml/2006/main">
  <p:tag name="KSO_WM_DIAGRAM_VIRTUALLY_FRAME" val="{&quot;height&quot;:271.634094488189,&quot;left&quot;:323.9390551181102,&quot;top&quot;:149.17110236220472,&quot;width&quot;:362.452125984252}"/>
</p:tagLst>
</file>

<file path=ppt/tags/tag211.xml><?xml version="1.0" encoding="utf-8"?>
<p:tagLst xmlns:p="http://schemas.openxmlformats.org/presentationml/2006/main">
  <p:tag name="KSO_WM_DIAGRAM_VIRTUALLY_FRAME" val="{&quot;height&quot;:271.634094488189,&quot;left&quot;:323.9390551181102,&quot;top&quot;:149.17110236220472,&quot;width&quot;:362.452125984252}"/>
</p:tagLst>
</file>

<file path=ppt/tags/tag212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13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14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15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16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17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18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19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0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1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2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3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4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5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6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7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8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29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30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31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32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33.xml><?xml version="1.0" encoding="utf-8"?>
<p:tagLst xmlns:p="http://schemas.openxmlformats.org/presentationml/2006/main">
  <p:tag name="KSO_WM_DIAGRAM_VIRTUALLY_FRAME" val="{&quot;height&quot;:345.7396062992126,&quot;left&quot;:148.0868503937008,&quot;top&quot;:126.06196850393701,&quot;width&quot;:768.8092125984253}"/>
</p:tagLst>
</file>

<file path=ppt/tags/tag234.xml><?xml version="1.0" encoding="utf-8"?>
<p:tagLst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rtlCol="0">
        <a:spAutoFit/>
      </a:bodyPr>
      <a:lstStyle>
        <a:defPPr algn="l">
          <a:defRPr dirty="0" smtClean="0">
            <a:solidFill>
              <a:schemeClr val="bg1"/>
            </a:solidFill>
            <a:latin typeface="方正姚体" panose="02010601030101010101" pitchFamily="2" charset="-122"/>
            <a:ea typeface="方正姚体" panose="02010601030101010101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1560</Words>
  <Application>WPS 演示</Application>
  <PresentationFormat>宽屏</PresentationFormat>
  <Paragraphs>188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方正姚体</vt:lpstr>
      <vt:lpstr>微软雅黑</vt:lpstr>
      <vt:lpstr>思源黑体 CN Light</vt:lpstr>
      <vt:lpstr>黑体</vt:lpstr>
      <vt:lpstr>Wingdings</vt:lpstr>
      <vt:lpstr>Arial</vt:lpstr>
      <vt:lpstr>华文细黑</vt:lpstr>
      <vt:lpstr>汉仪大宋简</vt:lpstr>
      <vt:lpstr>KSOF72207517</vt:lpstr>
      <vt:lpstr>Segoe Print</vt:lpstr>
      <vt:lpstr>Arial Unicode MS</vt:lpstr>
      <vt:lpstr>Calibri</vt:lpstr>
      <vt:lpstr>等线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科技感</dc:title>
  <dc:creator>第一PPT</dc:creator>
  <cp:keywords>www.1ppt.com</cp:keywords>
  <dc:description>www.1ppt.com</dc:description>
  <cp:lastModifiedBy>WPS_1684309040</cp:lastModifiedBy>
  <cp:revision>136</cp:revision>
  <dcterms:created xsi:type="dcterms:W3CDTF">2018-08-06T02:32:00Z</dcterms:created>
  <dcterms:modified xsi:type="dcterms:W3CDTF">2026-08-27T16:13:25Z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F372E3B1CF8E45DB8AC8DCCB2E563FA4_12</vt:lpwstr>
  </property>
  <property fmtid="{D5CDD505-2E9C-101B-9397-08002B2CF9AE}" pid="3" name="KSOProductBuildVer">
    <vt:lpwstr>2052-12.1.0.28043</vt:lpwstr>
  </property>
</Properties>
</file>